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87" r:id="rId1"/>
  </p:sldMasterIdLst>
  <p:notesMasterIdLst>
    <p:notesMasterId r:id="rId6"/>
  </p:notesMasterIdLst>
  <p:sldIdLst>
    <p:sldId id="2147482627" r:id="rId2"/>
    <p:sldId id="2147482628" r:id="rId3"/>
    <p:sldId id="2147482630" r:id="rId4"/>
    <p:sldId id="2147482631" r:id="rId5"/>
  </p:sldIdLst>
  <p:sldSz cx="12192000" cy="6858000"/>
  <p:notesSz cx="6858000" cy="9144000"/>
  <p:embeddedFontLst>
    <p:embeddedFont>
      <p:font typeface="Century Gothic" panose="020B0502020202020204" pitchFamily="34" charset="0"/>
      <p:regular r:id="rId7"/>
      <p:bold r:id="rId8"/>
      <p:italic r:id="rId9"/>
      <p:boldItalic r:id="rId10"/>
    </p:embeddedFont>
    <p:embeddedFont>
      <p:font typeface="Roboto Condensed Black" panose="020B0604020202020204" charset="0"/>
      <p:bold r:id="rId11"/>
    </p:embeddedFont>
    <p:embeddedFont>
      <p:font typeface="Roboto Condensed Medium" panose="02000000000000000000" pitchFamily="2" charset="0"/>
      <p:regular r:id="rId12"/>
      <p:bold r:id="rId13"/>
      <p: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DC34558B-3699-0C41-9305-5BEAEEE5B5E4}">
          <p14:sldIdLst>
            <p14:sldId id="2147482627"/>
            <p14:sldId id="2147482628"/>
            <p14:sldId id="2147482630"/>
            <p14:sldId id="2147482631"/>
          </p14:sldIdLst>
        </p14:section>
        <p14:section name="Phase 2 SDWAN" id="{E18FA47F-983A-F84B-88AC-2F9F956507E8}">
          <p14:sldIdLst/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1" roundtripDataSignature="AMtx7miVOSfXuEV4WL6fQwvEZq3WDjJK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AAAA"/>
    <a:srgbClr val="D6D6D6"/>
    <a:srgbClr val="929292"/>
    <a:srgbClr val="EBEBEB"/>
    <a:srgbClr val="F1F3F3"/>
    <a:srgbClr val="C0F5FC"/>
    <a:srgbClr val="D8D8D8"/>
    <a:srgbClr val="0CD4FF"/>
    <a:srgbClr val="001644"/>
    <a:srgbClr val="FFFA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FE802D-A6B1-733E-CBE4-D7F1CAE43A9F}" v="236" dt="2026-09-29T18:46:42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39"/>
    <p:restoredTop sz="94656"/>
  </p:normalViewPr>
  <p:slideViewPr>
    <p:cSldViewPr snapToGrid="0">
      <p:cViewPr varScale="1">
        <p:scale>
          <a:sx n="222" d="100"/>
          <a:sy n="222" d="100"/>
        </p:scale>
        <p:origin x="51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76" Type="http://schemas.microsoft.com/office/2015/10/relationships/revisionInfo" Target="revisionInfo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71" Type="http://customschemas.google.com/relationships/presentationmetadata" Target="metadata"/><Relationship Id="rId2" Type="http://schemas.openxmlformats.org/officeDocument/2006/relationships/slide" Target="slides/slide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15">
          <a:extLst>
            <a:ext uri="{FF2B5EF4-FFF2-40B4-BE49-F238E27FC236}">
              <a16:creationId xmlns:a16="http://schemas.microsoft.com/office/drawing/2014/main" id="{BD3B7ED0-0524-80BC-7C79-8584CE3B3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6" name="Google Shape;16516;p46:notes">
            <a:extLst>
              <a:ext uri="{FF2B5EF4-FFF2-40B4-BE49-F238E27FC236}">
                <a16:creationId xmlns:a16="http://schemas.microsoft.com/office/drawing/2014/main" id="{0F7DB1D0-DBC5-DEC9-C187-B7E925006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17" name="Google Shape;16517;p46:notes">
            <a:extLst>
              <a:ext uri="{FF2B5EF4-FFF2-40B4-BE49-F238E27FC236}">
                <a16:creationId xmlns:a16="http://schemas.microsoft.com/office/drawing/2014/main" id="{8F0DEA55-7916-0217-C64E-C0A9DA2735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4303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15">
          <a:extLst>
            <a:ext uri="{FF2B5EF4-FFF2-40B4-BE49-F238E27FC236}">
              <a16:creationId xmlns:a16="http://schemas.microsoft.com/office/drawing/2014/main" id="{448DB8E2-1C44-CCF6-B910-E315342F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6" name="Google Shape;16516;p46:notes">
            <a:extLst>
              <a:ext uri="{FF2B5EF4-FFF2-40B4-BE49-F238E27FC236}">
                <a16:creationId xmlns:a16="http://schemas.microsoft.com/office/drawing/2014/main" id="{DE6A922F-8E4F-1DA9-72F4-359FA733B3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17" name="Google Shape;16517;p46:notes">
            <a:extLst>
              <a:ext uri="{FF2B5EF4-FFF2-40B4-BE49-F238E27FC236}">
                <a16:creationId xmlns:a16="http://schemas.microsoft.com/office/drawing/2014/main" id="{57688B9E-8156-6F98-195E-30464B29FD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51891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A5A2C-A42E-B262-E174-9456F6F07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40291-FDB3-58F6-A8F0-81EA6C886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49A0D-1ABE-FF3C-4CC0-D30021C7F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7E25A-BAEE-204F-C9CD-FD9D317FE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48611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15">
          <a:extLst>
            <a:ext uri="{FF2B5EF4-FFF2-40B4-BE49-F238E27FC236}">
              <a16:creationId xmlns:a16="http://schemas.microsoft.com/office/drawing/2014/main" id="{93715800-C8AD-A236-CE11-D083F1254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6" name="Google Shape;16516;p46:notes">
            <a:extLst>
              <a:ext uri="{FF2B5EF4-FFF2-40B4-BE49-F238E27FC236}">
                <a16:creationId xmlns:a16="http://schemas.microsoft.com/office/drawing/2014/main" id="{871AB0BC-8430-7DCA-C155-F4E9438C4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17" name="Google Shape;16517;p46:notes">
            <a:extLst>
              <a:ext uri="{FF2B5EF4-FFF2-40B4-BE49-F238E27FC236}">
                <a16:creationId xmlns:a16="http://schemas.microsoft.com/office/drawing/2014/main" id="{18E98338-149A-9394-F2FA-CC96FF1CBA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62489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head [Navy]">
  <p:cSld name="Title + Subhead [Navy]"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57"/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3" name="Google Shape;2333;p57"/>
          <p:cNvSpPr txBox="1">
            <a:spLocks noGrp="1"/>
          </p:cNvSpPr>
          <p:nvPr>
            <p:ph type="body" idx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[Navy]">
  <p:cSld name="Title [Navy]">
    <p:spTree>
      <p:nvGrpSpPr>
        <p:cNvPr id="1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58"/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 [Navy]">
  <p:cSld name="Title + Content  [Navy]"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p133"/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8" name="Google Shape;2338;p133"/>
          <p:cNvSpPr txBox="1">
            <a:spLocks noGrp="1"/>
          </p:cNvSpPr>
          <p:nvPr>
            <p:ph type="body" idx="1"/>
          </p:nvPr>
        </p:nvSpPr>
        <p:spPr>
          <a:xfrm>
            <a:off x="371097" y="1909108"/>
            <a:ext cx="9299575" cy="343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head + Content [Navy]">
  <p:cSld name="Title + Subhead + Content [Navy]">
    <p:spTree>
      <p:nvGrpSpPr>
        <p:cNvPr id="1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134"/>
          <p:cNvSpPr txBox="1">
            <a:spLocks noGrp="1"/>
          </p:cNvSpPr>
          <p:nvPr>
            <p:ph type="body" idx="1"/>
          </p:nvPr>
        </p:nvSpPr>
        <p:spPr>
          <a:xfrm>
            <a:off x="370706" y="883466"/>
            <a:ext cx="9298820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1" name="Google Shape;2341;p134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20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2" name="Google Shape;2342;p134"/>
          <p:cNvSpPr txBox="1">
            <a:spLocks noGrp="1"/>
          </p:cNvSpPr>
          <p:nvPr>
            <p:ph type="body" idx="2"/>
          </p:nvPr>
        </p:nvSpPr>
        <p:spPr>
          <a:xfrm>
            <a:off x="371097" y="1909108"/>
            <a:ext cx="9299575" cy="343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/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/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/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/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[Navy]">
  <p:cSld name="Agenda [Navy]">
    <p:spTree>
      <p:nvGrpSpPr>
        <p:cNvPr id="1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135"/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5" name="Google Shape;2345;p135"/>
          <p:cNvSpPr txBox="1">
            <a:spLocks noGrp="1"/>
          </p:cNvSpPr>
          <p:nvPr>
            <p:ph type="body" idx="1"/>
          </p:nvPr>
        </p:nvSpPr>
        <p:spPr>
          <a:xfrm>
            <a:off x="370706" y="1520760"/>
            <a:ext cx="11399871" cy="4579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Gothic"/>
              <a:buAutoNum type="arabicPeriod"/>
              <a:defRPr sz="1400">
                <a:solidFill>
                  <a:schemeClr val="dk1"/>
                </a:solidFill>
              </a:defRPr>
            </a:lvl1pPr>
            <a:lvl2pPr marL="914400" lvl="1" indent="-33528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80"/>
              <a:buFont typeface="Century Gothic"/>
              <a:buAutoNum type="arabicPeriod"/>
              <a:defRPr sz="1400">
                <a:solidFill>
                  <a:schemeClr val="lt1"/>
                </a:solidFill>
              </a:defRPr>
            </a:lvl2pPr>
            <a:lvl3pPr marL="1371600" lvl="2" indent="-33528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80"/>
              <a:buFont typeface="Century Gothic"/>
              <a:buAutoNum type="arabicPeriod"/>
              <a:defRPr sz="1400">
                <a:solidFill>
                  <a:schemeClr val="lt1"/>
                </a:solidFill>
              </a:defRPr>
            </a:lvl3pPr>
            <a:lvl4pPr marL="1828800" lvl="3" indent="-33528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80"/>
              <a:buFont typeface="Century Gothic"/>
              <a:buAutoNum type="arabicPeriod"/>
              <a:defRPr sz="1400">
                <a:solidFill>
                  <a:schemeClr val="lt1"/>
                </a:solidFill>
              </a:defRPr>
            </a:lvl4pPr>
            <a:lvl5pPr marL="2286000" lvl="4" indent="-33528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80"/>
              <a:buFont typeface="Century Gothic"/>
              <a:buAutoNum type="arabicPeriod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+ Photo [Navy]">
  <p:cSld name="Agenda + Photo [Navy]">
    <p:spTree>
      <p:nvGrpSpPr>
        <p:cNvPr id="1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36"/>
          <p:cNvSpPr txBox="1">
            <a:spLocks noGrp="1"/>
          </p:cNvSpPr>
          <p:nvPr>
            <p:ph type="title"/>
          </p:nvPr>
        </p:nvSpPr>
        <p:spPr>
          <a:xfrm>
            <a:off x="370820" y="386557"/>
            <a:ext cx="7650547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8" name="Google Shape;2348;p136"/>
          <p:cNvSpPr txBox="1">
            <a:spLocks noGrp="1"/>
          </p:cNvSpPr>
          <p:nvPr>
            <p:ph type="body" idx="1"/>
          </p:nvPr>
        </p:nvSpPr>
        <p:spPr>
          <a:xfrm>
            <a:off x="370706" y="1520760"/>
            <a:ext cx="7633658" cy="4579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Gothic"/>
              <a:buAutoNum type="arabicPeriod"/>
              <a:defRPr sz="1400">
                <a:solidFill>
                  <a:schemeClr val="dk1"/>
                </a:solidFill>
              </a:defRPr>
            </a:lvl1pPr>
            <a:lvl2pPr marL="914400" lvl="1" indent="-33528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80"/>
              <a:buFont typeface="Century Gothic"/>
              <a:buAutoNum type="arabicPeriod"/>
              <a:defRPr sz="1400">
                <a:solidFill>
                  <a:schemeClr val="lt1"/>
                </a:solidFill>
              </a:defRPr>
            </a:lvl2pPr>
            <a:lvl3pPr marL="1371600" lvl="2" indent="-33528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80"/>
              <a:buFont typeface="Century Gothic"/>
              <a:buAutoNum type="arabicPeriod"/>
              <a:defRPr sz="1400">
                <a:solidFill>
                  <a:schemeClr val="lt1"/>
                </a:solidFill>
              </a:defRPr>
            </a:lvl3pPr>
            <a:lvl4pPr marL="1828800" lvl="3" indent="-33528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80"/>
              <a:buFont typeface="Century Gothic"/>
              <a:buAutoNum type="arabicPeriod"/>
              <a:defRPr sz="1400">
                <a:solidFill>
                  <a:schemeClr val="lt1"/>
                </a:solidFill>
              </a:defRPr>
            </a:lvl4pPr>
            <a:lvl5pPr marL="2286000" lvl="4" indent="-33528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80"/>
              <a:buFont typeface="Century Gothic"/>
              <a:buAutoNum type="arabicPeriod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9" name="Google Shape;2349;p136"/>
          <p:cNvSpPr>
            <a:spLocks noGrp="1"/>
          </p:cNvSpPr>
          <p:nvPr>
            <p:ph type="pic" idx="2"/>
          </p:nvPr>
        </p:nvSpPr>
        <p:spPr>
          <a:xfrm flipH="1">
            <a:off x="8392072" y="0"/>
            <a:ext cx="3799928" cy="6857777"/>
          </a:xfrm>
          <a:prstGeom prst="round1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1 photo [Navy]">
  <p:cSld name="Speaker 1 photo [Navy]">
    <p:spTree>
      <p:nvGrpSpPr>
        <p:cNvPr id="1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p137"/>
          <p:cNvSpPr txBox="1">
            <a:spLocks noGrp="1"/>
          </p:cNvSpPr>
          <p:nvPr>
            <p:ph type="body" idx="1"/>
          </p:nvPr>
        </p:nvSpPr>
        <p:spPr>
          <a:xfrm>
            <a:off x="5599431" y="3130180"/>
            <a:ext cx="5334736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2" name="Google Shape;2352;p137"/>
          <p:cNvSpPr txBox="1">
            <a:spLocks noGrp="1"/>
          </p:cNvSpPr>
          <p:nvPr>
            <p:ph type="body" idx="2"/>
          </p:nvPr>
        </p:nvSpPr>
        <p:spPr>
          <a:xfrm>
            <a:off x="5589807" y="3651664"/>
            <a:ext cx="5341491" cy="151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3" name="Google Shape;2353;p137"/>
          <p:cNvSpPr>
            <a:spLocks noGrp="1"/>
          </p:cNvSpPr>
          <p:nvPr>
            <p:ph type="pic" idx="3"/>
          </p:nvPr>
        </p:nvSpPr>
        <p:spPr>
          <a:xfrm>
            <a:off x="1257833" y="1692000"/>
            <a:ext cx="3474000" cy="3474000"/>
          </a:xfrm>
          <a:prstGeom prst="roundRect">
            <a:avLst>
              <a:gd name="adj" fmla="val 10233"/>
            </a:avLst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2 photo [Navy]">
  <p:cSld name="Speaker 2 photo [Navy]">
    <p:spTree>
      <p:nvGrpSpPr>
        <p:cNvPr id="1" name="Shape 2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Google Shape;2355;p138"/>
          <p:cNvSpPr txBox="1">
            <a:spLocks noGrp="1"/>
          </p:cNvSpPr>
          <p:nvPr>
            <p:ph type="body" idx="1"/>
          </p:nvPr>
        </p:nvSpPr>
        <p:spPr>
          <a:xfrm>
            <a:off x="1150103" y="4715188"/>
            <a:ext cx="4150800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6" name="Google Shape;2356;p138"/>
          <p:cNvSpPr txBox="1">
            <a:spLocks noGrp="1"/>
          </p:cNvSpPr>
          <p:nvPr>
            <p:ph type="body" idx="2"/>
          </p:nvPr>
        </p:nvSpPr>
        <p:spPr>
          <a:xfrm>
            <a:off x="1150103" y="5195728"/>
            <a:ext cx="4150800" cy="56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7" name="Google Shape;2357;p138"/>
          <p:cNvSpPr txBox="1">
            <a:spLocks noGrp="1"/>
          </p:cNvSpPr>
          <p:nvPr>
            <p:ph type="body" idx="3"/>
          </p:nvPr>
        </p:nvSpPr>
        <p:spPr>
          <a:xfrm>
            <a:off x="6763112" y="4715188"/>
            <a:ext cx="4150800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8" name="Google Shape;2358;p138"/>
          <p:cNvSpPr txBox="1">
            <a:spLocks noGrp="1"/>
          </p:cNvSpPr>
          <p:nvPr>
            <p:ph type="body" idx="4"/>
          </p:nvPr>
        </p:nvSpPr>
        <p:spPr>
          <a:xfrm>
            <a:off x="6763112" y="5195728"/>
            <a:ext cx="4150800" cy="56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9" name="Google Shape;2359;p138"/>
          <p:cNvSpPr>
            <a:spLocks noGrp="1"/>
          </p:cNvSpPr>
          <p:nvPr>
            <p:ph type="pic" idx="5"/>
          </p:nvPr>
        </p:nvSpPr>
        <p:spPr>
          <a:xfrm>
            <a:off x="2055689" y="1417680"/>
            <a:ext cx="2595600" cy="2595600"/>
          </a:xfrm>
          <a:prstGeom prst="roundRect">
            <a:avLst>
              <a:gd name="adj" fmla="val 11187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360" name="Google Shape;2360;p138"/>
          <p:cNvSpPr>
            <a:spLocks noGrp="1"/>
          </p:cNvSpPr>
          <p:nvPr>
            <p:ph type="pic" idx="6"/>
          </p:nvPr>
        </p:nvSpPr>
        <p:spPr>
          <a:xfrm>
            <a:off x="7540712" y="1417680"/>
            <a:ext cx="2595600" cy="2595600"/>
          </a:xfrm>
          <a:prstGeom prst="roundRect">
            <a:avLst>
              <a:gd name="adj" fmla="val 11187"/>
            </a:avLst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3 photo [Navy]">
  <p:cSld name="Speaker 3 photo [Navy]">
    <p:spTree>
      <p:nvGrpSpPr>
        <p:cNvPr id="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139"/>
          <p:cNvSpPr txBox="1">
            <a:spLocks noGrp="1"/>
          </p:cNvSpPr>
          <p:nvPr>
            <p:ph type="body" idx="1"/>
          </p:nvPr>
        </p:nvSpPr>
        <p:spPr>
          <a:xfrm>
            <a:off x="457200" y="4332009"/>
            <a:ext cx="3610800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None/>
              <a:defRPr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3" name="Google Shape;2363;p139"/>
          <p:cNvSpPr txBox="1">
            <a:spLocks noGrp="1"/>
          </p:cNvSpPr>
          <p:nvPr>
            <p:ph type="body" idx="2"/>
          </p:nvPr>
        </p:nvSpPr>
        <p:spPr>
          <a:xfrm>
            <a:off x="457200" y="4798901"/>
            <a:ext cx="3610800" cy="56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4" name="Google Shape;2364;p139"/>
          <p:cNvSpPr txBox="1">
            <a:spLocks noGrp="1"/>
          </p:cNvSpPr>
          <p:nvPr>
            <p:ph type="body" idx="3"/>
          </p:nvPr>
        </p:nvSpPr>
        <p:spPr>
          <a:xfrm>
            <a:off x="4318782" y="4332009"/>
            <a:ext cx="3610800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None/>
              <a:defRPr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5" name="Google Shape;2365;p139"/>
          <p:cNvSpPr txBox="1">
            <a:spLocks noGrp="1"/>
          </p:cNvSpPr>
          <p:nvPr>
            <p:ph type="body" idx="4"/>
          </p:nvPr>
        </p:nvSpPr>
        <p:spPr>
          <a:xfrm>
            <a:off x="4318782" y="4798901"/>
            <a:ext cx="3610800" cy="56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6" name="Google Shape;2366;p139"/>
          <p:cNvSpPr txBox="1">
            <a:spLocks noGrp="1"/>
          </p:cNvSpPr>
          <p:nvPr>
            <p:ph type="body" idx="5"/>
          </p:nvPr>
        </p:nvSpPr>
        <p:spPr>
          <a:xfrm>
            <a:off x="8131126" y="4332009"/>
            <a:ext cx="3610800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None/>
              <a:defRPr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7" name="Google Shape;2367;p139"/>
          <p:cNvSpPr txBox="1">
            <a:spLocks noGrp="1"/>
          </p:cNvSpPr>
          <p:nvPr>
            <p:ph type="body" idx="6"/>
          </p:nvPr>
        </p:nvSpPr>
        <p:spPr>
          <a:xfrm>
            <a:off x="8131126" y="4798901"/>
            <a:ext cx="3610800" cy="56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8" name="Google Shape;2368;p139"/>
          <p:cNvSpPr>
            <a:spLocks noGrp="1"/>
          </p:cNvSpPr>
          <p:nvPr>
            <p:ph type="pic" idx="7"/>
          </p:nvPr>
        </p:nvSpPr>
        <p:spPr>
          <a:xfrm>
            <a:off x="5017800" y="1417680"/>
            <a:ext cx="2156400" cy="2156400"/>
          </a:xfrm>
          <a:prstGeom prst="roundRect">
            <a:avLst>
              <a:gd name="adj" fmla="val 11013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369" name="Google Shape;2369;p139"/>
          <p:cNvSpPr>
            <a:spLocks noGrp="1"/>
          </p:cNvSpPr>
          <p:nvPr>
            <p:ph type="pic" idx="8"/>
          </p:nvPr>
        </p:nvSpPr>
        <p:spPr>
          <a:xfrm>
            <a:off x="8858326" y="1417680"/>
            <a:ext cx="2156400" cy="2156400"/>
          </a:xfrm>
          <a:prstGeom prst="roundRect">
            <a:avLst>
              <a:gd name="adj" fmla="val 11013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370" name="Google Shape;2370;p139"/>
          <p:cNvSpPr>
            <a:spLocks noGrp="1"/>
          </p:cNvSpPr>
          <p:nvPr>
            <p:ph type="pic" idx="9"/>
          </p:nvPr>
        </p:nvSpPr>
        <p:spPr>
          <a:xfrm>
            <a:off x="1184400" y="1417680"/>
            <a:ext cx="2156400" cy="2156400"/>
          </a:xfrm>
          <a:prstGeom prst="roundRect">
            <a:avLst>
              <a:gd name="adj" fmla="val 11013"/>
            </a:avLst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4 photo [Navy]">
  <p:cSld name="Speaker 4 photo [Navy]">
    <p:spTree>
      <p:nvGrpSpPr>
        <p:cNvPr id="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140"/>
          <p:cNvSpPr txBox="1">
            <a:spLocks noGrp="1"/>
          </p:cNvSpPr>
          <p:nvPr>
            <p:ph type="body" idx="1"/>
          </p:nvPr>
        </p:nvSpPr>
        <p:spPr>
          <a:xfrm>
            <a:off x="514699" y="4060361"/>
            <a:ext cx="23400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3" name="Google Shape;2373;p140"/>
          <p:cNvSpPr txBox="1">
            <a:spLocks noGrp="1"/>
          </p:cNvSpPr>
          <p:nvPr>
            <p:ph type="body" idx="2"/>
          </p:nvPr>
        </p:nvSpPr>
        <p:spPr>
          <a:xfrm>
            <a:off x="514699" y="4513605"/>
            <a:ext cx="2340000" cy="56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4" name="Google Shape;2374;p140"/>
          <p:cNvSpPr txBox="1">
            <a:spLocks noGrp="1"/>
          </p:cNvSpPr>
          <p:nvPr>
            <p:ph type="body" idx="3"/>
          </p:nvPr>
        </p:nvSpPr>
        <p:spPr>
          <a:xfrm>
            <a:off x="9259708" y="4060361"/>
            <a:ext cx="23400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5" name="Google Shape;2375;p140"/>
          <p:cNvSpPr txBox="1">
            <a:spLocks noGrp="1"/>
          </p:cNvSpPr>
          <p:nvPr>
            <p:ph type="body" idx="4"/>
          </p:nvPr>
        </p:nvSpPr>
        <p:spPr>
          <a:xfrm>
            <a:off x="9259708" y="4513605"/>
            <a:ext cx="2340000" cy="56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6" name="Google Shape;2376;p140"/>
          <p:cNvSpPr txBox="1">
            <a:spLocks noGrp="1"/>
          </p:cNvSpPr>
          <p:nvPr>
            <p:ph type="body" idx="5"/>
          </p:nvPr>
        </p:nvSpPr>
        <p:spPr>
          <a:xfrm>
            <a:off x="3455566" y="4060361"/>
            <a:ext cx="23400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7" name="Google Shape;2377;p140"/>
          <p:cNvSpPr txBox="1">
            <a:spLocks noGrp="1"/>
          </p:cNvSpPr>
          <p:nvPr>
            <p:ph type="body" idx="6"/>
          </p:nvPr>
        </p:nvSpPr>
        <p:spPr>
          <a:xfrm>
            <a:off x="3455566" y="4513605"/>
            <a:ext cx="2340000" cy="56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8" name="Google Shape;2378;p140"/>
          <p:cNvSpPr txBox="1">
            <a:spLocks noGrp="1"/>
          </p:cNvSpPr>
          <p:nvPr>
            <p:ph type="body" idx="7"/>
          </p:nvPr>
        </p:nvSpPr>
        <p:spPr>
          <a:xfrm>
            <a:off x="6396433" y="4060361"/>
            <a:ext cx="23400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9" name="Google Shape;2379;p140"/>
          <p:cNvSpPr txBox="1">
            <a:spLocks noGrp="1"/>
          </p:cNvSpPr>
          <p:nvPr>
            <p:ph type="body" idx="8"/>
          </p:nvPr>
        </p:nvSpPr>
        <p:spPr>
          <a:xfrm>
            <a:off x="6396433" y="4513605"/>
            <a:ext cx="2340000" cy="56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0" name="Google Shape;2380;p140"/>
          <p:cNvSpPr>
            <a:spLocks noGrp="1"/>
          </p:cNvSpPr>
          <p:nvPr>
            <p:ph type="pic" idx="9"/>
          </p:nvPr>
        </p:nvSpPr>
        <p:spPr>
          <a:xfrm>
            <a:off x="3768634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381" name="Google Shape;2381;p140"/>
          <p:cNvSpPr>
            <a:spLocks noGrp="1"/>
          </p:cNvSpPr>
          <p:nvPr>
            <p:ph type="pic" idx="13"/>
          </p:nvPr>
        </p:nvSpPr>
        <p:spPr>
          <a:xfrm>
            <a:off x="6719299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382" name="Google Shape;2382;p140"/>
          <p:cNvSpPr>
            <a:spLocks noGrp="1"/>
          </p:cNvSpPr>
          <p:nvPr>
            <p:ph type="pic" idx="14"/>
          </p:nvPr>
        </p:nvSpPr>
        <p:spPr>
          <a:xfrm>
            <a:off x="9634302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383" name="Google Shape;2383;p140"/>
          <p:cNvSpPr>
            <a:spLocks noGrp="1"/>
          </p:cNvSpPr>
          <p:nvPr>
            <p:ph type="pic" idx="15"/>
          </p:nvPr>
        </p:nvSpPr>
        <p:spPr>
          <a:xfrm>
            <a:off x="811700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5 photo [Navy]">
  <p:cSld name="Speaker 5 photo [Navy]"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p141"/>
          <p:cNvSpPr txBox="1">
            <a:spLocks noGrp="1"/>
          </p:cNvSpPr>
          <p:nvPr>
            <p:ph type="body" idx="1"/>
          </p:nvPr>
        </p:nvSpPr>
        <p:spPr>
          <a:xfrm>
            <a:off x="476773" y="3938106"/>
            <a:ext cx="2001599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6" name="Google Shape;2386;p141"/>
          <p:cNvSpPr txBox="1">
            <a:spLocks noGrp="1"/>
          </p:cNvSpPr>
          <p:nvPr>
            <p:ph type="body" idx="2"/>
          </p:nvPr>
        </p:nvSpPr>
        <p:spPr>
          <a:xfrm>
            <a:off x="476773" y="4418646"/>
            <a:ext cx="2001599" cy="56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7" name="Google Shape;2387;p141"/>
          <p:cNvSpPr txBox="1">
            <a:spLocks noGrp="1"/>
          </p:cNvSpPr>
          <p:nvPr>
            <p:ph type="body" idx="3"/>
          </p:nvPr>
        </p:nvSpPr>
        <p:spPr>
          <a:xfrm>
            <a:off x="7400294" y="3938106"/>
            <a:ext cx="2001599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8" name="Google Shape;2388;p141"/>
          <p:cNvSpPr txBox="1">
            <a:spLocks noGrp="1"/>
          </p:cNvSpPr>
          <p:nvPr>
            <p:ph type="body" idx="4"/>
          </p:nvPr>
        </p:nvSpPr>
        <p:spPr>
          <a:xfrm>
            <a:off x="7400294" y="4418646"/>
            <a:ext cx="2001599" cy="56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9" name="Google Shape;2389;p141"/>
          <p:cNvSpPr txBox="1">
            <a:spLocks noGrp="1"/>
          </p:cNvSpPr>
          <p:nvPr>
            <p:ph type="body" idx="5"/>
          </p:nvPr>
        </p:nvSpPr>
        <p:spPr>
          <a:xfrm>
            <a:off x="2785881" y="3938106"/>
            <a:ext cx="1994775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0" name="Google Shape;2390;p141"/>
          <p:cNvSpPr txBox="1">
            <a:spLocks noGrp="1"/>
          </p:cNvSpPr>
          <p:nvPr>
            <p:ph type="body" idx="6"/>
          </p:nvPr>
        </p:nvSpPr>
        <p:spPr>
          <a:xfrm>
            <a:off x="2785881" y="4418646"/>
            <a:ext cx="1994775" cy="56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1" name="Google Shape;2391;p141"/>
          <p:cNvSpPr txBox="1">
            <a:spLocks noGrp="1"/>
          </p:cNvSpPr>
          <p:nvPr>
            <p:ph type="body" idx="7"/>
          </p:nvPr>
        </p:nvSpPr>
        <p:spPr>
          <a:xfrm>
            <a:off x="5095200" y="3938106"/>
            <a:ext cx="2001599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2" name="Google Shape;2392;p141"/>
          <p:cNvSpPr txBox="1">
            <a:spLocks noGrp="1"/>
          </p:cNvSpPr>
          <p:nvPr>
            <p:ph type="body" idx="8"/>
          </p:nvPr>
        </p:nvSpPr>
        <p:spPr>
          <a:xfrm>
            <a:off x="5095200" y="4418646"/>
            <a:ext cx="2001599" cy="56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3" name="Google Shape;2393;p141"/>
          <p:cNvSpPr txBox="1">
            <a:spLocks noGrp="1"/>
          </p:cNvSpPr>
          <p:nvPr>
            <p:ph type="body" idx="9"/>
          </p:nvPr>
        </p:nvSpPr>
        <p:spPr>
          <a:xfrm>
            <a:off x="9720414" y="3938106"/>
            <a:ext cx="2001599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4" name="Google Shape;2394;p141"/>
          <p:cNvSpPr txBox="1">
            <a:spLocks noGrp="1"/>
          </p:cNvSpPr>
          <p:nvPr>
            <p:ph type="body" idx="13"/>
          </p:nvPr>
        </p:nvSpPr>
        <p:spPr>
          <a:xfrm>
            <a:off x="9720414" y="4418646"/>
            <a:ext cx="2001599" cy="56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5" name="Google Shape;2395;p141"/>
          <p:cNvSpPr>
            <a:spLocks noGrp="1"/>
          </p:cNvSpPr>
          <p:nvPr>
            <p:ph type="pic" idx="14"/>
          </p:nvPr>
        </p:nvSpPr>
        <p:spPr>
          <a:xfrm>
            <a:off x="3075880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396" name="Google Shape;2396;p141"/>
          <p:cNvSpPr>
            <a:spLocks noGrp="1"/>
          </p:cNvSpPr>
          <p:nvPr>
            <p:ph type="pic" idx="15"/>
          </p:nvPr>
        </p:nvSpPr>
        <p:spPr>
          <a:xfrm>
            <a:off x="5383388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397" name="Google Shape;2397;p141"/>
          <p:cNvSpPr>
            <a:spLocks noGrp="1"/>
          </p:cNvSpPr>
          <p:nvPr>
            <p:ph type="pic" idx="16"/>
          </p:nvPr>
        </p:nvSpPr>
        <p:spPr>
          <a:xfrm>
            <a:off x="7694308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398" name="Google Shape;2398;p141"/>
          <p:cNvSpPr>
            <a:spLocks noGrp="1"/>
          </p:cNvSpPr>
          <p:nvPr>
            <p:ph type="pic" idx="17"/>
          </p:nvPr>
        </p:nvSpPr>
        <p:spPr>
          <a:xfrm>
            <a:off x="10005227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399" name="Google Shape;2399;p141"/>
          <p:cNvSpPr>
            <a:spLocks noGrp="1"/>
          </p:cNvSpPr>
          <p:nvPr>
            <p:ph type="pic" idx="18"/>
          </p:nvPr>
        </p:nvSpPr>
        <p:spPr>
          <a:xfrm>
            <a:off x="768372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1 photo + title [Navy]">
  <p:cSld name="Speaker 1 photo + title [Navy]">
    <p:spTree>
      <p:nvGrpSpPr>
        <p:cNvPr id="1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p142"/>
          <p:cNvSpPr/>
          <p:nvPr/>
        </p:nvSpPr>
        <p:spPr>
          <a:xfrm>
            <a:off x="4196161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02" name="Google Shape;2402;p142"/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333882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3" name="Google Shape;2403;p142"/>
          <p:cNvSpPr/>
          <p:nvPr/>
        </p:nvSpPr>
        <p:spPr>
          <a:xfrm>
            <a:off x="1692187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04" name="Google Shape;2404;p142"/>
          <p:cNvSpPr txBox="1">
            <a:spLocks noGrp="1"/>
          </p:cNvSpPr>
          <p:nvPr>
            <p:ph type="body" idx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5" name="Google Shape;2405;p142"/>
          <p:cNvSpPr txBox="1">
            <a:spLocks noGrp="1"/>
          </p:cNvSpPr>
          <p:nvPr>
            <p:ph type="body" idx="2"/>
          </p:nvPr>
        </p:nvSpPr>
        <p:spPr>
          <a:xfrm>
            <a:off x="1702871" y="5273641"/>
            <a:ext cx="2890618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6" name="Google Shape;2406;p142"/>
          <p:cNvSpPr txBox="1">
            <a:spLocks noGrp="1"/>
          </p:cNvSpPr>
          <p:nvPr>
            <p:ph type="body" idx="3"/>
          </p:nvPr>
        </p:nvSpPr>
        <p:spPr>
          <a:xfrm>
            <a:off x="1703666" y="5737681"/>
            <a:ext cx="2885629" cy="42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7" name="Google Shape;2407;p142"/>
          <p:cNvSpPr txBox="1">
            <a:spLocks noGrp="1"/>
          </p:cNvSpPr>
          <p:nvPr>
            <p:ph type="body" idx="4"/>
          </p:nvPr>
        </p:nvSpPr>
        <p:spPr>
          <a:xfrm>
            <a:off x="6486559" y="2637775"/>
            <a:ext cx="5262529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Century Gothic"/>
              <a:buNone/>
              <a:defRPr sz="17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8" name="Google Shape;2408;p142"/>
          <p:cNvSpPr txBox="1">
            <a:spLocks noGrp="1"/>
          </p:cNvSpPr>
          <p:nvPr>
            <p:ph type="body" idx="5"/>
          </p:nvPr>
        </p:nvSpPr>
        <p:spPr>
          <a:xfrm>
            <a:off x="6476935" y="3088412"/>
            <a:ext cx="5272153" cy="151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9" name="Google Shape;2409;p142"/>
          <p:cNvSpPr>
            <a:spLocks noGrp="1"/>
          </p:cNvSpPr>
          <p:nvPr>
            <p:ph type="pic" idx="6"/>
          </p:nvPr>
        </p:nvSpPr>
        <p:spPr>
          <a:xfrm>
            <a:off x="1925085" y="2291477"/>
            <a:ext cx="2658074" cy="2657902"/>
          </a:xfrm>
          <a:prstGeom prst="roundRect">
            <a:avLst>
              <a:gd name="adj" fmla="val 10169"/>
            </a:avLst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2 photo + title [Navy]">
  <p:cSld name="Speaker 2 photo + title [Navy]">
    <p:spTree>
      <p:nvGrpSpPr>
        <p:cNvPr id="1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p143"/>
          <p:cNvSpPr/>
          <p:nvPr/>
        </p:nvSpPr>
        <p:spPr>
          <a:xfrm>
            <a:off x="4027707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12" name="Google Shape;2412;p143"/>
          <p:cNvSpPr/>
          <p:nvPr/>
        </p:nvSpPr>
        <p:spPr>
          <a:xfrm>
            <a:off x="10136274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13" name="Google Shape;2413;p143"/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4" name="Google Shape;2414;p143"/>
          <p:cNvSpPr/>
          <p:nvPr/>
        </p:nvSpPr>
        <p:spPr>
          <a:xfrm>
            <a:off x="1523734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15" name="Google Shape;2415;p143"/>
          <p:cNvSpPr txBox="1">
            <a:spLocks noGrp="1"/>
          </p:cNvSpPr>
          <p:nvPr>
            <p:ph type="body" idx="1"/>
          </p:nvPr>
        </p:nvSpPr>
        <p:spPr>
          <a:xfrm>
            <a:off x="1535213" y="5737681"/>
            <a:ext cx="2885629" cy="42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6" name="Google Shape;2416;p143"/>
          <p:cNvSpPr/>
          <p:nvPr/>
        </p:nvSpPr>
        <p:spPr>
          <a:xfrm>
            <a:off x="7632300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17" name="Google Shape;2417;p143"/>
          <p:cNvSpPr txBox="1">
            <a:spLocks noGrp="1"/>
          </p:cNvSpPr>
          <p:nvPr>
            <p:ph type="body" idx="2"/>
          </p:nvPr>
        </p:nvSpPr>
        <p:spPr>
          <a:xfrm>
            <a:off x="7643779" y="5737681"/>
            <a:ext cx="2885629" cy="42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8" name="Google Shape;2418;p143"/>
          <p:cNvSpPr txBox="1">
            <a:spLocks noGrp="1"/>
          </p:cNvSpPr>
          <p:nvPr>
            <p:ph type="body" idx="3"/>
          </p:nvPr>
        </p:nvSpPr>
        <p:spPr>
          <a:xfrm>
            <a:off x="370705" y="883466"/>
            <a:ext cx="9274665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9" name="Google Shape;2419;p143"/>
          <p:cNvSpPr txBox="1">
            <a:spLocks noGrp="1"/>
          </p:cNvSpPr>
          <p:nvPr>
            <p:ph type="body" idx="4"/>
          </p:nvPr>
        </p:nvSpPr>
        <p:spPr>
          <a:xfrm>
            <a:off x="1534417" y="5273641"/>
            <a:ext cx="2890618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0" name="Google Shape;2420;p143"/>
          <p:cNvSpPr txBox="1">
            <a:spLocks noGrp="1"/>
          </p:cNvSpPr>
          <p:nvPr>
            <p:ph type="body" idx="5"/>
          </p:nvPr>
        </p:nvSpPr>
        <p:spPr>
          <a:xfrm>
            <a:off x="7642983" y="5273641"/>
            <a:ext cx="2890618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1" name="Google Shape;2421;p143"/>
          <p:cNvSpPr>
            <a:spLocks noGrp="1"/>
          </p:cNvSpPr>
          <p:nvPr>
            <p:ph type="pic" idx="6"/>
          </p:nvPr>
        </p:nvSpPr>
        <p:spPr>
          <a:xfrm>
            <a:off x="7872645" y="2291477"/>
            <a:ext cx="2658074" cy="2657902"/>
          </a:xfrm>
          <a:prstGeom prst="roundRect">
            <a:avLst>
              <a:gd name="adj" fmla="val 9786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422" name="Google Shape;2422;p143"/>
          <p:cNvSpPr>
            <a:spLocks noGrp="1"/>
          </p:cNvSpPr>
          <p:nvPr>
            <p:ph type="pic" idx="7"/>
          </p:nvPr>
        </p:nvSpPr>
        <p:spPr>
          <a:xfrm>
            <a:off x="1756631" y="2291477"/>
            <a:ext cx="2658074" cy="2657902"/>
          </a:xfrm>
          <a:prstGeom prst="roundRect">
            <a:avLst>
              <a:gd name="adj" fmla="val 9786"/>
            </a:avLst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3 photo + title [Navy]">
  <p:cSld name="Speaker 3 photo + title [Navy]">
    <p:spTree>
      <p:nvGrpSpPr>
        <p:cNvPr id="1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p144"/>
          <p:cNvSpPr/>
          <p:nvPr/>
        </p:nvSpPr>
        <p:spPr>
          <a:xfrm>
            <a:off x="4534959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5" name="Google Shape;2425;p144"/>
          <p:cNvSpPr/>
          <p:nvPr/>
        </p:nvSpPr>
        <p:spPr>
          <a:xfrm>
            <a:off x="8259510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6" name="Google Shape;2426;p144"/>
          <p:cNvSpPr/>
          <p:nvPr/>
        </p:nvSpPr>
        <p:spPr>
          <a:xfrm>
            <a:off x="804238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7" name="Google Shape;2427;p144"/>
          <p:cNvSpPr/>
          <p:nvPr/>
        </p:nvSpPr>
        <p:spPr>
          <a:xfrm>
            <a:off x="3233572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8" name="Google Shape;2428;p144"/>
          <p:cNvSpPr/>
          <p:nvPr/>
        </p:nvSpPr>
        <p:spPr>
          <a:xfrm>
            <a:off x="6876366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9" name="Google Shape;2429;p144"/>
          <p:cNvSpPr/>
          <p:nvPr/>
        </p:nvSpPr>
        <p:spPr>
          <a:xfrm>
            <a:off x="10502697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30" name="Google Shape;2430;p144"/>
          <p:cNvSpPr txBox="1">
            <a:spLocks noGrp="1"/>
          </p:cNvSpPr>
          <p:nvPr>
            <p:ph type="body" idx="1"/>
          </p:nvPr>
        </p:nvSpPr>
        <p:spPr>
          <a:xfrm>
            <a:off x="747826" y="5273641"/>
            <a:ext cx="2890618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1" name="Google Shape;2431;p144"/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2" name="Google Shape;2432;p144"/>
          <p:cNvSpPr txBox="1">
            <a:spLocks noGrp="1"/>
          </p:cNvSpPr>
          <p:nvPr>
            <p:ph type="body" idx="2"/>
          </p:nvPr>
        </p:nvSpPr>
        <p:spPr>
          <a:xfrm>
            <a:off x="4383871" y="5737681"/>
            <a:ext cx="2885629" cy="42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3" name="Google Shape;2433;p144"/>
          <p:cNvSpPr txBox="1">
            <a:spLocks noGrp="1"/>
          </p:cNvSpPr>
          <p:nvPr>
            <p:ph type="body" idx="3"/>
          </p:nvPr>
        </p:nvSpPr>
        <p:spPr>
          <a:xfrm>
            <a:off x="370705" y="883466"/>
            <a:ext cx="9274665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4" name="Google Shape;2434;p144"/>
          <p:cNvSpPr txBox="1">
            <a:spLocks noGrp="1"/>
          </p:cNvSpPr>
          <p:nvPr>
            <p:ph type="body" idx="4"/>
          </p:nvPr>
        </p:nvSpPr>
        <p:spPr>
          <a:xfrm>
            <a:off x="4381979" y="5273641"/>
            <a:ext cx="2890618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5" name="Google Shape;2435;p144"/>
          <p:cNvSpPr txBox="1">
            <a:spLocks noGrp="1"/>
          </p:cNvSpPr>
          <p:nvPr>
            <p:ph type="body" idx="5"/>
          </p:nvPr>
        </p:nvSpPr>
        <p:spPr>
          <a:xfrm>
            <a:off x="749718" y="5737681"/>
            <a:ext cx="2885629" cy="42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6" name="Google Shape;2436;p144"/>
          <p:cNvSpPr txBox="1">
            <a:spLocks noGrp="1"/>
          </p:cNvSpPr>
          <p:nvPr>
            <p:ph type="body" idx="6"/>
          </p:nvPr>
        </p:nvSpPr>
        <p:spPr>
          <a:xfrm>
            <a:off x="8011326" y="5737681"/>
            <a:ext cx="2885629" cy="42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7" name="Google Shape;2437;p144"/>
          <p:cNvSpPr txBox="1">
            <a:spLocks noGrp="1"/>
          </p:cNvSpPr>
          <p:nvPr>
            <p:ph type="body" idx="7"/>
          </p:nvPr>
        </p:nvSpPr>
        <p:spPr>
          <a:xfrm>
            <a:off x="8009434" y="5273641"/>
            <a:ext cx="2890618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8" name="Google Shape;2438;p144"/>
          <p:cNvSpPr>
            <a:spLocks noGrp="1"/>
          </p:cNvSpPr>
          <p:nvPr>
            <p:ph type="pic" idx="8"/>
          </p:nvPr>
        </p:nvSpPr>
        <p:spPr>
          <a:xfrm>
            <a:off x="4760050" y="2291477"/>
            <a:ext cx="2658074" cy="2657902"/>
          </a:xfrm>
          <a:prstGeom prst="roundRect">
            <a:avLst>
              <a:gd name="adj" fmla="val 10278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439" name="Google Shape;2439;p144"/>
          <p:cNvSpPr>
            <a:spLocks noGrp="1"/>
          </p:cNvSpPr>
          <p:nvPr>
            <p:ph type="pic" idx="9"/>
          </p:nvPr>
        </p:nvSpPr>
        <p:spPr>
          <a:xfrm>
            <a:off x="8496790" y="2291477"/>
            <a:ext cx="2658074" cy="2657902"/>
          </a:xfrm>
          <a:prstGeom prst="roundRect">
            <a:avLst>
              <a:gd name="adj" fmla="val 10278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440" name="Google Shape;2440;p144"/>
          <p:cNvSpPr>
            <a:spLocks noGrp="1"/>
          </p:cNvSpPr>
          <p:nvPr>
            <p:ph type="pic" idx="13"/>
          </p:nvPr>
        </p:nvSpPr>
        <p:spPr>
          <a:xfrm>
            <a:off x="1037136" y="2291477"/>
            <a:ext cx="2658074" cy="2657902"/>
          </a:xfrm>
          <a:prstGeom prst="roundRect">
            <a:avLst>
              <a:gd name="adj" fmla="val 10278"/>
            </a:avLst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4 photo + title [Navy]">
  <p:cSld name="Speaker 4 photo + title [Navy]">
    <p:spTree>
      <p:nvGrpSpPr>
        <p:cNvPr id="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p145"/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3" name="Google Shape;2443;p145"/>
          <p:cNvSpPr txBox="1">
            <a:spLocks noGrp="1"/>
          </p:cNvSpPr>
          <p:nvPr>
            <p:ph type="body" idx="1"/>
          </p:nvPr>
        </p:nvSpPr>
        <p:spPr>
          <a:xfrm>
            <a:off x="396795" y="5186197"/>
            <a:ext cx="2521734" cy="36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4" name="Google Shape;2444;p145"/>
          <p:cNvSpPr txBox="1">
            <a:spLocks noGrp="1"/>
          </p:cNvSpPr>
          <p:nvPr>
            <p:ph type="body" idx="2"/>
          </p:nvPr>
        </p:nvSpPr>
        <p:spPr>
          <a:xfrm>
            <a:off x="3351644" y="5186197"/>
            <a:ext cx="2521734" cy="36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5" name="Google Shape;2445;p145"/>
          <p:cNvSpPr txBox="1">
            <a:spLocks noGrp="1"/>
          </p:cNvSpPr>
          <p:nvPr>
            <p:ph type="body" idx="3"/>
          </p:nvPr>
        </p:nvSpPr>
        <p:spPr>
          <a:xfrm>
            <a:off x="6331812" y="5186197"/>
            <a:ext cx="2521734" cy="36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6" name="Google Shape;2446;p145"/>
          <p:cNvSpPr txBox="1">
            <a:spLocks noGrp="1"/>
          </p:cNvSpPr>
          <p:nvPr>
            <p:ph type="body" idx="4"/>
          </p:nvPr>
        </p:nvSpPr>
        <p:spPr>
          <a:xfrm>
            <a:off x="9276336" y="5186197"/>
            <a:ext cx="2521734" cy="36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7" name="Google Shape;2447;p145"/>
          <p:cNvSpPr txBox="1">
            <a:spLocks noGrp="1"/>
          </p:cNvSpPr>
          <p:nvPr>
            <p:ph type="body" idx="5"/>
          </p:nvPr>
        </p:nvSpPr>
        <p:spPr>
          <a:xfrm>
            <a:off x="370705" y="883466"/>
            <a:ext cx="9274665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8" name="Google Shape;2448;p145"/>
          <p:cNvSpPr txBox="1">
            <a:spLocks noGrp="1"/>
          </p:cNvSpPr>
          <p:nvPr>
            <p:ph type="body" idx="6"/>
          </p:nvPr>
        </p:nvSpPr>
        <p:spPr>
          <a:xfrm>
            <a:off x="396000" y="4750920"/>
            <a:ext cx="2526092" cy="334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9" name="Google Shape;2449;p145"/>
          <p:cNvSpPr txBox="1">
            <a:spLocks noGrp="1"/>
          </p:cNvSpPr>
          <p:nvPr>
            <p:ph type="body" idx="7"/>
          </p:nvPr>
        </p:nvSpPr>
        <p:spPr>
          <a:xfrm>
            <a:off x="3350849" y="4750920"/>
            <a:ext cx="2526092" cy="334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0" name="Google Shape;2450;p145"/>
          <p:cNvSpPr txBox="1">
            <a:spLocks noGrp="1"/>
          </p:cNvSpPr>
          <p:nvPr>
            <p:ph type="body" idx="8"/>
          </p:nvPr>
        </p:nvSpPr>
        <p:spPr>
          <a:xfrm>
            <a:off x="6331017" y="4750920"/>
            <a:ext cx="2526092" cy="334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1" name="Google Shape;2451;p145"/>
          <p:cNvSpPr txBox="1">
            <a:spLocks noGrp="1"/>
          </p:cNvSpPr>
          <p:nvPr>
            <p:ph type="body" idx="9"/>
          </p:nvPr>
        </p:nvSpPr>
        <p:spPr>
          <a:xfrm>
            <a:off x="9275541" y="4750920"/>
            <a:ext cx="2526092" cy="334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2" name="Google Shape;2452;p145"/>
          <p:cNvSpPr/>
          <p:nvPr/>
        </p:nvSpPr>
        <p:spPr>
          <a:xfrm>
            <a:off x="3394676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53" name="Google Shape;2453;p145"/>
          <p:cNvSpPr/>
          <p:nvPr/>
        </p:nvSpPr>
        <p:spPr>
          <a:xfrm>
            <a:off x="6410335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54" name="Google Shape;2454;p145"/>
          <p:cNvSpPr/>
          <p:nvPr/>
        </p:nvSpPr>
        <p:spPr>
          <a:xfrm>
            <a:off x="9425997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55" name="Google Shape;2455;p145"/>
          <p:cNvSpPr/>
          <p:nvPr/>
        </p:nvSpPr>
        <p:spPr>
          <a:xfrm>
            <a:off x="5281921" y="2062716"/>
            <a:ext cx="548985" cy="54894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56" name="Google Shape;2456;p145"/>
          <p:cNvSpPr/>
          <p:nvPr/>
        </p:nvSpPr>
        <p:spPr>
          <a:xfrm>
            <a:off x="8297581" y="2062716"/>
            <a:ext cx="548985" cy="54894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57" name="Google Shape;2457;p145"/>
          <p:cNvSpPr/>
          <p:nvPr/>
        </p:nvSpPr>
        <p:spPr>
          <a:xfrm>
            <a:off x="11313242" y="2062716"/>
            <a:ext cx="548985" cy="54894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58" name="Google Shape;2458;p145"/>
          <p:cNvSpPr>
            <a:spLocks noGrp="1"/>
          </p:cNvSpPr>
          <p:nvPr>
            <p:ph type="pic" idx="13"/>
          </p:nvPr>
        </p:nvSpPr>
        <p:spPr>
          <a:xfrm>
            <a:off x="3635734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459" name="Google Shape;2459;p145"/>
          <p:cNvSpPr>
            <a:spLocks noGrp="1"/>
          </p:cNvSpPr>
          <p:nvPr>
            <p:ph type="pic" idx="14"/>
          </p:nvPr>
        </p:nvSpPr>
        <p:spPr>
          <a:xfrm>
            <a:off x="6653254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460" name="Google Shape;2460;p145"/>
          <p:cNvSpPr>
            <a:spLocks noGrp="1"/>
          </p:cNvSpPr>
          <p:nvPr>
            <p:ph type="pic" idx="15"/>
          </p:nvPr>
        </p:nvSpPr>
        <p:spPr>
          <a:xfrm>
            <a:off x="9657711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461" name="Google Shape;2461;p145"/>
          <p:cNvSpPr/>
          <p:nvPr/>
        </p:nvSpPr>
        <p:spPr>
          <a:xfrm>
            <a:off x="385316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62" name="Google Shape;2462;p145"/>
          <p:cNvSpPr/>
          <p:nvPr/>
        </p:nvSpPr>
        <p:spPr>
          <a:xfrm>
            <a:off x="2272561" y="2062716"/>
            <a:ext cx="548985" cy="54894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63" name="Google Shape;2463;p145"/>
          <p:cNvSpPr>
            <a:spLocks noGrp="1"/>
          </p:cNvSpPr>
          <p:nvPr>
            <p:ph type="pic" idx="16"/>
          </p:nvPr>
        </p:nvSpPr>
        <p:spPr>
          <a:xfrm>
            <a:off x="618214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s 2 [Navy]">
  <p:cSld name="Columns 2 [Navy]">
    <p:spTree>
      <p:nvGrpSpPr>
        <p:cNvPr id="1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p146"/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6" name="Google Shape;2466;p146"/>
          <p:cNvSpPr txBox="1">
            <a:spLocks noGrp="1"/>
          </p:cNvSpPr>
          <p:nvPr>
            <p:ph type="body" idx="1"/>
          </p:nvPr>
        </p:nvSpPr>
        <p:spPr>
          <a:xfrm>
            <a:off x="370706" y="3071171"/>
            <a:ext cx="5341491" cy="318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7" name="Google Shape;2467;p146"/>
          <p:cNvSpPr txBox="1">
            <a:spLocks noGrp="1"/>
          </p:cNvSpPr>
          <p:nvPr>
            <p:ph type="body" idx="2"/>
          </p:nvPr>
        </p:nvSpPr>
        <p:spPr>
          <a:xfrm>
            <a:off x="6476935" y="3071171"/>
            <a:ext cx="5341491" cy="318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8" name="Google Shape;2468;p146"/>
          <p:cNvSpPr txBox="1">
            <a:spLocks noGrp="1"/>
          </p:cNvSpPr>
          <p:nvPr>
            <p:ph type="body" idx="3"/>
          </p:nvPr>
        </p:nvSpPr>
        <p:spPr>
          <a:xfrm>
            <a:off x="370705" y="883466"/>
            <a:ext cx="9274665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s 3 [Navy]">
  <p:cSld name="Columns 3 [Navy]">
    <p:spTree>
      <p:nvGrpSpPr>
        <p:cNvPr id="1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p147"/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1" name="Google Shape;2471;p147"/>
          <p:cNvSpPr txBox="1">
            <a:spLocks noGrp="1"/>
          </p:cNvSpPr>
          <p:nvPr>
            <p:ph type="body" idx="1"/>
          </p:nvPr>
        </p:nvSpPr>
        <p:spPr>
          <a:xfrm>
            <a:off x="370705" y="3071171"/>
            <a:ext cx="3429223" cy="319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2" name="Google Shape;2472;p147"/>
          <p:cNvSpPr txBox="1">
            <a:spLocks noGrp="1"/>
          </p:cNvSpPr>
          <p:nvPr>
            <p:ph type="body" idx="2"/>
          </p:nvPr>
        </p:nvSpPr>
        <p:spPr>
          <a:xfrm>
            <a:off x="8384258" y="3071171"/>
            <a:ext cx="3429223" cy="319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3" name="Google Shape;2473;p147"/>
          <p:cNvSpPr txBox="1">
            <a:spLocks noGrp="1"/>
          </p:cNvSpPr>
          <p:nvPr>
            <p:ph type="body" idx="3"/>
          </p:nvPr>
        </p:nvSpPr>
        <p:spPr>
          <a:xfrm>
            <a:off x="4377482" y="3071171"/>
            <a:ext cx="3429223" cy="319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4" name="Google Shape;2474;p147"/>
          <p:cNvSpPr txBox="1">
            <a:spLocks noGrp="1"/>
          </p:cNvSpPr>
          <p:nvPr>
            <p:ph type="body" idx="4"/>
          </p:nvPr>
        </p:nvSpPr>
        <p:spPr>
          <a:xfrm>
            <a:off x="370705" y="883466"/>
            <a:ext cx="9274665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s 4 [Navy]">
  <p:cSld name="Columns 4 [Navy]"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148"/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7" name="Google Shape;2477;p148"/>
          <p:cNvSpPr txBox="1">
            <a:spLocks noGrp="1"/>
          </p:cNvSpPr>
          <p:nvPr>
            <p:ph type="body" idx="1"/>
          </p:nvPr>
        </p:nvSpPr>
        <p:spPr>
          <a:xfrm>
            <a:off x="370705" y="3071171"/>
            <a:ext cx="2565167" cy="313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8" name="Google Shape;2478;p148"/>
          <p:cNvSpPr txBox="1">
            <a:spLocks noGrp="1"/>
          </p:cNvSpPr>
          <p:nvPr>
            <p:ph type="body" idx="2"/>
          </p:nvPr>
        </p:nvSpPr>
        <p:spPr>
          <a:xfrm>
            <a:off x="9250588" y="3071171"/>
            <a:ext cx="2565167" cy="313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9" name="Google Shape;2479;p148"/>
          <p:cNvSpPr txBox="1">
            <a:spLocks noGrp="1"/>
          </p:cNvSpPr>
          <p:nvPr>
            <p:ph type="body" idx="3"/>
          </p:nvPr>
        </p:nvSpPr>
        <p:spPr>
          <a:xfrm>
            <a:off x="3330666" y="3071171"/>
            <a:ext cx="2565167" cy="313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0" name="Google Shape;2480;p148"/>
          <p:cNvSpPr txBox="1">
            <a:spLocks noGrp="1"/>
          </p:cNvSpPr>
          <p:nvPr>
            <p:ph type="body" idx="4"/>
          </p:nvPr>
        </p:nvSpPr>
        <p:spPr>
          <a:xfrm>
            <a:off x="6290627" y="3071171"/>
            <a:ext cx="2565167" cy="313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1" name="Google Shape;2481;p148"/>
          <p:cNvSpPr txBox="1">
            <a:spLocks noGrp="1"/>
          </p:cNvSpPr>
          <p:nvPr>
            <p:ph type="body" idx="5"/>
          </p:nvPr>
        </p:nvSpPr>
        <p:spPr>
          <a:xfrm>
            <a:off x="370705" y="883466"/>
            <a:ext cx="9274665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es 2 [Navy]">
  <p:cSld name="Boxes 2 [Navy]">
    <p:spTree>
      <p:nvGrpSpPr>
        <p:cNvPr id="1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p149"/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4" name="Google Shape;2484;p149"/>
          <p:cNvSpPr txBox="1">
            <a:spLocks noGrp="1"/>
          </p:cNvSpPr>
          <p:nvPr>
            <p:ph type="body" idx="1"/>
          </p:nvPr>
        </p:nvSpPr>
        <p:spPr>
          <a:xfrm>
            <a:off x="764550" y="3232870"/>
            <a:ext cx="4547978" cy="2391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5" name="Google Shape;2485;p149"/>
          <p:cNvSpPr txBox="1">
            <a:spLocks noGrp="1"/>
          </p:cNvSpPr>
          <p:nvPr>
            <p:ph type="body" idx="2"/>
          </p:nvPr>
        </p:nvSpPr>
        <p:spPr>
          <a:xfrm>
            <a:off x="6858522" y="3232870"/>
            <a:ext cx="4547978" cy="2391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6" name="Google Shape;2486;p149"/>
          <p:cNvSpPr txBox="1">
            <a:spLocks noGrp="1"/>
          </p:cNvSpPr>
          <p:nvPr>
            <p:ph type="body" idx="3"/>
          </p:nvPr>
        </p:nvSpPr>
        <p:spPr>
          <a:xfrm>
            <a:off x="370705" y="883466"/>
            <a:ext cx="9274665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es 3 [Navy]">
  <p:cSld name="Boxes 3 [Navy]"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150"/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9" name="Google Shape;2489;p150"/>
          <p:cNvSpPr txBox="1">
            <a:spLocks noGrp="1"/>
          </p:cNvSpPr>
          <p:nvPr>
            <p:ph type="body" idx="1"/>
          </p:nvPr>
        </p:nvSpPr>
        <p:spPr>
          <a:xfrm>
            <a:off x="754188" y="3360309"/>
            <a:ext cx="2667660" cy="2290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0" name="Google Shape;2490;p150"/>
          <p:cNvSpPr txBox="1">
            <a:spLocks noGrp="1"/>
          </p:cNvSpPr>
          <p:nvPr>
            <p:ph type="body" idx="2"/>
          </p:nvPr>
        </p:nvSpPr>
        <p:spPr>
          <a:xfrm>
            <a:off x="4751178" y="3360309"/>
            <a:ext cx="2667660" cy="2290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1" name="Google Shape;2491;p150"/>
          <p:cNvSpPr txBox="1">
            <a:spLocks noGrp="1"/>
          </p:cNvSpPr>
          <p:nvPr>
            <p:ph type="body" idx="3"/>
          </p:nvPr>
        </p:nvSpPr>
        <p:spPr>
          <a:xfrm>
            <a:off x="8762632" y="3360309"/>
            <a:ext cx="2667660" cy="2290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2" name="Google Shape;2492;p150"/>
          <p:cNvSpPr txBox="1">
            <a:spLocks noGrp="1"/>
          </p:cNvSpPr>
          <p:nvPr>
            <p:ph type="body" idx="4"/>
          </p:nvPr>
        </p:nvSpPr>
        <p:spPr>
          <a:xfrm>
            <a:off x="370705" y="883466"/>
            <a:ext cx="9274665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es 4 [Navy]">
  <p:cSld name="Boxes 4 [Navy]">
    <p:spTree>
      <p:nvGrpSpPr>
        <p:cNvPr id="1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Google Shape;2494;p151"/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5" name="Google Shape;2495;p151"/>
          <p:cNvSpPr txBox="1">
            <a:spLocks noGrp="1"/>
          </p:cNvSpPr>
          <p:nvPr>
            <p:ph type="body" idx="1"/>
          </p:nvPr>
        </p:nvSpPr>
        <p:spPr>
          <a:xfrm>
            <a:off x="728175" y="3429000"/>
            <a:ext cx="1923757" cy="273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6" name="Google Shape;2496;p151"/>
          <p:cNvSpPr txBox="1">
            <a:spLocks noGrp="1"/>
          </p:cNvSpPr>
          <p:nvPr>
            <p:ph type="body" idx="2"/>
          </p:nvPr>
        </p:nvSpPr>
        <p:spPr>
          <a:xfrm>
            <a:off x="9624494" y="3429000"/>
            <a:ext cx="1923757" cy="273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7" name="Google Shape;2497;p151"/>
          <p:cNvSpPr txBox="1">
            <a:spLocks noGrp="1"/>
          </p:cNvSpPr>
          <p:nvPr>
            <p:ph type="body" idx="3"/>
          </p:nvPr>
        </p:nvSpPr>
        <p:spPr>
          <a:xfrm>
            <a:off x="6635967" y="3429000"/>
            <a:ext cx="1923757" cy="273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8" name="Google Shape;2498;p151"/>
          <p:cNvSpPr txBox="1">
            <a:spLocks noGrp="1"/>
          </p:cNvSpPr>
          <p:nvPr>
            <p:ph type="body" idx="4"/>
          </p:nvPr>
        </p:nvSpPr>
        <p:spPr>
          <a:xfrm>
            <a:off x="3680228" y="3429000"/>
            <a:ext cx="1923757" cy="273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9" name="Google Shape;2499;p151"/>
          <p:cNvSpPr txBox="1">
            <a:spLocks noGrp="1"/>
          </p:cNvSpPr>
          <p:nvPr>
            <p:ph type="body" idx="5"/>
          </p:nvPr>
        </p:nvSpPr>
        <p:spPr>
          <a:xfrm>
            <a:off x="370705" y="883466"/>
            <a:ext cx="9274665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+ Content 1 [Navy]">
  <p:cSld name="Photo + Content 1 [Navy]">
    <p:spTree>
      <p:nvGrpSpPr>
        <p:cNvPr id="1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152"/>
          <p:cNvSpPr txBox="1">
            <a:spLocks noGrp="1"/>
          </p:cNvSpPr>
          <p:nvPr>
            <p:ph type="title"/>
          </p:nvPr>
        </p:nvSpPr>
        <p:spPr>
          <a:xfrm>
            <a:off x="370820" y="386557"/>
            <a:ext cx="745428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2" name="Google Shape;2502;p152"/>
          <p:cNvSpPr>
            <a:spLocks noGrp="1"/>
          </p:cNvSpPr>
          <p:nvPr>
            <p:ph type="pic" idx="2"/>
          </p:nvPr>
        </p:nvSpPr>
        <p:spPr>
          <a:xfrm flipH="1">
            <a:off x="8392072" y="0"/>
            <a:ext cx="3799928" cy="6857777"/>
          </a:xfrm>
          <a:prstGeom prst="round1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503" name="Google Shape;2503;p152"/>
          <p:cNvSpPr txBox="1">
            <a:spLocks noGrp="1"/>
          </p:cNvSpPr>
          <p:nvPr>
            <p:ph type="body" idx="1"/>
          </p:nvPr>
        </p:nvSpPr>
        <p:spPr>
          <a:xfrm>
            <a:off x="370706" y="1920670"/>
            <a:ext cx="7453798" cy="4447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entury Gothic"/>
              <a:buChar char="§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entury Gothic"/>
              <a:buChar char="§"/>
              <a:defRPr sz="15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04" name="Google Shape;2504;p152"/>
          <p:cNvSpPr txBox="1">
            <a:spLocks noGrp="1"/>
          </p:cNvSpPr>
          <p:nvPr>
            <p:ph type="body" idx="3"/>
          </p:nvPr>
        </p:nvSpPr>
        <p:spPr>
          <a:xfrm>
            <a:off x="370706" y="883466"/>
            <a:ext cx="7454285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+ Content 2 [Navy]">
  <p:cSld name="Photo + Content 2 [Navy]">
    <p:spTree>
      <p:nvGrpSpPr>
        <p:cNvPr id="1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6" name="Google Shape;2506;p153"/>
          <p:cNvSpPr txBox="1">
            <a:spLocks noGrp="1"/>
          </p:cNvSpPr>
          <p:nvPr>
            <p:ph type="body" idx="1"/>
          </p:nvPr>
        </p:nvSpPr>
        <p:spPr>
          <a:xfrm>
            <a:off x="370706" y="1920670"/>
            <a:ext cx="5736011" cy="4447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entury Gothic"/>
              <a:buChar char="§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entury Gothic"/>
              <a:buChar char="§"/>
              <a:defRPr sz="15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07" name="Google Shape;2507;p153"/>
          <p:cNvSpPr>
            <a:spLocks noGrp="1"/>
          </p:cNvSpPr>
          <p:nvPr>
            <p:ph type="pic" idx="2"/>
          </p:nvPr>
        </p:nvSpPr>
        <p:spPr>
          <a:xfrm flipH="1">
            <a:off x="6455989" y="0"/>
            <a:ext cx="5736011" cy="6858000"/>
          </a:xfrm>
          <a:prstGeom prst="round1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508" name="Google Shape;2508;p153"/>
          <p:cNvSpPr txBox="1">
            <a:spLocks noGrp="1"/>
          </p:cNvSpPr>
          <p:nvPr>
            <p:ph type="title"/>
          </p:nvPr>
        </p:nvSpPr>
        <p:spPr>
          <a:xfrm>
            <a:off x="370820" y="386557"/>
            <a:ext cx="5725180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9" name="Google Shape;2509;p153"/>
          <p:cNvSpPr txBox="1">
            <a:spLocks noGrp="1"/>
          </p:cNvSpPr>
          <p:nvPr>
            <p:ph type="body" idx="3"/>
          </p:nvPr>
        </p:nvSpPr>
        <p:spPr>
          <a:xfrm>
            <a:off x="370706" y="883466"/>
            <a:ext cx="5725180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l Out 1 [Navy]">
  <p:cSld name="Call Out 1 [Navy]">
    <p:spTree>
      <p:nvGrpSpPr>
        <p:cNvPr id="1" name="Shape 2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1" name="Google Shape;2511;p154"/>
          <p:cNvSpPr>
            <a:spLocks noGrp="1"/>
          </p:cNvSpPr>
          <p:nvPr>
            <p:ph type="pic" idx="2"/>
          </p:nvPr>
        </p:nvSpPr>
        <p:spPr>
          <a:xfrm>
            <a:off x="8364288" y="-1"/>
            <a:ext cx="3827712" cy="422910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2" name="Google Shape;2512;p154"/>
          <p:cNvSpPr txBox="1">
            <a:spLocks noGrp="1"/>
          </p:cNvSpPr>
          <p:nvPr>
            <p:ph type="body" idx="1"/>
          </p:nvPr>
        </p:nvSpPr>
        <p:spPr>
          <a:xfrm>
            <a:off x="370705" y="2582556"/>
            <a:ext cx="3429223" cy="340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3" name="Google Shape;2513;p154"/>
          <p:cNvSpPr txBox="1">
            <a:spLocks noGrp="1"/>
          </p:cNvSpPr>
          <p:nvPr>
            <p:ph type="body" idx="3"/>
          </p:nvPr>
        </p:nvSpPr>
        <p:spPr>
          <a:xfrm>
            <a:off x="4377482" y="2582556"/>
            <a:ext cx="3429223" cy="340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4" name="Google Shape;2514;p154"/>
          <p:cNvSpPr txBox="1">
            <a:spLocks noGrp="1"/>
          </p:cNvSpPr>
          <p:nvPr>
            <p:ph type="title"/>
          </p:nvPr>
        </p:nvSpPr>
        <p:spPr>
          <a:xfrm>
            <a:off x="370820" y="386557"/>
            <a:ext cx="745428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5" name="Google Shape;2515;p154"/>
          <p:cNvSpPr/>
          <p:nvPr/>
        </p:nvSpPr>
        <p:spPr>
          <a:xfrm rot="10800000">
            <a:off x="8364288" y="4229100"/>
            <a:ext cx="3827712" cy="2628900"/>
          </a:xfrm>
          <a:prstGeom prst="round1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16" name="Google Shape;2516;p154"/>
          <p:cNvSpPr txBox="1">
            <a:spLocks noGrp="1"/>
          </p:cNvSpPr>
          <p:nvPr>
            <p:ph type="body" idx="4"/>
          </p:nvPr>
        </p:nvSpPr>
        <p:spPr>
          <a:xfrm>
            <a:off x="8778317" y="4615434"/>
            <a:ext cx="2978253" cy="1442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7" name="Google Shape;2517;p154"/>
          <p:cNvSpPr txBox="1">
            <a:spLocks noGrp="1"/>
          </p:cNvSpPr>
          <p:nvPr>
            <p:ph type="body" idx="5"/>
          </p:nvPr>
        </p:nvSpPr>
        <p:spPr>
          <a:xfrm>
            <a:off x="370706" y="883466"/>
            <a:ext cx="7454285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8" name="Google Shape;2518;p154"/>
          <p:cNvSpPr txBox="1"/>
          <p:nvPr/>
        </p:nvSpPr>
        <p:spPr>
          <a:xfrm>
            <a:off x="9495692" y="6471444"/>
            <a:ext cx="2325602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85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l Out 2 [Navy]">
  <p:cSld name="Call Out 2 [Navy]">
    <p:spTree>
      <p:nvGrpSpPr>
        <p:cNvPr id="1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p155"/>
          <p:cNvSpPr>
            <a:spLocks noGrp="1"/>
          </p:cNvSpPr>
          <p:nvPr>
            <p:ph type="pic" idx="2"/>
          </p:nvPr>
        </p:nvSpPr>
        <p:spPr>
          <a:xfrm>
            <a:off x="6455989" y="-1"/>
            <a:ext cx="5736011" cy="419100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21" name="Google Shape;2521;p155"/>
          <p:cNvSpPr/>
          <p:nvPr/>
        </p:nvSpPr>
        <p:spPr>
          <a:xfrm rot="10800000">
            <a:off x="6455989" y="4191000"/>
            <a:ext cx="5736011" cy="2666777"/>
          </a:xfrm>
          <a:prstGeom prst="round1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2" name="Google Shape;2522;p155"/>
          <p:cNvSpPr txBox="1"/>
          <p:nvPr/>
        </p:nvSpPr>
        <p:spPr>
          <a:xfrm>
            <a:off x="9671538" y="6471444"/>
            <a:ext cx="2149756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85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3" name="Google Shape;2523;p155"/>
          <p:cNvSpPr txBox="1">
            <a:spLocks noGrp="1"/>
          </p:cNvSpPr>
          <p:nvPr>
            <p:ph type="title"/>
          </p:nvPr>
        </p:nvSpPr>
        <p:spPr>
          <a:xfrm>
            <a:off x="370820" y="386557"/>
            <a:ext cx="5725180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4" name="Google Shape;2524;p155"/>
          <p:cNvSpPr txBox="1">
            <a:spLocks noGrp="1"/>
          </p:cNvSpPr>
          <p:nvPr>
            <p:ph type="body" idx="1"/>
          </p:nvPr>
        </p:nvSpPr>
        <p:spPr>
          <a:xfrm>
            <a:off x="370706" y="1920670"/>
            <a:ext cx="5365656" cy="4447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entury Gothic"/>
              <a:buChar char="§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entury Gothic"/>
              <a:buChar char="§"/>
              <a:defRPr sz="15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5" name="Google Shape;2525;p155"/>
          <p:cNvSpPr txBox="1">
            <a:spLocks noGrp="1"/>
          </p:cNvSpPr>
          <p:nvPr>
            <p:ph type="body" idx="3"/>
          </p:nvPr>
        </p:nvSpPr>
        <p:spPr>
          <a:xfrm>
            <a:off x="6901428" y="4577112"/>
            <a:ext cx="4561976" cy="1436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</a:defRPr>
            </a:lvl3pPr>
            <a:lvl4pPr marL="1828800" lvl="3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entury Gothic"/>
              <a:buChar char="§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entury Gothic"/>
              <a:buChar char="§"/>
              <a:defRPr sz="15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6" name="Google Shape;2526;p155"/>
          <p:cNvSpPr txBox="1">
            <a:spLocks noGrp="1"/>
          </p:cNvSpPr>
          <p:nvPr>
            <p:ph type="body" idx="4"/>
          </p:nvPr>
        </p:nvSpPr>
        <p:spPr>
          <a:xfrm>
            <a:off x="370706" y="883466"/>
            <a:ext cx="5725180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26">
          <p15:clr>
            <a:srgbClr val="FBAE40"/>
          </p15:clr>
        </p15:guide>
        <p15:guide id="2" pos="813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Bar 1 [Navy]">
  <p:cSld name="Side Bar 1 [Navy]">
    <p:spTree>
      <p:nvGrpSpPr>
        <p:cNvPr id="1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156"/>
          <p:cNvSpPr/>
          <p:nvPr/>
        </p:nvSpPr>
        <p:spPr>
          <a:xfrm>
            <a:off x="-399" y="223"/>
            <a:ext cx="3792390" cy="6857777"/>
          </a:xfrm>
          <a:prstGeom prst="round1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9" name="Google Shape;2529;p156"/>
          <p:cNvSpPr txBox="1">
            <a:spLocks noGrp="1"/>
          </p:cNvSpPr>
          <p:nvPr>
            <p:ph type="title"/>
          </p:nvPr>
        </p:nvSpPr>
        <p:spPr>
          <a:xfrm>
            <a:off x="370820" y="375444"/>
            <a:ext cx="3049259" cy="1156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0" name="Google Shape;2530;p156"/>
          <p:cNvSpPr txBox="1">
            <a:spLocks noGrp="1"/>
          </p:cNvSpPr>
          <p:nvPr>
            <p:ph type="body" idx="1"/>
          </p:nvPr>
        </p:nvSpPr>
        <p:spPr>
          <a:xfrm>
            <a:off x="370705" y="4696219"/>
            <a:ext cx="3049259" cy="160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1" name="Google Shape;2531;p156"/>
          <p:cNvSpPr txBox="1">
            <a:spLocks noGrp="1"/>
          </p:cNvSpPr>
          <p:nvPr>
            <p:ph type="body" idx="2"/>
          </p:nvPr>
        </p:nvSpPr>
        <p:spPr>
          <a:xfrm>
            <a:off x="4385405" y="1707745"/>
            <a:ext cx="7373326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Century Gothic"/>
              <a:buNone/>
              <a:defRPr sz="17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2" name="Google Shape;2532;p156"/>
          <p:cNvSpPr txBox="1">
            <a:spLocks noGrp="1"/>
          </p:cNvSpPr>
          <p:nvPr>
            <p:ph type="body" idx="3"/>
          </p:nvPr>
        </p:nvSpPr>
        <p:spPr>
          <a:xfrm>
            <a:off x="4385405" y="2194626"/>
            <a:ext cx="7373326" cy="4107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3" name="Google Shape;2533;p156"/>
          <p:cNvSpPr txBox="1">
            <a:spLocks noGrp="1"/>
          </p:cNvSpPr>
          <p:nvPr>
            <p:ph type="body" idx="4"/>
          </p:nvPr>
        </p:nvSpPr>
        <p:spPr>
          <a:xfrm>
            <a:off x="370705" y="4192403"/>
            <a:ext cx="3049259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Century Gothic"/>
              <a:buNone/>
              <a:defRPr sz="17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4" name="Google Shape;2534;p156"/>
          <p:cNvSpPr txBox="1"/>
          <p:nvPr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 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Fast. </a:t>
            </a: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Stay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Secure.</a:t>
            </a:r>
            <a:endParaRPr sz="10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Bar 2 [Navy]">
  <p:cSld name="Side Bar 2 [Navy]">
    <p:spTree>
      <p:nvGrpSpPr>
        <p:cNvPr id="1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Google Shape;2536;p157"/>
          <p:cNvSpPr/>
          <p:nvPr/>
        </p:nvSpPr>
        <p:spPr>
          <a:xfrm>
            <a:off x="-399" y="223"/>
            <a:ext cx="3792390" cy="6857777"/>
          </a:xfrm>
          <a:prstGeom prst="round1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37" name="Google Shape;2537;p157"/>
          <p:cNvSpPr>
            <a:spLocks noGrp="1"/>
          </p:cNvSpPr>
          <p:nvPr>
            <p:ph type="pic" idx="2"/>
          </p:nvPr>
        </p:nvSpPr>
        <p:spPr>
          <a:xfrm>
            <a:off x="3791297" y="3057379"/>
            <a:ext cx="8400703" cy="380062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38" name="Google Shape;2538;p157"/>
          <p:cNvSpPr txBox="1">
            <a:spLocks noGrp="1"/>
          </p:cNvSpPr>
          <p:nvPr>
            <p:ph type="title"/>
          </p:nvPr>
        </p:nvSpPr>
        <p:spPr>
          <a:xfrm>
            <a:off x="370820" y="375444"/>
            <a:ext cx="3049259" cy="1156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9" name="Google Shape;2539;p157"/>
          <p:cNvSpPr txBox="1">
            <a:spLocks noGrp="1"/>
          </p:cNvSpPr>
          <p:nvPr>
            <p:ph type="body" idx="1"/>
          </p:nvPr>
        </p:nvSpPr>
        <p:spPr>
          <a:xfrm>
            <a:off x="370705" y="4696219"/>
            <a:ext cx="3049259" cy="160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0" name="Google Shape;2540;p157"/>
          <p:cNvSpPr txBox="1">
            <a:spLocks noGrp="1"/>
          </p:cNvSpPr>
          <p:nvPr>
            <p:ph type="body" idx="3"/>
          </p:nvPr>
        </p:nvSpPr>
        <p:spPr>
          <a:xfrm>
            <a:off x="4385405" y="700825"/>
            <a:ext cx="3439098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Century Gothic"/>
              <a:buNone/>
              <a:defRPr sz="17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1" name="Google Shape;2541;p157"/>
          <p:cNvSpPr txBox="1">
            <a:spLocks noGrp="1"/>
          </p:cNvSpPr>
          <p:nvPr>
            <p:ph type="body" idx="4"/>
          </p:nvPr>
        </p:nvSpPr>
        <p:spPr>
          <a:xfrm>
            <a:off x="4385405" y="1187707"/>
            <a:ext cx="3439098" cy="160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2" name="Google Shape;2542;p157"/>
          <p:cNvSpPr txBox="1">
            <a:spLocks noGrp="1"/>
          </p:cNvSpPr>
          <p:nvPr>
            <p:ph type="body" idx="5"/>
          </p:nvPr>
        </p:nvSpPr>
        <p:spPr>
          <a:xfrm>
            <a:off x="8400105" y="700825"/>
            <a:ext cx="3439098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Century Gothic"/>
              <a:buNone/>
              <a:defRPr sz="17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3" name="Google Shape;2543;p157"/>
          <p:cNvSpPr txBox="1">
            <a:spLocks noGrp="1"/>
          </p:cNvSpPr>
          <p:nvPr>
            <p:ph type="body" idx="6"/>
          </p:nvPr>
        </p:nvSpPr>
        <p:spPr>
          <a:xfrm>
            <a:off x="8400105" y="1187707"/>
            <a:ext cx="3439098" cy="160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4" name="Google Shape;2544;p157"/>
          <p:cNvSpPr txBox="1">
            <a:spLocks noGrp="1"/>
          </p:cNvSpPr>
          <p:nvPr>
            <p:ph type="body" idx="7"/>
          </p:nvPr>
        </p:nvSpPr>
        <p:spPr>
          <a:xfrm>
            <a:off x="370705" y="4192403"/>
            <a:ext cx="3049259" cy="38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Century Gothic"/>
              <a:buNone/>
              <a:defRPr sz="17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5" name="Google Shape;2545;p157"/>
          <p:cNvSpPr txBox="1"/>
          <p:nvPr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 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Fast. </a:t>
            </a: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Stay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Secure.</a:t>
            </a:r>
            <a:endParaRPr sz="10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  <p15:guide id="2" pos="5502">
          <p15:clr>
            <a:srgbClr val="FBAE40"/>
          </p15:clr>
        </p15:guide>
        <p15:guide id="3" pos="10560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 1 [Navy]">
  <p:cSld name="Stats 1 [Navy]">
    <p:spTree>
      <p:nvGrpSpPr>
        <p:cNvPr id="1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Google Shape;2547;p158"/>
          <p:cNvSpPr/>
          <p:nvPr/>
        </p:nvSpPr>
        <p:spPr>
          <a:xfrm>
            <a:off x="0" y="0"/>
            <a:ext cx="3810248" cy="6858000"/>
          </a:xfrm>
          <a:prstGeom prst="round1Rect">
            <a:avLst>
              <a:gd name="adj" fmla="val 16667"/>
            </a:avLst>
          </a:prstGeom>
          <a:gradFill>
            <a:gsLst>
              <a:gs pos="0">
                <a:schemeClr val="dk2"/>
              </a:gs>
              <a:gs pos="68000">
                <a:schemeClr val="lt1"/>
              </a:gs>
              <a:gs pos="100000">
                <a:schemeClr val="accent5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48" name="Google Shape;2548;p158"/>
          <p:cNvSpPr txBox="1">
            <a:spLocks noGrp="1"/>
          </p:cNvSpPr>
          <p:nvPr>
            <p:ph type="body" idx="1"/>
          </p:nvPr>
        </p:nvSpPr>
        <p:spPr>
          <a:xfrm>
            <a:off x="375193" y="3457331"/>
            <a:ext cx="3060959" cy="2828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9" name="Google Shape;2549;p158"/>
          <p:cNvSpPr txBox="1">
            <a:spLocks noGrp="1"/>
          </p:cNvSpPr>
          <p:nvPr>
            <p:ph type="body" idx="2"/>
          </p:nvPr>
        </p:nvSpPr>
        <p:spPr>
          <a:xfrm>
            <a:off x="375193" y="2768275"/>
            <a:ext cx="3060959" cy="558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None/>
              <a:defRPr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0" name="Google Shape;2550;p158"/>
          <p:cNvSpPr txBox="1"/>
          <p:nvPr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 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Fast. </a:t>
            </a: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Stay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Secure.</a:t>
            </a:r>
            <a:endParaRPr sz="10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 2 [Navy]">
  <p:cSld name="Stats 2 [Navy]">
    <p:spTree>
      <p:nvGrpSpPr>
        <p:cNvPr id="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p159"/>
          <p:cNvSpPr/>
          <p:nvPr/>
        </p:nvSpPr>
        <p:spPr>
          <a:xfrm flipH="1">
            <a:off x="7622690" y="0"/>
            <a:ext cx="4569309" cy="3429000"/>
          </a:xfrm>
          <a:prstGeom prst="round1Rect">
            <a:avLst>
              <a:gd name="adj" fmla="val 16667"/>
            </a:avLst>
          </a:prstGeom>
          <a:gradFill>
            <a:gsLst>
              <a:gs pos="0">
                <a:schemeClr val="dk2"/>
              </a:gs>
              <a:gs pos="69000">
                <a:schemeClr val="lt1"/>
              </a:gs>
              <a:gs pos="100000">
                <a:schemeClr val="accent5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3" name="Google Shape;2553;p159"/>
          <p:cNvSpPr>
            <a:spLocks noGrp="1"/>
          </p:cNvSpPr>
          <p:nvPr>
            <p:ph type="pic" idx="2"/>
          </p:nvPr>
        </p:nvSpPr>
        <p:spPr>
          <a:xfrm>
            <a:off x="7622690" y="3429000"/>
            <a:ext cx="4569309" cy="342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54" name="Google Shape;2554;p159"/>
          <p:cNvSpPr/>
          <p:nvPr/>
        </p:nvSpPr>
        <p:spPr>
          <a:xfrm>
            <a:off x="11371264" y="386557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5" name="Google Shape;2555;p159"/>
          <p:cNvSpPr txBox="1">
            <a:spLocks noGrp="1"/>
          </p:cNvSpPr>
          <p:nvPr>
            <p:ph type="body" idx="1"/>
          </p:nvPr>
        </p:nvSpPr>
        <p:spPr>
          <a:xfrm>
            <a:off x="370705" y="2582556"/>
            <a:ext cx="3053585" cy="340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</a:defRPr>
            </a:lvl3pPr>
            <a:lvl4pPr marL="1828800" lvl="3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</a:defRPr>
            </a:lvl4pPr>
            <a:lvl5pPr marL="2286000" lvl="4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6" name="Google Shape;2556;p159"/>
          <p:cNvSpPr txBox="1">
            <a:spLocks noGrp="1"/>
          </p:cNvSpPr>
          <p:nvPr>
            <p:ph type="body" idx="3"/>
          </p:nvPr>
        </p:nvSpPr>
        <p:spPr>
          <a:xfrm>
            <a:off x="4187433" y="2582556"/>
            <a:ext cx="3053585" cy="340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</a:defRPr>
            </a:lvl3pPr>
            <a:lvl4pPr marL="1828800" lvl="3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</a:defRPr>
            </a:lvl4pPr>
            <a:lvl5pPr marL="2286000" lvl="4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7" name="Google Shape;2557;p159"/>
          <p:cNvSpPr txBox="1">
            <a:spLocks noGrp="1"/>
          </p:cNvSpPr>
          <p:nvPr>
            <p:ph type="title"/>
          </p:nvPr>
        </p:nvSpPr>
        <p:spPr>
          <a:xfrm>
            <a:off x="371475" y="400103"/>
            <a:ext cx="5507778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 3 [Navy]">
  <p:cSld name="Stats 3 [Navy]">
    <p:spTree>
      <p:nvGrpSpPr>
        <p:cNvPr id="1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p160"/>
          <p:cNvSpPr/>
          <p:nvPr/>
        </p:nvSpPr>
        <p:spPr>
          <a:xfrm flipH="1">
            <a:off x="8004364" y="0"/>
            <a:ext cx="4198402" cy="3434832"/>
          </a:xfrm>
          <a:prstGeom prst="round1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0" name="Google Shape;2560;p160"/>
          <p:cNvSpPr/>
          <p:nvPr/>
        </p:nvSpPr>
        <p:spPr>
          <a:xfrm rot="10800000" flipH="1">
            <a:off x="8004364" y="3429000"/>
            <a:ext cx="4198402" cy="3434832"/>
          </a:xfrm>
          <a:prstGeom prst="rect">
            <a:avLst/>
          </a:prstGeom>
          <a:gradFill>
            <a:gsLst>
              <a:gs pos="0">
                <a:schemeClr val="dk2"/>
              </a:gs>
              <a:gs pos="69000">
                <a:schemeClr val="lt1"/>
              </a:gs>
              <a:gs pos="99000">
                <a:schemeClr val="accent5"/>
              </a:gs>
              <a:gs pos="100000">
                <a:schemeClr val="accent5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1" name="Google Shape;2561;p160"/>
          <p:cNvSpPr txBox="1"/>
          <p:nvPr/>
        </p:nvSpPr>
        <p:spPr>
          <a:xfrm>
            <a:off x="9788769" y="6471444"/>
            <a:ext cx="2032525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85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2" name="Google Shape;2562;p160"/>
          <p:cNvSpPr/>
          <p:nvPr/>
        </p:nvSpPr>
        <p:spPr>
          <a:xfrm>
            <a:off x="11371264" y="386557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3" name="Google Shape;2563;p160"/>
          <p:cNvSpPr txBox="1">
            <a:spLocks noGrp="1"/>
          </p:cNvSpPr>
          <p:nvPr>
            <p:ph type="body" idx="1"/>
          </p:nvPr>
        </p:nvSpPr>
        <p:spPr>
          <a:xfrm>
            <a:off x="370705" y="2588419"/>
            <a:ext cx="7246154" cy="340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▪"/>
              <a:defRPr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4" name="Google Shape;2564;p160"/>
          <p:cNvSpPr txBox="1">
            <a:spLocks noGrp="1"/>
          </p:cNvSpPr>
          <p:nvPr>
            <p:ph type="title"/>
          </p:nvPr>
        </p:nvSpPr>
        <p:spPr>
          <a:xfrm>
            <a:off x="370820" y="386557"/>
            <a:ext cx="7252073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5" name="Google Shape;2565;p160"/>
          <p:cNvSpPr txBox="1">
            <a:spLocks noGrp="1"/>
          </p:cNvSpPr>
          <p:nvPr>
            <p:ph type="body" idx="2"/>
          </p:nvPr>
        </p:nvSpPr>
        <p:spPr>
          <a:xfrm>
            <a:off x="370707" y="883466"/>
            <a:ext cx="7246154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 4 [Navy]">
  <p:cSld name="Stats 4 [Navy]">
    <p:spTree>
      <p:nvGrpSpPr>
        <p:cNvPr id="1" name="Shape 2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Google Shape;2567;p161"/>
          <p:cNvSpPr>
            <a:spLocks noGrp="1"/>
          </p:cNvSpPr>
          <p:nvPr>
            <p:ph type="pic" idx="2"/>
          </p:nvPr>
        </p:nvSpPr>
        <p:spPr>
          <a:xfrm flipH="1">
            <a:off x="9520460" y="0"/>
            <a:ext cx="2671540" cy="6858000"/>
          </a:xfrm>
          <a:prstGeom prst="round1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568" name="Google Shape;2568;p161"/>
          <p:cNvSpPr txBox="1">
            <a:spLocks noGrp="1"/>
          </p:cNvSpPr>
          <p:nvPr>
            <p:ph type="title"/>
          </p:nvPr>
        </p:nvSpPr>
        <p:spPr>
          <a:xfrm>
            <a:off x="370820" y="386557"/>
            <a:ext cx="7252073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9" name="Google Shape;2569;p161"/>
          <p:cNvSpPr txBox="1">
            <a:spLocks noGrp="1"/>
          </p:cNvSpPr>
          <p:nvPr>
            <p:ph type="body" idx="1"/>
          </p:nvPr>
        </p:nvSpPr>
        <p:spPr>
          <a:xfrm flipH="1">
            <a:off x="370907" y="3519606"/>
            <a:ext cx="2671710" cy="258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0" name="Google Shape;2570;p161"/>
          <p:cNvSpPr txBox="1">
            <a:spLocks noGrp="1"/>
          </p:cNvSpPr>
          <p:nvPr>
            <p:ph type="body" idx="3"/>
          </p:nvPr>
        </p:nvSpPr>
        <p:spPr>
          <a:xfrm flipH="1">
            <a:off x="3424290" y="3519606"/>
            <a:ext cx="2671710" cy="258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1" name="Google Shape;2571;p161"/>
          <p:cNvSpPr txBox="1">
            <a:spLocks noGrp="1"/>
          </p:cNvSpPr>
          <p:nvPr>
            <p:ph type="body" idx="4"/>
          </p:nvPr>
        </p:nvSpPr>
        <p:spPr>
          <a:xfrm flipH="1">
            <a:off x="6477672" y="3519606"/>
            <a:ext cx="2671710" cy="258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2" name="Google Shape;2572;p161"/>
          <p:cNvSpPr txBox="1">
            <a:spLocks noGrp="1"/>
          </p:cNvSpPr>
          <p:nvPr>
            <p:ph type="body" idx="5"/>
          </p:nvPr>
        </p:nvSpPr>
        <p:spPr>
          <a:xfrm>
            <a:off x="370706" y="883466"/>
            <a:ext cx="7252073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 5 [Navy]">
  <p:cSld name="Stats 5 [Navy]">
    <p:spTree>
      <p:nvGrpSpPr>
        <p:cNvPr id="1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4" name="Google Shape;2574;p162"/>
          <p:cNvSpPr/>
          <p:nvPr/>
        </p:nvSpPr>
        <p:spPr>
          <a:xfrm>
            <a:off x="11371264" y="386557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5" name="Google Shape;2575;p162"/>
          <p:cNvSpPr>
            <a:spLocks noGrp="1"/>
          </p:cNvSpPr>
          <p:nvPr>
            <p:ph type="pic" idx="2"/>
          </p:nvPr>
        </p:nvSpPr>
        <p:spPr>
          <a:xfrm flipH="1">
            <a:off x="8004364" y="0"/>
            <a:ext cx="4187636" cy="6857777"/>
          </a:xfrm>
          <a:prstGeom prst="round1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576" name="Google Shape;2576;p162"/>
          <p:cNvSpPr txBox="1">
            <a:spLocks noGrp="1"/>
          </p:cNvSpPr>
          <p:nvPr>
            <p:ph type="body" idx="1"/>
          </p:nvPr>
        </p:nvSpPr>
        <p:spPr>
          <a:xfrm>
            <a:off x="370705" y="3429001"/>
            <a:ext cx="3435258" cy="153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7" name="Google Shape;2577;p162"/>
          <p:cNvSpPr txBox="1">
            <a:spLocks noGrp="1"/>
          </p:cNvSpPr>
          <p:nvPr>
            <p:ph type="body" idx="3"/>
          </p:nvPr>
        </p:nvSpPr>
        <p:spPr>
          <a:xfrm>
            <a:off x="4187534" y="3429001"/>
            <a:ext cx="3435258" cy="153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8" name="Google Shape;2578;p162"/>
          <p:cNvSpPr txBox="1">
            <a:spLocks noGrp="1"/>
          </p:cNvSpPr>
          <p:nvPr>
            <p:ph type="body" idx="4"/>
          </p:nvPr>
        </p:nvSpPr>
        <p:spPr>
          <a:xfrm>
            <a:off x="370706" y="883466"/>
            <a:ext cx="7454285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9" name="Google Shape;2579;p162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7453516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  <p15:guide id="2" pos="5502">
          <p15:clr>
            <a:srgbClr val="FBAE40"/>
          </p15:clr>
        </p15:guide>
        <p15:guide id="3" pos="10560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 6 [Navy]">
  <p:cSld name="Stats 6 [Navy]">
    <p:spTree>
      <p:nvGrpSpPr>
        <p:cNvPr id="1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163"/>
          <p:cNvSpPr>
            <a:spLocks noGrp="1"/>
          </p:cNvSpPr>
          <p:nvPr>
            <p:ph type="pic" idx="2"/>
          </p:nvPr>
        </p:nvSpPr>
        <p:spPr>
          <a:xfrm flipH="1">
            <a:off x="8386037" y="0"/>
            <a:ext cx="3805963" cy="6858000"/>
          </a:xfrm>
          <a:prstGeom prst="round1Rect">
            <a:avLst>
              <a:gd name="adj" fmla="val 21815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582" name="Google Shape;2582;p163" descr=" "/>
          <p:cNvSpPr/>
          <p:nvPr/>
        </p:nvSpPr>
        <p:spPr>
          <a:xfrm>
            <a:off x="4191797" y="1905000"/>
            <a:ext cx="4198148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p163"/>
          <p:cNvSpPr/>
          <p:nvPr/>
        </p:nvSpPr>
        <p:spPr>
          <a:xfrm rot="10800000">
            <a:off x="-1" y="1912619"/>
            <a:ext cx="4191797" cy="49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4" name="Google Shape;2584;p163"/>
          <p:cNvSpPr txBox="1">
            <a:spLocks noGrp="1"/>
          </p:cNvSpPr>
          <p:nvPr>
            <p:ph type="body" idx="1"/>
          </p:nvPr>
        </p:nvSpPr>
        <p:spPr>
          <a:xfrm flipH="1">
            <a:off x="370906" y="3804821"/>
            <a:ext cx="3439817" cy="1734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5" name="Google Shape;2585;p163"/>
          <p:cNvSpPr txBox="1">
            <a:spLocks noGrp="1"/>
          </p:cNvSpPr>
          <p:nvPr>
            <p:ph type="body" idx="3"/>
          </p:nvPr>
        </p:nvSpPr>
        <p:spPr>
          <a:xfrm flipH="1">
            <a:off x="4594345" y="3804821"/>
            <a:ext cx="3405857" cy="1734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6" name="Google Shape;2586;p163"/>
          <p:cNvSpPr txBox="1">
            <a:spLocks noGrp="1"/>
          </p:cNvSpPr>
          <p:nvPr>
            <p:ph type="title"/>
          </p:nvPr>
        </p:nvSpPr>
        <p:spPr>
          <a:xfrm>
            <a:off x="371475" y="393329"/>
            <a:ext cx="6286712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7" name="Google Shape;2587;p163"/>
          <p:cNvSpPr txBox="1"/>
          <p:nvPr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 </a:t>
            </a:r>
            <a:r>
              <a:rPr lang="en-US" sz="10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Fast. </a:t>
            </a:r>
            <a:r>
              <a:rPr lang="en-US" sz="1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Stay</a:t>
            </a:r>
            <a:r>
              <a:rPr lang="en-US" sz="10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Secure.</a:t>
            </a:r>
            <a:endParaRPr sz="1000" b="1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 7 [Navy]">
  <p:cSld name="Stats 7 [Navy]"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p164"/>
          <p:cNvSpPr/>
          <p:nvPr/>
        </p:nvSpPr>
        <p:spPr>
          <a:xfrm flipH="1">
            <a:off x="6103765" y="-5832"/>
            <a:ext cx="6088233" cy="3816480"/>
          </a:xfrm>
          <a:prstGeom prst="round1Rect">
            <a:avLst>
              <a:gd name="adj" fmla="val 19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90" name="Google Shape;2590;p164"/>
          <p:cNvSpPr/>
          <p:nvPr/>
        </p:nvSpPr>
        <p:spPr>
          <a:xfrm flipH="1">
            <a:off x="9142124" y="3810648"/>
            <a:ext cx="3049876" cy="30531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91" name="Google Shape;2591;p164"/>
          <p:cNvSpPr/>
          <p:nvPr/>
        </p:nvSpPr>
        <p:spPr>
          <a:xfrm rot="10800000" flipH="1">
            <a:off x="6103766" y="3810648"/>
            <a:ext cx="3042618" cy="3053184"/>
          </a:xfrm>
          <a:prstGeom prst="rect">
            <a:avLst/>
          </a:prstGeom>
          <a:gradFill>
            <a:gsLst>
              <a:gs pos="0">
                <a:schemeClr val="dk2"/>
              </a:gs>
              <a:gs pos="69000">
                <a:schemeClr val="lt1"/>
              </a:gs>
              <a:gs pos="99000">
                <a:schemeClr val="accent5"/>
              </a:gs>
              <a:gs pos="100000">
                <a:schemeClr val="accent5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92" name="Google Shape;2592;p164"/>
          <p:cNvSpPr txBox="1"/>
          <p:nvPr/>
        </p:nvSpPr>
        <p:spPr>
          <a:xfrm>
            <a:off x="9636369" y="6471444"/>
            <a:ext cx="2184925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85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93" name="Google Shape;2593;p164"/>
          <p:cNvSpPr/>
          <p:nvPr/>
        </p:nvSpPr>
        <p:spPr>
          <a:xfrm>
            <a:off x="11371264" y="386557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rgbClr val="2166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94" name="Google Shape;2594;p164"/>
          <p:cNvSpPr txBox="1">
            <a:spLocks noGrp="1"/>
          </p:cNvSpPr>
          <p:nvPr>
            <p:ph type="body" idx="1"/>
          </p:nvPr>
        </p:nvSpPr>
        <p:spPr>
          <a:xfrm>
            <a:off x="6867111" y="1038156"/>
            <a:ext cx="4572309" cy="239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95" name="Google Shape;2595;p164"/>
          <p:cNvSpPr txBox="1">
            <a:spLocks noGrp="1"/>
          </p:cNvSpPr>
          <p:nvPr>
            <p:ph type="body" idx="2"/>
          </p:nvPr>
        </p:nvSpPr>
        <p:spPr>
          <a:xfrm flipH="1">
            <a:off x="370819" y="1902410"/>
            <a:ext cx="5332654" cy="207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96" name="Google Shape;2596;p164"/>
          <p:cNvSpPr txBox="1">
            <a:spLocks noGrp="1"/>
          </p:cNvSpPr>
          <p:nvPr>
            <p:ph type="title"/>
          </p:nvPr>
        </p:nvSpPr>
        <p:spPr>
          <a:xfrm>
            <a:off x="371475" y="386556"/>
            <a:ext cx="4708525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7" name="Google Shape;2597;p164"/>
          <p:cNvSpPr txBox="1">
            <a:spLocks noGrp="1"/>
          </p:cNvSpPr>
          <p:nvPr>
            <p:ph type="body" idx="3"/>
          </p:nvPr>
        </p:nvSpPr>
        <p:spPr>
          <a:xfrm>
            <a:off x="6486525" y="4114219"/>
            <a:ext cx="219075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98" name="Google Shape;2598;p164"/>
          <p:cNvSpPr txBox="1">
            <a:spLocks noGrp="1"/>
          </p:cNvSpPr>
          <p:nvPr>
            <p:ph type="body" idx="4"/>
          </p:nvPr>
        </p:nvSpPr>
        <p:spPr>
          <a:xfrm>
            <a:off x="9633137" y="4114219"/>
            <a:ext cx="219075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  <p15:guide id="2" pos="5502">
          <p15:clr>
            <a:srgbClr val="FBAE40"/>
          </p15:clr>
        </p15:guide>
        <p15:guide id="3" pos="10560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 8 [Navy]">
  <p:cSld name="Stats 8 [Navy]">
    <p:spTree>
      <p:nvGrpSpPr>
        <p:cNvPr id="1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" name="Google Shape;2600;p165"/>
          <p:cNvSpPr/>
          <p:nvPr/>
        </p:nvSpPr>
        <p:spPr>
          <a:xfrm>
            <a:off x="6859345" y="4186464"/>
            <a:ext cx="2666211" cy="267153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01" name="Google Shape;2601;p165" descr=" "/>
          <p:cNvSpPr/>
          <p:nvPr/>
        </p:nvSpPr>
        <p:spPr>
          <a:xfrm flipH="1">
            <a:off x="6859345" y="0"/>
            <a:ext cx="5332655" cy="4186464"/>
          </a:xfrm>
          <a:prstGeom prst="round1Rect">
            <a:avLst>
              <a:gd name="adj" fmla="val 20099"/>
            </a:avLst>
          </a:prstGeom>
          <a:gradFill>
            <a:gsLst>
              <a:gs pos="0">
                <a:srgbClr val="001744"/>
              </a:gs>
              <a:gs pos="50000">
                <a:srgbClr val="256CF7"/>
              </a:gs>
              <a:gs pos="100000">
                <a:srgbClr val="25D1F7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02" name="Google Shape;2602;p165"/>
          <p:cNvSpPr/>
          <p:nvPr/>
        </p:nvSpPr>
        <p:spPr>
          <a:xfrm>
            <a:off x="11371264" y="386557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03" name="Google Shape;2603;p165"/>
          <p:cNvSpPr txBox="1">
            <a:spLocks noGrp="1"/>
          </p:cNvSpPr>
          <p:nvPr>
            <p:ph type="body" idx="1"/>
          </p:nvPr>
        </p:nvSpPr>
        <p:spPr>
          <a:xfrm>
            <a:off x="9885940" y="4573944"/>
            <a:ext cx="1908364" cy="370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Century Gothic"/>
              <a:buNone/>
              <a:defRPr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4" name="Google Shape;2604;p165"/>
          <p:cNvSpPr txBox="1">
            <a:spLocks noGrp="1"/>
          </p:cNvSpPr>
          <p:nvPr>
            <p:ph type="body" idx="2"/>
          </p:nvPr>
        </p:nvSpPr>
        <p:spPr>
          <a:xfrm>
            <a:off x="7238269" y="4573944"/>
            <a:ext cx="1908364" cy="370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Century Gothic"/>
              <a:buNone/>
              <a:defRPr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5" name="Google Shape;2605;p165"/>
          <p:cNvSpPr txBox="1">
            <a:spLocks noGrp="1"/>
          </p:cNvSpPr>
          <p:nvPr>
            <p:ph type="body" idx="3"/>
          </p:nvPr>
        </p:nvSpPr>
        <p:spPr>
          <a:xfrm>
            <a:off x="7238269" y="757464"/>
            <a:ext cx="1908364" cy="370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Century Gothic"/>
              <a:buNone/>
              <a:defRPr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6" name="Google Shape;2606;p165"/>
          <p:cNvSpPr txBox="1">
            <a:spLocks noGrp="1"/>
          </p:cNvSpPr>
          <p:nvPr>
            <p:ph type="body" idx="4"/>
          </p:nvPr>
        </p:nvSpPr>
        <p:spPr>
          <a:xfrm flipH="1">
            <a:off x="370819" y="1902410"/>
            <a:ext cx="5332654" cy="207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7" name="Google Shape;2607;p165"/>
          <p:cNvSpPr txBox="1">
            <a:spLocks noGrp="1"/>
          </p:cNvSpPr>
          <p:nvPr>
            <p:ph type="title"/>
          </p:nvPr>
        </p:nvSpPr>
        <p:spPr>
          <a:xfrm>
            <a:off x="371475" y="393329"/>
            <a:ext cx="5440045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 9 [Navy]">
  <p:cSld name="Stats 9 [Navy]">
    <p:spTree>
      <p:nvGrpSpPr>
        <p:cNvPr id="1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p166" descr=" "/>
          <p:cNvSpPr/>
          <p:nvPr/>
        </p:nvSpPr>
        <p:spPr>
          <a:xfrm>
            <a:off x="6859304" y="0"/>
            <a:ext cx="5335014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0" name="Google Shape;2610;p166" descr=" "/>
          <p:cNvSpPr/>
          <p:nvPr/>
        </p:nvSpPr>
        <p:spPr>
          <a:xfrm>
            <a:off x="0" y="0"/>
            <a:ext cx="34296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1" name="Google Shape;2611;p166"/>
          <p:cNvSpPr/>
          <p:nvPr/>
        </p:nvSpPr>
        <p:spPr>
          <a:xfrm>
            <a:off x="3429652" y="0"/>
            <a:ext cx="34296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12" name="Google Shape;2612;p166"/>
          <p:cNvSpPr/>
          <p:nvPr/>
        </p:nvSpPr>
        <p:spPr>
          <a:xfrm>
            <a:off x="0" y="3429000"/>
            <a:ext cx="3429652" cy="3429000"/>
          </a:xfrm>
          <a:prstGeom prst="rect">
            <a:avLst/>
          </a:prstGeom>
          <a:solidFill>
            <a:srgbClr val="00174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13" name="Google Shape;2613;p166"/>
          <p:cNvSpPr/>
          <p:nvPr/>
        </p:nvSpPr>
        <p:spPr>
          <a:xfrm>
            <a:off x="11371264" y="386557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14" name="Google Shape;2614;p166"/>
          <p:cNvSpPr>
            <a:spLocks noGrp="1"/>
          </p:cNvSpPr>
          <p:nvPr>
            <p:ph type="pic" idx="2"/>
          </p:nvPr>
        </p:nvSpPr>
        <p:spPr>
          <a:xfrm>
            <a:off x="3429651" y="3429000"/>
            <a:ext cx="3429652" cy="30424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15" name="Google Shape;2615;p166"/>
          <p:cNvSpPr txBox="1">
            <a:spLocks noGrp="1"/>
          </p:cNvSpPr>
          <p:nvPr>
            <p:ph type="body" idx="1"/>
          </p:nvPr>
        </p:nvSpPr>
        <p:spPr>
          <a:xfrm>
            <a:off x="371475" y="296333"/>
            <a:ext cx="2365375" cy="53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6" name="Google Shape;2616;p166"/>
          <p:cNvSpPr txBox="1">
            <a:spLocks noGrp="1"/>
          </p:cNvSpPr>
          <p:nvPr>
            <p:ph type="body" idx="3"/>
          </p:nvPr>
        </p:nvSpPr>
        <p:spPr>
          <a:xfrm>
            <a:off x="371475" y="3710093"/>
            <a:ext cx="2365375" cy="53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7" name="Google Shape;2617;p166"/>
          <p:cNvSpPr txBox="1">
            <a:spLocks noGrp="1"/>
          </p:cNvSpPr>
          <p:nvPr>
            <p:ph type="body" idx="4"/>
          </p:nvPr>
        </p:nvSpPr>
        <p:spPr>
          <a:xfrm>
            <a:off x="3771900" y="309878"/>
            <a:ext cx="2393950" cy="53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8" name="Google Shape;2618;p166"/>
          <p:cNvSpPr txBox="1">
            <a:spLocks noGrp="1"/>
          </p:cNvSpPr>
          <p:nvPr>
            <p:ph type="body" idx="5"/>
          </p:nvPr>
        </p:nvSpPr>
        <p:spPr>
          <a:xfrm flipH="1">
            <a:off x="7241017" y="757464"/>
            <a:ext cx="4198402" cy="600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None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9" name="Google Shape;2619;p166"/>
          <p:cNvSpPr txBox="1">
            <a:spLocks noGrp="1"/>
          </p:cNvSpPr>
          <p:nvPr>
            <p:ph type="body" idx="6"/>
          </p:nvPr>
        </p:nvSpPr>
        <p:spPr>
          <a:xfrm flipH="1">
            <a:off x="7241018" y="1357775"/>
            <a:ext cx="4198401" cy="1689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0" name="Google Shape;2620;p166"/>
          <p:cNvSpPr txBox="1">
            <a:spLocks noGrp="1"/>
          </p:cNvSpPr>
          <p:nvPr>
            <p:ph type="body" idx="7"/>
          </p:nvPr>
        </p:nvSpPr>
        <p:spPr>
          <a:xfrm flipH="1">
            <a:off x="7241017" y="4207500"/>
            <a:ext cx="4198402" cy="600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None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1" name="Google Shape;2621;p166"/>
          <p:cNvSpPr txBox="1">
            <a:spLocks noGrp="1"/>
          </p:cNvSpPr>
          <p:nvPr>
            <p:ph type="body" idx="8"/>
          </p:nvPr>
        </p:nvSpPr>
        <p:spPr>
          <a:xfrm flipH="1">
            <a:off x="7241018" y="4807811"/>
            <a:ext cx="4198401" cy="1689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2" name="Google Shape;2622;p166"/>
          <p:cNvSpPr txBox="1"/>
          <p:nvPr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 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Fast. </a:t>
            </a: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Stay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Secure.</a:t>
            </a:r>
            <a:endParaRPr sz="10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 9 [Light Gray]">
  <p:cSld name="Stats 9 [Light Gray]">
    <p:spTree>
      <p:nvGrpSpPr>
        <p:cNvPr id="1" name="Shape 2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4" name="Google Shape;2624;p167" descr=" "/>
          <p:cNvSpPr/>
          <p:nvPr/>
        </p:nvSpPr>
        <p:spPr>
          <a:xfrm>
            <a:off x="6859304" y="3429001"/>
            <a:ext cx="5335014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5" name="Google Shape;2625;p167" descr=" "/>
          <p:cNvSpPr/>
          <p:nvPr/>
        </p:nvSpPr>
        <p:spPr>
          <a:xfrm>
            <a:off x="6859304" y="0"/>
            <a:ext cx="5335014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6" name="Google Shape;2626;p167" descr=" "/>
          <p:cNvSpPr/>
          <p:nvPr/>
        </p:nvSpPr>
        <p:spPr>
          <a:xfrm>
            <a:off x="0" y="0"/>
            <a:ext cx="34296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7" name="Google Shape;2627;p167"/>
          <p:cNvSpPr/>
          <p:nvPr/>
        </p:nvSpPr>
        <p:spPr>
          <a:xfrm>
            <a:off x="3429652" y="0"/>
            <a:ext cx="34296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8" name="Google Shape;2628;p167"/>
          <p:cNvSpPr/>
          <p:nvPr/>
        </p:nvSpPr>
        <p:spPr>
          <a:xfrm>
            <a:off x="0" y="3429000"/>
            <a:ext cx="3429652" cy="3429000"/>
          </a:xfrm>
          <a:prstGeom prst="rect">
            <a:avLst/>
          </a:prstGeom>
          <a:solidFill>
            <a:srgbClr val="00174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9" name="Google Shape;2629;p167"/>
          <p:cNvSpPr/>
          <p:nvPr/>
        </p:nvSpPr>
        <p:spPr>
          <a:xfrm>
            <a:off x="11371264" y="386557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0" name="Google Shape;2630;p167"/>
          <p:cNvSpPr>
            <a:spLocks noGrp="1"/>
          </p:cNvSpPr>
          <p:nvPr>
            <p:ph type="pic" idx="2"/>
          </p:nvPr>
        </p:nvSpPr>
        <p:spPr>
          <a:xfrm>
            <a:off x="3435665" y="3431974"/>
            <a:ext cx="3432328" cy="3426026"/>
          </a:xfrm>
          <a:prstGeom prst="round1Rect">
            <a:avLst>
              <a:gd name="adj" fmla="val 20600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631" name="Google Shape;2631;p167"/>
          <p:cNvSpPr txBox="1">
            <a:spLocks noGrp="1"/>
          </p:cNvSpPr>
          <p:nvPr>
            <p:ph type="body" idx="1"/>
          </p:nvPr>
        </p:nvSpPr>
        <p:spPr>
          <a:xfrm flipH="1">
            <a:off x="7241017" y="757464"/>
            <a:ext cx="4198402" cy="600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None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2" name="Google Shape;2632;p167"/>
          <p:cNvSpPr txBox="1">
            <a:spLocks noGrp="1"/>
          </p:cNvSpPr>
          <p:nvPr>
            <p:ph type="body" idx="3"/>
          </p:nvPr>
        </p:nvSpPr>
        <p:spPr>
          <a:xfrm flipH="1">
            <a:off x="7241018" y="1357775"/>
            <a:ext cx="4198401" cy="1689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3" name="Google Shape;2633;p167"/>
          <p:cNvSpPr txBox="1">
            <a:spLocks noGrp="1"/>
          </p:cNvSpPr>
          <p:nvPr>
            <p:ph type="body" idx="4"/>
          </p:nvPr>
        </p:nvSpPr>
        <p:spPr>
          <a:xfrm flipH="1">
            <a:off x="7241017" y="4207500"/>
            <a:ext cx="4198402" cy="600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None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4" name="Google Shape;2634;p167"/>
          <p:cNvSpPr txBox="1">
            <a:spLocks noGrp="1"/>
          </p:cNvSpPr>
          <p:nvPr>
            <p:ph type="body" idx="5"/>
          </p:nvPr>
        </p:nvSpPr>
        <p:spPr>
          <a:xfrm flipH="1">
            <a:off x="7241018" y="4807811"/>
            <a:ext cx="4198401" cy="1689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5" name="Google Shape;2635;p167"/>
          <p:cNvSpPr txBox="1">
            <a:spLocks noGrp="1"/>
          </p:cNvSpPr>
          <p:nvPr>
            <p:ph type="body" idx="6"/>
          </p:nvPr>
        </p:nvSpPr>
        <p:spPr>
          <a:xfrm>
            <a:off x="371475" y="296333"/>
            <a:ext cx="2365375" cy="53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6" name="Google Shape;2636;p167"/>
          <p:cNvSpPr txBox="1">
            <a:spLocks noGrp="1"/>
          </p:cNvSpPr>
          <p:nvPr>
            <p:ph type="body" idx="7"/>
          </p:nvPr>
        </p:nvSpPr>
        <p:spPr>
          <a:xfrm>
            <a:off x="371475" y="3710093"/>
            <a:ext cx="2365375" cy="53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7" name="Google Shape;2637;p167"/>
          <p:cNvSpPr txBox="1">
            <a:spLocks noGrp="1"/>
          </p:cNvSpPr>
          <p:nvPr>
            <p:ph type="body" idx="8"/>
          </p:nvPr>
        </p:nvSpPr>
        <p:spPr>
          <a:xfrm>
            <a:off x="3771900" y="309878"/>
            <a:ext cx="2393950" cy="53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8" name="Google Shape;2638;p167"/>
          <p:cNvSpPr txBox="1"/>
          <p:nvPr/>
        </p:nvSpPr>
        <p:spPr>
          <a:xfrm>
            <a:off x="9788769" y="6471444"/>
            <a:ext cx="2032525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85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9" name="Google Shape;2639;p167"/>
          <p:cNvSpPr txBox="1"/>
          <p:nvPr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 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Fast. </a:t>
            </a: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Stay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Secure.</a:t>
            </a:r>
            <a:endParaRPr sz="10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s 10 [Navy]">
  <p:cSld name="Stats 10 [Navy]">
    <p:bg>
      <p:bgPr>
        <a:solidFill>
          <a:schemeClr val="lt2"/>
        </a:solidFill>
        <a:effectLst/>
      </p:bgPr>
    </p:bg>
    <p:spTree>
      <p:nvGrpSpPr>
        <p:cNvPr id="1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p168" descr=" "/>
          <p:cNvSpPr/>
          <p:nvPr/>
        </p:nvSpPr>
        <p:spPr>
          <a:xfrm>
            <a:off x="3429650" y="0"/>
            <a:ext cx="8764668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2" name="Google Shape;2642;p168" descr=" "/>
          <p:cNvSpPr/>
          <p:nvPr/>
        </p:nvSpPr>
        <p:spPr>
          <a:xfrm>
            <a:off x="0" y="0"/>
            <a:ext cx="34296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3" name="Google Shape;2643;p168"/>
          <p:cNvSpPr/>
          <p:nvPr/>
        </p:nvSpPr>
        <p:spPr>
          <a:xfrm>
            <a:off x="3429652" y="0"/>
            <a:ext cx="3429652" cy="3429000"/>
          </a:xfrm>
          <a:prstGeom prst="round1Rect">
            <a:avLst>
              <a:gd name="adj" fmla="val 22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4" name="Google Shape;2644;p168"/>
          <p:cNvSpPr/>
          <p:nvPr/>
        </p:nvSpPr>
        <p:spPr>
          <a:xfrm>
            <a:off x="0" y="3429000"/>
            <a:ext cx="3429652" cy="3429000"/>
          </a:xfrm>
          <a:prstGeom prst="rect">
            <a:avLst/>
          </a:prstGeom>
          <a:solidFill>
            <a:srgbClr val="00174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5" name="Google Shape;2645;p168"/>
          <p:cNvSpPr/>
          <p:nvPr/>
        </p:nvSpPr>
        <p:spPr>
          <a:xfrm>
            <a:off x="11371264" y="386557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6" name="Google Shape;2646;p168"/>
          <p:cNvSpPr/>
          <p:nvPr/>
        </p:nvSpPr>
        <p:spPr>
          <a:xfrm flipH="1">
            <a:off x="3429650" y="3429000"/>
            <a:ext cx="3429651" cy="34348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7" name="Google Shape;2647;p168"/>
          <p:cNvSpPr txBox="1">
            <a:spLocks noGrp="1"/>
          </p:cNvSpPr>
          <p:nvPr>
            <p:ph type="body" idx="1"/>
          </p:nvPr>
        </p:nvSpPr>
        <p:spPr>
          <a:xfrm flipH="1">
            <a:off x="7241017" y="757464"/>
            <a:ext cx="4198402" cy="600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None/>
              <a:def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48" name="Google Shape;2648;p168"/>
          <p:cNvSpPr txBox="1">
            <a:spLocks noGrp="1"/>
          </p:cNvSpPr>
          <p:nvPr>
            <p:ph type="body" idx="2"/>
          </p:nvPr>
        </p:nvSpPr>
        <p:spPr>
          <a:xfrm flipH="1">
            <a:off x="7241018" y="1357775"/>
            <a:ext cx="4198401" cy="1689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49" name="Google Shape;2649;p168"/>
          <p:cNvSpPr txBox="1">
            <a:spLocks noGrp="1"/>
          </p:cNvSpPr>
          <p:nvPr>
            <p:ph type="body" idx="3"/>
          </p:nvPr>
        </p:nvSpPr>
        <p:spPr>
          <a:xfrm flipH="1">
            <a:off x="7241017" y="4207500"/>
            <a:ext cx="4198402" cy="600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None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0" name="Google Shape;2650;p168"/>
          <p:cNvSpPr txBox="1">
            <a:spLocks noGrp="1"/>
          </p:cNvSpPr>
          <p:nvPr>
            <p:ph type="body" idx="4"/>
          </p:nvPr>
        </p:nvSpPr>
        <p:spPr>
          <a:xfrm flipH="1">
            <a:off x="7241018" y="4807811"/>
            <a:ext cx="4198401" cy="1689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1" name="Google Shape;2651;p168"/>
          <p:cNvSpPr txBox="1">
            <a:spLocks noGrp="1"/>
          </p:cNvSpPr>
          <p:nvPr>
            <p:ph type="body" idx="5"/>
          </p:nvPr>
        </p:nvSpPr>
        <p:spPr>
          <a:xfrm>
            <a:off x="3771900" y="309878"/>
            <a:ext cx="2393950" cy="53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2" name="Google Shape;2652;p168"/>
          <p:cNvSpPr txBox="1">
            <a:spLocks noGrp="1"/>
          </p:cNvSpPr>
          <p:nvPr>
            <p:ph type="body" idx="6"/>
          </p:nvPr>
        </p:nvSpPr>
        <p:spPr>
          <a:xfrm>
            <a:off x="3771900" y="3710093"/>
            <a:ext cx="2393950" cy="53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3" name="Google Shape;2653;p168"/>
          <p:cNvSpPr txBox="1">
            <a:spLocks noGrp="1"/>
          </p:cNvSpPr>
          <p:nvPr>
            <p:ph type="body" idx="7"/>
          </p:nvPr>
        </p:nvSpPr>
        <p:spPr>
          <a:xfrm>
            <a:off x="370708" y="309878"/>
            <a:ext cx="2393950" cy="53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4" name="Google Shape;2654;p168"/>
          <p:cNvSpPr txBox="1">
            <a:spLocks noGrp="1"/>
          </p:cNvSpPr>
          <p:nvPr>
            <p:ph type="body" idx="8"/>
          </p:nvPr>
        </p:nvSpPr>
        <p:spPr>
          <a:xfrm>
            <a:off x="370708" y="3710093"/>
            <a:ext cx="2393950" cy="53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50"/>
              <a:buNone/>
              <a:defRPr sz="125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5" name="Google Shape;2655;p168"/>
          <p:cNvSpPr txBox="1"/>
          <p:nvPr/>
        </p:nvSpPr>
        <p:spPr>
          <a:xfrm>
            <a:off x="9788769" y="6471444"/>
            <a:ext cx="2032525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85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56" name="Google Shape;2656;p168"/>
          <p:cNvSpPr txBox="1"/>
          <p:nvPr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 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Fast. </a:t>
            </a: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Stay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Secure.</a:t>
            </a:r>
            <a:endParaRPr sz="10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 1 [Navy]">
  <p:cSld name="Graph 1 [Navy]">
    <p:spTree>
      <p:nvGrpSpPr>
        <p:cNvPr id="1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p169"/>
          <p:cNvSpPr/>
          <p:nvPr/>
        </p:nvSpPr>
        <p:spPr>
          <a:xfrm>
            <a:off x="6701247" y="0"/>
            <a:ext cx="5490754" cy="6863832"/>
          </a:xfrm>
          <a:prstGeom prst="rect">
            <a:avLst/>
          </a:prstGeom>
          <a:gradFill>
            <a:gsLst>
              <a:gs pos="0">
                <a:schemeClr val="dk2"/>
              </a:gs>
              <a:gs pos="69000">
                <a:schemeClr val="lt1"/>
              </a:gs>
              <a:gs pos="100000">
                <a:schemeClr val="accent5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59" name="Google Shape;2659;p169"/>
          <p:cNvSpPr txBox="1"/>
          <p:nvPr/>
        </p:nvSpPr>
        <p:spPr>
          <a:xfrm>
            <a:off x="9694985" y="6471444"/>
            <a:ext cx="2126309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85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0" name="Google Shape;2660;p169"/>
          <p:cNvSpPr/>
          <p:nvPr/>
        </p:nvSpPr>
        <p:spPr>
          <a:xfrm>
            <a:off x="11371264" y="386557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1" name="Google Shape;2661;p169"/>
          <p:cNvSpPr>
            <a:spLocks noGrp="1"/>
          </p:cNvSpPr>
          <p:nvPr>
            <p:ph type="pic" idx="2"/>
          </p:nvPr>
        </p:nvSpPr>
        <p:spPr>
          <a:xfrm>
            <a:off x="0" y="2916"/>
            <a:ext cx="7622691" cy="4571028"/>
          </a:xfrm>
          <a:prstGeom prst="round1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662" name="Google Shape;2662;p169"/>
          <p:cNvSpPr/>
          <p:nvPr/>
        </p:nvSpPr>
        <p:spPr>
          <a:xfrm>
            <a:off x="5332654" y="4573944"/>
            <a:ext cx="2290037" cy="2289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3" name="Google Shape;2663;p169"/>
          <p:cNvSpPr txBox="1">
            <a:spLocks noGrp="1"/>
          </p:cNvSpPr>
          <p:nvPr>
            <p:ph type="body" idx="1"/>
          </p:nvPr>
        </p:nvSpPr>
        <p:spPr>
          <a:xfrm>
            <a:off x="373967" y="4953294"/>
            <a:ext cx="4587982" cy="39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entury Gothic"/>
              <a:buNone/>
              <a:defRPr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64" name="Google Shape;2664;p169"/>
          <p:cNvSpPr txBox="1">
            <a:spLocks noGrp="1"/>
          </p:cNvSpPr>
          <p:nvPr>
            <p:ph type="body" idx="3"/>
          </p:nvPr>
        </p:nvSpPr>
        <p:spPr>
          <a:xfrm>
            <a:off x="373967" y="5349965"/>
            <a:ext cx="4587982" cy="1134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 2 [Navy]">
  <p:cSld name="Graph 2 [Navy]">
    <p:spTree>
      <p:nvGrpSpPr>
        <p:cNvPr id="1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Google Shape;2666;p170"/>
          <p:cNvSpPr/>
          <p:nvPr/>
        </p:nvSpPr>
        <p:spPr>
          <a:xfrm>
            <a:off x="7622691" y="3375303"/>
            <a:ext cx="4569309" cy="348883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7" name="Google Shape;2667;p170"/>
          <p:cNvSpPr/>
          <p:nvPr/>
        </p:nvSpPr>
        <p:spPr>
          <a:xfrm flipH="1">
            <a:off x="7622691" y="0"/>
            <a:ext cx="4569309" cy="3423168"/>
          </a:xfrm>
          <a:prstGeom prst="round1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8" name="Google Shape;2668;p170"/>
          <p:cNvSpPr txBox="1"/>
          <p:nvPr/>
        </p:nvSpPr>
        <p:spPr>
          <a:xfrm>
            <a:off x="9507415" y="6471444"/>
            <a:ext cx="2313879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85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9" name="Google Shape;2669;p170"/>
          <p:cNvSpPr/>
          <p:nvPr/>
        </p:nvSpPr>
        <p:spPr>
          <a:xfrm>
            <a:off x="11371264" y="386557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70" name="Google Shape;2670;p170"/>
          <p:cNvSpPr txBox="1">
            <a:spLocks noGrp="1"/>
          </p:cNvSpPr>
          <p:nvPr>
            <p:ph type="title"/>
          </p:nvPr>
        </p:nvSpPr>
        <p:spPr>
          <a:xfrm>
            <a:off x="370820" y="386557"/>
            <a:ext cx="5725180" cy="66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1" name="Google Shape;2671;p170"/>
          <p:cNvSpPr txBox="1">
            <a:spLocks noGrp="1"/>
          </p:cNvSpPr>
          <p:nvPr>
            <p:ph type="body" idx="1"/>
          </p:nvPr>
        </p:nvSpPr>
        <p:spPr>
          <a:xfrm flipH="1">
            <a:off x="8004364" y="3951065"/>
            <a:ext cx="3816728" cy="223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72" name="Google Shape;2672;p170"/>
          <p:cNvSpPr txBox="1">
            <a:spLocks noGrp="1"/>
          </p:cNvSpPr>
          <p:nvPr>
            <p:ph type="body" idx="2"/>
          </p:nvPr>
        </p:nvSpPr>
        <p:spPr>
          <a:xfrm>
            <a:off x="370052" y="1920671"/>
            <a:ext cx="5725180" cy="426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 3 [Navy]">
  <p:cSld name="Graph 3 [Navy]">
    <p:spTree>
      <p:nvGrpSpPr>
        <p:cNvPr id="1" name="Shape 2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4" name="Google Shape;2674;p171"/>
          <p:cNvSpPr/>
          <p:nvPr/>
        </p:nvSpPr>
        <p:spPr>
          <a:xfrm rot="10800000" flipH="1">
            <a:off x="8386037" y="1902407"/>
            <a:ext cx="3816728" cy="496142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75" name="Google Shape;2675;p171"/>
          <p:cNvSpPr/>
          <p:nvPr/>
        </p:nvSpPr>
        <p:spPr>
          <a:xfrm rot="10800000" flipH="1">
            <a:off x="3317966" y="1902408"/>
            <a:ext cx="5068071" cy="49614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76" name="Google Shape;2676;p171"/>
          <p:cNvSpPr txBox="1"/>
          <p:nvPr/>
        </p:nvSpPr>
        <p:spPr>
          <a:xfrm>
            <a:off x="9648092" y="6471444"/>
            <a:ext cx="2173202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85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77" name="Google Shape;2677;p171"/>
          <p:cNvSpPr>
            <a:spLocks noGrp="1"/>
          </p:cNvSpPr>
          <p:nvPr>
            <p:ph type="pic" idx="2"/>
          </p:nvPr>
        </p:nvSpPr>
        <p:spPr>
          <a:xfrm>
            <a:off x="0" y="1902408"/>
            <a:ext cx="4569308" cy="4955592"/>
          </a:xfrm>
          <a:prstGeom prst="round1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678" name="Google Shape;2678;p171"/>
          <p:cNvSpPr txBox="1">
            <a:spLocks noGrp="1"/>
          </p:cNvSpPr>
          <p:nvPr>
            <p:ph type="body" idx="1"/>
          </p:nvPr>
        </p:nvSpPr>
        <p:spPr>
          <a:xfrm flipH="1">
            <a:off x="4950980" y="4192297"/>
            <a:ext cx="3053383" cy="1734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79" name="Google Shape;2679;p171"/>
          <p:cNvSpPr txBox="1">
            <a:spLocks noGrp="1"/>
          </p:cNvSpPr>
          <p:nvPr>
            <p:ph type="body" idx="3"/>
          </p:nvPr>
        </p:nvSpPr>
        <p:spPr>
          <a:xfrm flipH="1">
            <a:off x="8767708" y="4192295"/>
            <a:ext cx="3053383" cy="173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 sz="14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0" name="Google Shape;2680;p171"/>
          <p:cNvSpPr txBox="1"/>
          <p:nvPr/>
        </p:nvSpPr>
        <p:spPr>
          <a:xfrm>
            <a:off x="371475" y="315233"/>
            <a:ext cx="6488113" cy="80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</a:pPr>
            <a:endParaRPr sz="23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81" name="Google Shape;2681;p171"/>
          <p:cNvSpPr txBox="1">
            <a:spLocks noGrp="1"/>
          </p:cNvSpPr>
          <p:nvPr>
            <p:ph type="title"/>
          </p:nvPr>
        </p:nvSpPr>
        <p:spPr>
          <a:xfrm>
            <a:off x="371475" y="267822"/>
            <a:ext cx="6488113" cy="873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 [Navy]">
  <p:cSld name="Quote 1 [Navy]"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p172"/>
          <p:cNvSpPr/>
          <p:nvPr/>
        </p:nvSpPr>
        <p:spPr>
          <a:xfrm>
            <a:off x="7622691" y="0"/>
            <a:ext cx="4569309" cy="6858001"/>
          </a:xfrm>
          <a:custGeom>
            <a:avLst/>
            <a:gdLst/>
            <a:ahLst/>
            <a:cxnLst/>
            <a:rect l="l" t="t" r="r" b="b"/>
            <a:pathLst>
              <a:path w="4569309" h="6858001" extrusionOk="0">
                <a:moveTo>
                  <a:pt x="0" y="0"/>
                </a:moveTo>
                <a:lnTo>
                  <a:pt x="4569309" y="0"/>
                </a:lnTo>
                <a:lnTo>
                  <a:pt x="4569309" y="4566848"/>
                </a:lnTo>
                <a:cubicBezTo>
                  <a:pt x="4569309" y="5404872"/>
                  <a:pt x="4420568" y="6128984"/>
                  <a:pt x="4123087" y="6739189"/>
                </a:cubicBezTo>
                <a:lnTo>
                  <a:pt x="4061113" y="6858001"/>
                </a:lnTo>
                <a:lnTo>
                  <a:pt x="0" y="6858001"/>
                </a:lnTo>
                <a:lnTo>
                  <a:pt x="0" y="6828974"/>
                </a:lnTo>
                <a:cubicBezTo>
                  <a:pt x="1473272" y="6778939"/>
                  <a:pt x="2238117" y="6025063"/>
                  <a:pt x="2295469" y="4566848"/>
                </a:cubicBezTo>
                <a:lnTo>
                  <a:pt x="0" y="456684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84" name="Google Shape;2684;p172"/>
          <p:cNvSpPr txBox="1"/>
          <p:nvPr/>
        </p:nvSpPr>
        <p:spPr>
          <a:xfrm>
            <a:off x="9437077" y="6471444"/>
            <a:ext cx="2384217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85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85" name="Google Shape;2685;p172"/>
          <p:cNvSpPr/>
          <p:nvPr/>
        </p:nvSpPr>
        <p:spPr>
          <a:xfrm>
            <a:off x="11371265" y="386557"/>
            <a:ext cx="450029" cy="2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6" name="Google Shape;2686;p172"/>
          <p:cNvSpPr/>
          <p:nvPr/>
        </p:nvSpPr>
        <p:spPr>
          <a:xfrm>
            <a:off x="7622691" y="375444"/>
            <a:ext cx="2106857" cy="4180876"/>
          </a:xfrm>
          <a:custGeom>
            <a:avLst/>
            <a:gdLst/>
            <a:ahLst/>
            <a:cxnLst/>
            <a:rect l="l" t="t" r="r" b="b"/>
            <a:pathLst>
              <a:path w="2106857" h="4180876" extrusionOk="0">
                <a:moveTo>
                  <a:pt x="0" y="0"/>
                </a:moveTo>
                <a:lnTo>
                  <a:pt x="2106857" y="0"/>
                </a:lnTo>
                <a:lnTo>
                  <a:pt x="2106857" y="2095265"/>
                </a:lnTo>
                <a:cubicBezTo>
                  <a:pt x="2106857" y="3325615"/>
                  <a:pt x="1404571" y="4020798"/>
                  <a:pt x="0" y="4180876"/>
                </a:cubicBezTo>
                <a:lnTo>
                  <a:pt x="0" y="3133126"/>
                </a:lnTo>
                <a:cubicBezTo>
                  <a:pt x="679309" y="3110170"/>
                  <a:pt x="1031971" y="2764292"/>
                  <a:pt x="1058415" y="2095265"/>
                </a:cubicBezTo>
                <a:lnTo>
                  <a:pt x="0" y="2095265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87" name="Google Shape;2687;p172"/>
          <p:cNvSpPr txBox="1">
            <a:spLocks noGrp="1"/>
          </p:cNvSpPr>
          <p:nvPr>
            <p:ph type="body" idx="1"/>
          </p:nvPr>
        </p:nvSpPr>
        <p:spPr>
          <a:xfrm>
            <a:off x="752524" y="1139032"/>
            <a:ext cx="6106716" cy="3434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13666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8" name="Google Shape;2688;p172"/>
          <p:cNvSpPr txBox="1">
            <a:spLocks noGrp="1"/>
          </p:cNvSpPr>
          <p:nvPr>
            <p:ph type="body" idx="2"/>
          </p:nvPr>
        </p:nvSpPr>
        <p:spPr>
          <a:xfrm>
            <a:off x="1897000" y="4955382"/>
            <a:ext cx="4962054" cy="381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9" name="Google Shape;2689;p172"/>
          <p:cNvSpPr txBox="1">
            <a:spLocks noGrp="1"/>
          </p:cNvSpPr>
          <p:nvPr>
            <p:ph type="body" idx="3"/>
          </p:nvPr>
        </p:nvSpPr>
        <p:spPr>
          <a:xfrm>
            <a:off x="1897000" y="5337240"/>
            <a:ext cx="4962054" cy="381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0" name="Google Shape;2690;p172"/>
          <p:cNvSpPr>
            <a:spLocks noGrp="1"/>
          </p:cNvSpPr>
          <p:nvPr>
            <p:ph type="pic" idx="4"/>
          </p:nvPr>
        </p:nvSpPr>
        <p:spPr>
          <a:xfrm>
            <a:off x="752524" y="4955382"/>
            <a:ext cx="763637" cy="763588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691" name="Google Shape;2691;p172"/>
          <p:cNvSpPr/>
          <p:nvPr/>
        </p:nvSpPr>
        <p:spPr>
          <a:xfrm>
            <a:off x="11371264" y="386557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2 [Navy]">
  <p:cSld name="Quote 2 [Navy]">
    <p:spTree>
      <p:nvGrpSpPr>
        <p:cNvPr id="1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173"/>
          <p:cNvSpPr/>
          <p:nvPr/>
        </p:nvSpPr>
        <p:spPr>
          <a:xfrm rot="10800000">
            <a:off x="-5383" y="0"/>
            <a:ext cx="4569309" cy="6858000"/>
          </a:xfrm>
          <a:custGeom>
            <a:avLst/>
            <a:gdLst/>
            <a:ahLst/>
            <a:cxnLst/>
            <a:rect l="l" t="t" r="r" b="b"/>
            <a:pathLst>
              <a:path w="4569309" h="6858000" extrusionOk="0">
                <a:moveTo>
                  <a:pt x="4061113" y="6858000"/>
                </a:moveTo>
                <a:lnTo>
                  <a:pt x="0" y="6858000"/>
                </a:lnTo>
                <a:lnTo>
                  <a:pt x="0" y="6828974"/>
                </a:lnTo>
                <a:cubicBezTo>
                  <a:pt x="1473272" y="6778939"/>
                  <a:pt x="2238117" y="6025063"/>
                  <a:pt x="2295469" y="4566848"/>
                </a:cubicBezTo>
                <a:lnTo>
                  <a:pt x="0" y="4566848"/>
                </a:lnTo>
                <a:lnTo>
                  <a:pt x="0" y="0"/>
                </a:lnTo>
                <a:lnTo>
                  <a:pt x="4569309" y="0"/>
                </a:lnTo>
                <a:lnTo>
                  <a:pt x="4569309" y="4566848"/>
                </a:lnTo>
                <a:cubicBezTo>
                  <a:pt x="4569309" y="5404872"/>
                  <a:pt x="4420568" y="6128984"/>
                  <a:pt x="4123087" y="673918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4" name="Google Shape;2694;p173"/>
          <p:cNvSpPr/>
          <p:nvPr/>
        </p:nvSpPr>
        <p:spPr>
          <a:xfrm>
            <a:off x="11058747" y="4955592"/>
            <a:ext cx="762548" cy="1520760"/>
          </a:xfrm>
          <a:custGeom>
            <a:avLst/>
            <a:gdLst/>
            <a:ahLst/>
            <a:cxnLst/>
            <a:rect l="l" t="t" r="r" b="b"/>
            <a:pathLst>
              <a:path w="762548" h="1520760" extrusionOk="0">
                <a:moveTo>
                  <a:pt x="0" y="0"/>
                </a:moveTo>
                <a:lnTo>
                  <a:pt x="762548" y="0"/>
                </a:lnTo>
                <a:lnTo>
                  <a:pt x="762548" y="762136"/>
                </a:lnTo>
                <a:cubicBezTo>
                  <a:pt x="762548" y="1209666"/>
                  <a:pt x="508365" y="1462533"/>
                  <a:pt x="0" y="1520760"/>
                </a:cubicBezTo>
                <a:lnTo>
                  <a:pt x="0" y="1139649"/>
                </a:lnTo>
                <a:cubicBezTo>
                  <a:pt x="245867" y="1131299"/>
                  <a:pt x="373508" y="1005489"/>
                  <a:pt x="383079" y="762136"/>
                </a:cubicBezTo>
                <a:lnTo>
                  <a:pt x="0" y="7621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5" name="Google Shape;2695;p173"/>
          <p:cNvSpPr txBox="1">
            <a:spLocks noGrp="1"/>
          </p:cNvSpPr>
          <p:nvPr>
            <p:ph type="body" idx="1"/>
          </p:nvPr>
        </p:nvSpPr>
        <p:spPr>
          <a:xfrm>
            <a:off x="5332654" y="1902408"/>
            <a:ext cx="5725093" cy="267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6" name="Google Shape;2696;p173"/>
          <p:cNvSpPr txBox="1">
            <a:spLocks noGrp="1"/>
          </p:cNvSpPr>
          <p:nvPr>
            <p:ph type="body" idx="2"/>
          </p:nvPr>
        </p:nvSpPr>
        <p:spPr>
          <a:xfrm>
            <a:off x="5332655" y="4955382"/>
            <a:ext cx="4962054" cy="381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7" name="Google Shape;2697;p173"/>
          <p:cNvSpPr txBox="1">
            <a:spLocks noGrp="1"/>
          </p:cNvSpPr>
          <p:nvPr>
            <p:ph type="body" idx="3"/>
          </p:nvPr>
        </p:nvSpPr>
        <p:spPr>
          <a:xfrm>
            <a:off x="5332655" y="5337240"/>
            <a:ext cx="4962054" cy="381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8" name="Google Shape;2698;p173"/>
          <p:cNvSpPr>
            <a:spLocks noGrp="1"/>
          </p:cNvSpPr>
          <p:nvPr>
            <p:ph type="pic" idx="4"/>
          </p:nvPr>
        </p:nvSpPr>
        <p:spPr>
          <a:xfrm>
            <a:off x="2279272" y="1902408"/>
            <a:ext cx="2290118" cy="2289969"/>
          </a:xfrm>
          <a:prstGeom prst="round1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699" name="Google Shape;2699;p173"/>
          <p:cNvSpPr txBox="1"/>
          <p:nvPr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 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Fast. </a:t>
            </a: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Stay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Secure.</a:t>
            </a:r>
            <a:endParaRPr sz="10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3 [Navy]">
  <p:cSld name="Quote 3 [Navy]">
    <p:spTree>
      <p:nvGrpSpPr>
        <p:cNvPr id="1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p174"/>
          <p:cNvSpPr/>
          <p:nvPr/>
        </p:nvSpPr>
        <p:spPr>
          <a:xfrm>
            <a:off x="3424290" y="757464"/>
            <a:ext cx="5343420" cy="5343072"/>
          </a:xfrm>
          <a:prstGeom prst="round2DiagRect">
            <a:avLst>
              <a:gd name="adj1" fmla="val 0"/>
              <a:gd name="adj2" fmla="val 16488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2" name="Google Shape;2702;p174"/>
          <p:cNvSpPr/>
          <p:nvPr/>
        </p:nvSpPr>
        <p:spPr>
          <a:xfrm>
            <a:off x="11371264" y="386557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3" name="Google Shape;2703;p174"/>
          <p:cNvSpPr txBox="1">
            <a:spLocks noGrp="1"/>
          </p:cNvSpPr>
          <p:nvPr>
            <p:ph type="body" idx="1"/>
          </p:nvPr>
        </p:nvSpPr>
        <p:spPr>
          <a:xfrm>
            <a:off x="4187636" y="1139112"/>
            <a:ext cx="3816728" cy="457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12592"/>
              </a:lnSpc>
              <a:spcBef>
                <a:spcPts val="1000"/>
              </a:spcBef>
              <a:spcAft>
                <a:spcPts val="0"/>
              </a:spcAft>
              <a:buSzPts val="2700"/>
              <a:buNone/>
              <a:defRPr sz="27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04" name="Google Shape;2704;p174"/>
          <p:cNvSpPr/>
          <p:nvPr/>
        </p:nvSpPr>
        <p:spPr>
          <a:xfrm rot="10800000">
            <a:off x="2296902" y="1459"/>
            <a:ext cx="1522170" cy="2275305"/>
          </a:xfrm>
          <a:custGeom>
            <a:avLst/>
            <a:gdLst/>
            <a:ahLst/>
            <a:cxnLst/>
            <a:rect l="l" t="t" r="r" b="b"/>
            <a:pathLst>
              <a:path w="1522170" h="2275305" extrusionOk="0">
                <a:moveTo>
                  <a:pt x="1356648" y="2275305"/>
                </a:moveTo>
                <a:lnTo>
                  <a:pt x="0" y="2275305"/>
                </a:lnTo>
                <a:lnTo>
                  <a:pt x="0" y="2274926"/>
                </a:lnTo>
                <a:cubicBezTo>
                  <a:pt x="490790" y="2258259"/>
                  <a:pt x="745582" y="2007121"/>
                  <a:pt x="764688" y="1521347"/>
                </a:cubicBezTo>
                <a:lnTo>
                  <a:pt x="0" y="1521347"/>
                </a:lnTo>
                <a:lnTo>
                  <a:pt x="0" y="0"/>
                </a:lnTo>
                <a:lnTo>
                  <a:pt x="1522170" y="0"/>
                </a:lnTo>
                <a:lnTo>
                  <a:pt x="1522170" y="1521347"/>
                </a:lnTo>
                <a:cubicBezTo>
                  <a:pt x="1522170" y="1800517"/>
                  <a:pt x="1472620" y="2041740"/>
                  <a:pt x="1373520" y="224501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5" name="Google Shape;2705;p174"/>
          <p:cNvSpPr/>
          <p:nvPr/>
        </p:nvSpPr>
        <p:spPr>
          <a:xfrm>
            <a:off x="8372928" y="4582696"/>
            <a:ext cx="1522170" cy="2275305"/>
          </a:xfrm>
          <a:custGeom>
            <a:avLst/>
            <a:gdLst/>
            <a:ahLst/>
            <a:cxnLst/>
            <a:rect l="l" t="t" r="r" b="b"/>
            <a:pathLst>
              <a:path w="1522170" h="2275305" extrusionOk="0">
                <a:moveTo>
                  <a:pt x="0" y="0"/>
                </a:moveTo>
                <a:lnTo>
                  <a:pt x="1522170" y="0"/>
                </a:lnTo>
                <a:lnTo>
                  <a:pt x="1522170" y="1521347"/>
                </a:lnTo>
                <a:cubicBezTo>
                  <a:pt x="1522170" y="1800517"/>
                  <a:pt x="1472620" y="2041739"/>
                  <a:pt x="1373521" y="2245016"/>
                </a:cubicBezTo>
                <a:lnTo>
                  <a:pt x="1356648" y="2275305"/>
                </a:lnTo>
                <a:lnTo>
                  <a:pt x="0" y="2275305"/>
                </a:lnTo>
                <a:lnTo>
                  <a:pt x="0" y="2274925"/>
                </a:lnTo>
                <a:cubicBezTo>
                  <a:pt x="490790" y="2258258"/>
                  <a:pt x="745582" y="2007120"/>
                  <a:pt x="764688" y="1521347"/>
                </a:cubicBezTo>
                <a:lnTo>
                  <a:pt x="0" y="152134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3 + Photo [Navy]">
  <p:cSld name="Quote 3 + Photo [Navy]">
    <p:spTree>
      <p:nvGrpSpPr>
        <p:cNvPr id="1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7" name="Google Shape;2707;p175"/>
          <p:cNvSpPr/>
          <p:nvPr/>
        </p:nvSpPr>
        <p:spPr>
          <a:xfrm>
            <a:off x="-27795" y="-11662"/>
            <a:ext cx="5742122" cy="690338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8" name="Google Shape;2708;p175"/>
          <p:cNvSpPr>
            <a:spLocks noGrp="1"/>
          </p:cNvSpPr>
          <p:nvPr>
            <p:ph type="pic" idx="2"/>
          </p:nvPr>
        </p:nvSpPr>
        <p:spPr>
          <a:xfrm flipH="1">
            <a:off x="5714327" y="3174"/>
            <a:ext cx="6488438" cy="6915046"/>
          </a:xfrm>
          <a:prstGeom prst="round1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2709" name="Google Shape;2709;p175"/>
          <p:cNvSpPr/>
          <p:nvPr/>
        </p:nvSpPr>
        <p:spPr>
          <a:xfrm>
            <a:off x="4569308" y="5337241"/>
            <a:ext cx="779456" cy="1554480"/>
          </a:xfrm>
          <a:custGeom>
            <a:avLst/>
            <a:gdLst/>
            <a:ahLst/>
            <a:cxnLst/>
            <a:rect l="l" t="t" r="r" b="b"/>
            <a:pathLst>
              <a:path w="779456" h="1554480" extrusionOk="0">
                <a:moveTo>
                  <a:pt x="0" y="0"/>
                </a:moveTo>
                <a:lnTo>
                  <a:pt x="779456" y="0"/>
                </a:lnTo>
                <a:lnTo>
                  <a:pt x="779456" y="779035"/>
                </a:lnTo>
                <a:cubicBezTo>
                  <a:pt x="779456" y="1236488"/>
                  <a:pt x="519637" y="1494962"/>
                  <a:pt x="0" y="1554480"/>
                </a:cubicBezTo>
                <a:lnTo>
                  <a:pt x="0" y="1164919"/>
                </a:lnTo>
                <a:cubicBezTo>
                  <a:pt x="251318" y="1156384"/>
                  <a:pt x="381789" y="1027784"/>
                  <a:pt x="391573" y="779035"/>
                </a:cubicBezTo>
                <a:lnTo>
                  <a:pt x="0" y="77903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10" name="Google Shape;2710;p175"/>
          <p:cNvSpPr txBox="1">
            <a:spLocks noGrp="1"/>
          </p:cNvSpPr>
          <p:nvPr>
            <p:ph type="body" idx="1"/>
          </p:nvPr>
        </p:nvSpPr>
        <p:spPr>
          <a:xfrm>
            <a:off x="763428" y="2632341"/>
            <a:ext cx="4187553" cy="232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700"/>
              <a:buNone/>
              <a:defRPr sz="27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1" name="Google Shape;2711;p175"/>
          <p:cNvSpPr/>
          <p:nvPr/>
        </p:nvSpPr>
        <p:spPr>
          <a:xfrm rot="10800000">
            <a:off x="370907" y="-5832"/>
            <a:ext cx="1145019" cy="2283528"/>
          </a:xfrm>
          <a:custGeom>
            <a:avLst/>
            <a:gdLst/>
            <a:ahLst/>
            <a:cxnLst/>
            <a:rect l="l" t="t" r="r" b="b"/>
            <a:pathLst>
              <a:path w="1145019" h="2283528" extrusionOk="0">
                <a:moveTo>
                  <a:pt x="0" y="0"/>
                </a:moveTo>
                <a:lnTo>
                  <a:pt x="1145019" y="0"/>
                </a:lnTo>
                <a:lnTo>
                  <a:pt x="1145019" y="1144400"/>
                </a:lnTo>
                <a:cubicBezTo>
                  <a:pt x="1145019" y="1816398"/>
                  <a:pt x="763346" y="2196096"/>
                  <a:pt x="0" y="2283528"/>
                </a:cubicBezTo>
                <a:lnTo>
                  <a:pt x="0" y="1711264"/>
                </a:lnTo>
                <a:cubicBezTo>
                  <a:pt x="369186" y="1698726"/>
                  <a:pt x="560848" y="1509813"/>
                  <a:pt x="575219" y="1144400"/>
                </a:cubicBezTo>
                <a:lnTo>
                  <a:pt x="0" y="114440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12" name="Google Shape;2712;p175"/>
          <p:cNvSpPr txBox="1"/>
          <p:nvPr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 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Fast. </a:t>
            </a: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Stay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Secure.</a:t>
            </a:r>
            <a:endParaRPr sz="10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5 [Navy]">
  <p:cSld name="Quote 5 [Navy]">
    <p:bg>
      <p:bgPr>
        <a:solidFill>
          <a:schemeClr val="dk1"/>
        </a:solidFill>
        <a:effectLst/>
      </p:bgPr>
    </p:bg>
    <p:spTree>
      <p:nvGrpSpPr>
        <p:cNvPr id="1" name="Shape 2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Google Shape;2714;p176"/>
          <p:cNvSpPr/>
          <p:nvPr/>
        </p:nvSpPr>
        <p:spPr>
          <a:xfrm rot="-5400000" flipH="1">
            <a:off x="5908855" y="574854"/>
            <a:ext cx="6858002" cy="5708293"/>
          </a:xfrm>
          <a:prstGeom prst="round2SameRect">
            <a:avLst>
              <a:gd name="adj1" fmla="val 153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15" name="Google Shape;2715;p176"/>
          <p:cNvSpPr/>
          <p:nvPr/>
        </p:nvSpPr>
        <p:spPr>
          <a:xfrm>
            <a:off x="11371264" y="379630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16" name="Google Shape;2716;p176"/>
          <p:cNvSpPr txBox="1">
            <a:spLocks noGrp="1"/>
          </p:cNvSpPr>
          <p:nvPr>
            <p:ph type="body" idx="1"/>
          </p:nvPr>
        </p:nvSpPr>
        <p:spPr>
          <a:xfrm>
            <a:off x="377236" y="375444"/>
            <a:ext cx="5722029" cy="38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Century Gothic"/>
              <a:buNone/>
              <a:defRPr sz="23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7" name="Google Shape;2717;p176"/>
          <p:cNvSpPr txBox="1">
            <a:spLocks noGrp="1"/>
          </p:cNvSpPr>
          <p:nvPr>
            <p:ph type="body" idx="2"/>
          </p:nvPr>
        </p:nvSpPr>
        <p:spPr>
          <a:xfrm>
            <a:off x="6866315" y="2272098"/>
            <a:ext cx="4573104" cy="3045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8" name="Google Shape;2718;p176"/>
          <p:cNvSpPr txBox="1">
            <a:spLocks noGrp="1"/>
          </p:cNvSpPr>
          <p:nvPr>
            <p:ph type="body" idx="3"/>
          </p:nvPr>
        </p:nvSpPr>
        <p:spPr>
          <a:xfrm>
            <a:off x="370705" y="1530374"/>
            <a:ext cx="5711760" cy="372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9" name="Google Shape;2719;p176"/>
          <p:cNvSpPr txBox="1">
            <a:spLocks noGrp="1"/>
          </p:cNvSpPr>
          <p:nvPr>
            <p:ph type="body" idx="4"/>
          </p:nvPr>
        </p:nvSpPr>
        <p:spPr>
          <a:xfrm>
            <a:off x="370705" y="2009653"/>
            <a:ext cx="5727078" cy="4312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 b="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0" name="Google Shape;2720;p176"/>
          <p:cNvSpPr txBox="1">
            <a:spLocks noGrp="1"/>
          </p:cNvSpPr>
          <p:nvPr>
            <p:ph type="body" idx="5"/>
          </p:nvPr>
        </p:nvSpPr>
        <p:spPr>
          <a:xfrm>
            <a:off x="370705" y="883466"/>
            <a:ext cx="5728559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1" name="Google Shape;2721;p176"/>
          <p:cNvSpPr/>
          <p:nvPr/>
        </p:nvSpPr>
        <p:spPr>
          <a:xfrm rot="10800000">
            <a:off x="6483707" y="0"/>
            <a:ext cx="1246603" cy="1963458"/>
          </a:xfrm>
          <a:custGeom>
            <a:avLst/>
            <a:gdLst/>
            <a:ahLst/>
            <a:cxnLst/>
            <a:rect l="l" t="t" r="r" b="b"/>
            <a:pathLst>
              <a:path w="1246603" h="1963458" extrusionOk="0">
                <a:moveTo>
                  <a:pt x="1050803" y="1963458"/>
                </a:moveTo>
                <a:lnTo>
                  <a:pt x="0" y="1963458"/>
                </a:lnTo>
                <a:lnTo>
                  <a:pt x="0" y="1863078"/>
                </a:lnTo>
                <a:cubicBezTo>
                  <a:pt x="401939" y="1849428"/>
                  <a:pt x="610605" y="1643755"/>
                  <a:pt x="626252" y="1245926"/>
                </a:cubicBezTo>
                <a:lnTo>
                  <a:pt x="0" y="1245926"/>
                </a:lnTo>
                <a:lnTo>
                  <a:pt x="0" y="0"/>
                </a:lnTo>
                <a:lnTo>
                  <a:pt x="1246603" y="0"/>
                </a:lnTo>
                <a:lnTo>
                  <a:pt x="1246603" y="1245926"/>
                </a:lnTo>
                <a:cubicBezTo>
                  <a:pt x="1246603" y="1520281"/>
                  <a:pt x="1188169" y="1749885"/>
                  <a:pt x="1071300" y="193473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22" name="Google Shape;2722;p176"/>
          <p:cNvSpPr/>
          <p:nvPr/>
        </p:nvSpPr>
        <p:spPr>
          <a:xfrm>
            <a:off x="11053509" y="5317969"/>
            <a:ext cx="767785" cy="1531211"/>
          </a:xfrm>
          <a:custGeom>
            <a:avLst/>
            <a:gdLst/>
            <a:ahLst/>
            <a:cxnLst/>
            <a:rect l="l" t="t" r="r" b="b"/>
            <a:pathLst>
              <a:path w="767785" h="1531211" extrusionOk="0">
                <a:moveTo>
                  <a:pt x="0" y="0"/>
                </a:moveTo>
                <a:lnTo>
                  <a:pt x="767785" y="0"/>
                </a:lnTo>
                <a:lnTo>
                  <a:pt x="767785" y="767373"/>
                </a:lnTo>
                <a:cubicBezTo>
                  <a:pt x="767785" y="1217979"/>
                  <a:pt x="511857" y="1472584"/>
                  <a:pt x="0" y="1531211"/>
                </a:cubicBezTo>
                <a:lnTo>
                  <a:pt x="0" y="1147481"/>
                </a:lnTo>
                <a:cubicBezTo>
                  <a:pt x="247555" y="1139074"/>
                  <a:pt x="376073" y="1012399"/>
                  <a:pt x="385710" y="767373"/>
                </a:cubicBezTo>
                <a:lnTo>
                  <a:pt x="0" y="7673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23" name="Google Shape;2723;p176"/>
          <p:cNvSpPr txBox="1"/>
          <p:nvPr/>
        </p:nvSpPr>
        <p:spPr>
          <a:xfrm>
            <a:off x="9495692" y="6471444"/>
            <a:ext cx="2325602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85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24" name="Google Shape;2724;p176"/>
          <p:cNvSpPr txBox="1"/>
          <p:nvPr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 </a:t>
            </a:r>
            <a:r>
              <a:rPr lang="en-US" sz="10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Fast. </a:t>
            </a:r>
            <a:r>
              <a:rPr lang="en-US" sz="1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Stay</a:t>
            </a:r>
            <a:r>
              <a:rPr lang="en-US" sz="10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Secure.</a:t>
            </a:r>
            <a:endParaRPr sz="1000" b="1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6 [Blue]">
  <p:cSld name="Quote 6 [Blue]">
    <p:bg>
      <p:bgPr>
        <a:solidFill>
          <a:schemeClr val="dk1"/>
        </a:solidFill>
        <a:effectLst/>
      </p:bgPr>
    </p:bg>
    <p:spTree>
      <p:nvGrpSpPr>
        <p:cNvPr id="1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p177"/>
          <p:cNvSpPr/>
          <p:nvPr/>
        </p:nvSpPr>
        <p:spPr>
          <a:xfrm rot="-5400000" flipH="1">
            <a:off x="5908855" y="574854"/>
            <a:ext cx="6858002" cy="5708293"/>
          </a:xfrm>
          <a:prstGeom prst="round2SameRect">
            <a:avLst>
              <a:gd name="adj1" fmla="val 153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27" name="Google Shape;2727;p177"/>
          <p:cNvSpPr/>
          <p:nvPr/>
        </p:nvSpPr>
        <p:spPr>
          <a:xfrm rot="10800000">
            <a:off x="6483707" y="0"/>
            <a:ext cx="1246603" cy="1963458"/>
          </a:xfrm>
          <a:custGeom>
            <a:avLst/>
            <a:gdLst/>
            <a:ahLst/>
            <a:cxnLst/>
            <a:rect l="l" t="t" r="r" b="b"/>
            <a:pathLst>
              <a:path w="1246603" h="1963458" extrusionOk="0">
                <a:moveTo>
                  <a:pt x="1050803" y="1963458"/>
                </a:moveTo>
                <a:lnTo>
                  <a:pt x="0" y="1963458"/>
                </a:lnTo>
                <a:lnTo>
                  <a:pt x="0" y="1863078"/>
                </a:lnTo>
                <a:cubicBezTo>
                  <a:pt x="401939" y="1849428"/>
                  <a:pt x="610605" y="1643755"/>
                  <a:pt x="626252" y="1245926"/>
                </a:cubicBezTo>
                <a:lnTo>
                  <a:pt x="0" y="1245926"/>
                </a:lnTo>
                <a:lnTo>
                  <a:pt x="0" y="0"/>
                </a:lnTo>
                <a:lnTo>
                  <a:pt x="1246603" y="0"/>
                </a:lnTo>
                <a:lnTo>
                  <a:pt x="1246603" y="1245926"/>
                </a:lnTo>
                <a:cubicBezTo>
                  <a:pt x="1246603" y="1520281"/>
                  <a:pt x="1188169" y="1749885"/>
                  <a:pt x="1071300" y="19347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28" name="Google Shape;2728;p177"/>
          <p:cNvSpPr/>
          <p:nvPr/>
        </p:nvSpPr>
        <p:spPr>
          <a:xfrm>
            <a:off x="11371264" y="386557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29" name="Google Shape;2729;p177"/>
          <p:cNvSpPr txBox="1">
            <a:spLocks noGrp="1"/>
          </p:cNvSpPr>
          <p:nvPr>
            <p:ph type="body" idx="1"/>
          </p:nvPr>
        </p:nvSpPr>
        <p:spPr>
          <a:xfrm>
            <a:off x="6866315" y="2272098"/>
            <a:ext cx="4573104" cy="3045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0" name="Google Shape;2730;p177"/>
          <p:cNvSpPr txBox="1">
            <a:spLocks noGrp="1"/>
          </p:cNvSpPr>
          <p:nvPr>
            <p:ph type="body" idx="2"/>
          </p:nvPr>
        </p:nvSpPr>
        <p:spPr>
          <a:xfrm>
            <a:off x="370705" y="1530374"/>
            <a:ext cx="5711760" cy="372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Century Gothic"/>
              <a:buNone/>
              <a:defRPr sz="17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1" name="Google Shape;2731;p177"/>
          <p:cNvSpPr txBox="1">
            <a:spLocks noGrp="1"/>
          </p:cNvSpPr>
          <p:nvPr>
            <p:ph type="body" idx="3"/>
          </p:nvPr>
        </p:nvSpPr>
        <p:spPr>
          <a:xfrm>
            <a:off x="370705" y="2009654"/>
            <a:ext cx="5727078" cy="426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 b="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2" name="Google Shape;2732;p177"/>
          <p:cNvSpPr/>
          <p:nvPr/>
        </p:nvSpPr>
        <p:spPr>
          <a:xfrm>
            <a:off x="11053509" y="5317969"/>
            <a:ext cx="767785" cy="1531211"/>
          </a:xfrm>
          <a:custGeom>
            <a:avLst/>
            <a:gdLst/>
            <a:ahLst/>
            <a:cxnLst/>
            <a:rect l="l" t="t" r="r" b="b"/>
            <a:pathLst>
              <a:path w="767785" h="1531211" extrusionOk="0">
                <a:moveTo>
                  <a:pt x="0" y="0"/>
                </a:moveTo>
                <a:lnTo>
                  <a:pt x="767785" y="0"/>
                </a:lnTo>
                <a:lnTo>
                  <a:pt x="767785" y="767373"/>
                </a:lnTo>
                <a:cubicBezTo>
                  <a:pt x="767785" y="1217979"/>
                  <a:pt x="511857" y="1472584"/>
                  <a:pt x="0" y="1531211"/>
                </a:cubicBezTo>
                <a:lnTo>
                  <a:pt x="0" y="1147481"/>
                </a:lnTo>
                <a:cubicBezTo>
                  <a:pt x="247555" y="1139074"/>
                  <a:pt x="376073" y="1012399"/>
                  <a:pt x="385710" y="767373"/>
                </a:cubicBezTo>
                <a:lnTo>
                  <a:pt x="0" y="76737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3" name="Google Shape;2733;p177"/>
          <p:cNvSpPr txBox="1">
            <a:spLocks noGrp="1"/>
          </p:cNvSpPr>
          <p:nvPr>
            <p:ph type="body" idx="4"/>
          </p:nvPr>
        </p:nvSpPr>
        <p:spPr>
          <a:xfrm>
            <a:off x="377236" y="375444"/>
            <a:ext cx="5722029" cy="38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Century Gothic"/>
              <a:buNone/>
              <a:defRPr sz="23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4" name="Google Shape;2734;p177"/>
          <p:cNvSpPr txBox="1">
            <a:spLocks noGrp="1"/>
          </p:cNvSpPr>
          <p:nvPr>
            <p:ph type="body" idx="5"/>
          </p:nvPr>
        </p:nvSpPr>
        <p:spPr>
          <a:xfrm>
            <a:off x="370705" y="883466"/>
            <a:ext cx="5728559" cy="25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5" name="Google Shape;2735;p177"/>
          <p:cNvSpPr txBox="1"/>
          <p:nvPr/>
        </p:nvSpPr>
        <p:spPr>
          <a:xfrm>
            <a:off x="9495692" y="6471444"/>
            <a:ext cx="2325602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85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6" name="Google Shape;2736;p177"/>
          <p:cNvSpPr txBox="1"/>
          <p:nvPr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 </a:t>
            </a:r>
            <a:r>
              <a:rPr lang="en-US" sz="10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Fast. </a:t>
            </a:r>
            <a:r>
              <a:rPr lang="en-US" sz="1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Stay</a:t>
            </a:r>
            <a:r>
              <a:rPr lang="en-US" sz="10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Secure.</a:t>
            </a:r>
            <a:endParaRPr sz="1000" b="1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">
  <p:cSld name="Cover 0"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55"/>
          <p:cNvSpPr/>
          <p:nvPr/>
        </p:nvSpPr>
        <p:spPr>
          <a:xfrm rot="10800000">
            <a:off x="8514080" y="727"/>
            <a:ext cx="3677523" cy="4578200"/>
          </a:xfrm>
          <a:prstGeom prst="rect">
            <a:avLst/>
          </a:prstGeom>
          <a:gradFill>
            <a:gsLst>
              <a:gs pos="0">
                <a:schemeClr val="dk2"/>
              </a:gs>
              <a:gs pos="50000">
                <a:schemeClr val="lt1"/>
              </a:gs>
              <a:gs pos="100000">
                <a:schemeClr val="accent5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2" name="Google Shape;1832;p55"/>
          <p:cNvSpPr/>
          <p:nvPr/>
        </p:nvSpPr>
        <p:spPr>
          <a:xfrm>
            <a:off x="397" y="0"/>
            <a:ext cx="9912131" cy="6858000"/>
          </a:xfrm>
          <a:prstGeom prst="round1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3" name="Google Shape;1833;p55"/>
          <p:cNvSpPr/>
          <p:nvPr/>
        </p:nvSpPr>
        <p:spPr>
          <a:xfrm>
            <a:off x="9912530" y="4578927"/>
            <a:ext cx="2279074" cy="2279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4" name="Google Shape;1834;p55"/>
          <p:cNvSpPr/>
          <p:nvPr/>
        </p:nvSpPr>
        <p:spPr>
          <a:xfrm>
            <a:off x="10251967" y="5544897"/>
            <a:ext cx="1600200" cy="34713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5" name="Google Shape;1835;p55"/>
          <p:cNvSpPr txBox="1">
            <a:spLocks noGrp="1"/>
          </p:cNvSpPr>
          <p:nvPr>
            <p:ph type="body" idx="1"/>
          </p:nvPr>
        </p:nvSpPr>
        <p:spPr>
          <a:xfrm>
            <a:off x="388963" y="4410075"/>
            <a:ext cx="6859240" cy="147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50"/>
              <a:buFont typeface="Century Gothic"/>
              <a:buNone/>
              <a:defRPr sz="225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6" name="Google Shape;1836;p55"/>
          <p:cNvSpPr txBox="1">
            <a:spLocks noGrp="1"/>
          </p:cNvSpPr>
          <p:nvPr>
            <p:ph type="title"/>
          </p:nvPr>
        </p:nvSpPr>
        <p:spPr>
          <a:xfrm>
            <a:off x="388963" y="2428874"/>
            <a:ext cx="6859272" cy="196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sz="44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7" name="Google Shape;1837;p55"/>
          <p:cNvSpPr txBox="1"/>
          <p:nvPr/>
        </p:nvSpPr>
        <p:spPr>
          <a:xfrm>
            <a:off x="168303" y="6471444"/>
            <a:ext cx="2250574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85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8" name="Google Shape;1838;p55"/>
          <p:cNvSpPr txBox="1"/>
          <p:nvPr/>
        </p:nvSpPr>
        <p:spPr>
          <a:xfrm>
            <a:off x="388963" y="6448866"/>
            <a:ext cx="54337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374948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+ Subhead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B419DC0F-E6A4-4F32-C573-31DF8A186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BE5763AB-F3EF-B688-30DC-9DE7CE5F4E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9633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[Navy]">
  <p:cSld name="Blank [Navy]">
    <p:bg>
      <p:bgPr>
        <a:solidFill>
          <a:schemeClr val="dk2"/>
        </a:solidFill>
        <a:effectLst/>
      </p:bgPr>
    </p:bg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59"/>
          <p:cNvSpPr txBox="1"/>
          <p:nvPr/>
        </p:nvSpPr>
        <p:spPr>
          <a:xfrm>
            <a:off x="9641840" y="6471444"/>
            <a:ext cx="2179454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1" name="Google Shape;1841;p59"/>
          <p:cNvSpPr/>
          <p:nvPr/>
        </p:nvSpPr>
        <p:spPr>
          <a:xfrm>
            <a:off x="11371264" y="386557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2" name="Google Shape;1842;p59"/>
          <p:cNvSpPr txBox="1"/>
          <p:nvPr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 </a:t>
            </a:r>
            <a:r>
              <a:rPr lang="en-US" sz="10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Fast. </a:t>
            </a:r>
            <a:r>
              <a:rPr lang="en-US" sz="1000" b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Stay</a:t>
            </a:r>
            <a:r>
              <a:rPr lang="en-US" sz="10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Secure.</a:t>
            </a:r>
            <a:endParaRPr sz="10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5072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56"/>
          <p:cNvSpPr txBox="1">
            <a:spLocks noGrp="1"/>
          </p:cNvSpPr>
          <p:nvPr>
            <p:ph type="title"/>
          </p:nvPr>
        </p:nvSpPr>
        <p:spPr>
          <a:xfrm>
            <a:off x="370706" y="386557"/>
            <a:ext cx="9298820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  <a:defRPr sz="23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7" name="Google Shape;2327;p56"/>
          <p:cNvSpPr txBox="1">
            <a:spLocks noGrp="1"/>
          </p:cNvSpPr>
          <p:nvPr>
            <p:ph type="body" idx="1"/>
          </p:nvPr>
        </p:nvSpPr>
        <p:spPr>
          <a:xfrm>
            <a:off x="370705" y="2294513"/>
            <a:ext cx="10983095" cy="3882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328" name="Google Shape;2328;p56"/>
          <p:cNvSpPr txBox="1"/>
          <p:nvPr/>
        </p:nvSpPr>
        <p:spPr>
          <a:xfrm>
            <a:off x="9570720" y="6471444"/>
            <a:ext cx="2250574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2026 Zscaler, Inc. All rights reserved</a:t>
            </a:r>
            <a:endParaRPr sz="85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9" name="Google Shape;2329;p56"/>
          <p:cNvSpPr/>
          <p:nvPr/>
        </p:nvSpPr>
        <p:spPr>
          <a:xfrm>
            <a:off x="11371264" y="386557"/>
            <a:ext cx="450028" cy="275000"/>
          </a:xfrm>
          <a:custGeom>
            <a:avLst/>
            <a:gdLst/>
            <a:ahLst/>
            <a:cxnLst/>
            <a:rect l="l" t="t" r="r" b="b"/>
            <a:pathLst>
              <a:path w="450028" h="275000" extrusionOk="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0" name="Google Shape;2330;p56"/>
          <p:cNvSpPr txBox="1"/>
          <p:nvPr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 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Fast. </a:t>
            </a:r>
            <a:r>
              <a:rPr lang="en-US"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Stay</a:t>
            </a:r>
            <a:r>
              <a:rPr lang="en-US" sz="1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Secure.</a:t>
            </a:r>
            <a:endParaRPr sz="10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23" r:id="rId36"/>
    <p:sldLayoutId id="2147483924" r:id="rId37"/>
    <p:sldLayoutId id="2147483925" r:id="rId38"/>
    <p:sldLayoutId id="2147483926" r:id="rId39"/>
    <p:sldLayoutId id="2147483927" r:id="rId40"/>
    <p:sldLayoutId id="2147483928" r:id="rId41"/>
    <p:sldLayoutId id="2147483929" r:id="rId42"/>
    <p:sldLayoutId id="2147483930" r:id="rId43"/>
    <p:sldLayoutId id="2147483931" r:id="rId44"/>
    <p:sldLayoutId id="2147483932" r:id="rId45"/>
    <p:sldLayoutId id="2147483933" r:id="rId46"/>
    <p:sldLayoutId id="2147483934" r:id="rId47"/>
    <p:sldLayoutId id="2147484435" r:id="rId48"/>
    <p:sldLayoutId id="2147484436" r:id="rId49"/>
    <p:sldLayoutId id="2147484437" r:id="rId5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3" Type="http://schemas.openxmlformats.org/officeDocument/2006/relationships/image" Target="../media/image1.emf"/><Relationship Id="rId21" Type="http://schemas.openxmlformats.org/officeDocument/2006/relationships/image" Target="../media/image19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5" Type="http://schemas.openxmlformats.org/officeDocument/2006/relationships/image" Target="../media/image13.emf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9.emf"/><Relationship Id="rId18" Type="http://schemas.openxmlformats.org/officeDocument/2006/relationships/image" Target="../media/image22.emf"/><Relationship Id="rId3" Type="http://schemas.openxmlformats.org/officeDocument/2006/relationships/image" Target="../media/image1.emf"/><Relationship Id="rId21" Type="http://schemas.openxmlformats.org/officeDocument/2006/relationships/image" Target="../media/image25.emf"/><Relationship Id="rId7" Type="http://schemas.openxmlformats.org/officeDocument/2006/relationships/image" Target="../media/image5.emf"/><Relationship Id="rId12" Type="http://schemas.openxmlformats.org/officeDocument/2006/relationships/image" Target="../media/image21.emf"/><Relationship Id="rId17" Type="http://schemas.openxmlformats.org/officeDocument/2006/relationships/image" Target="../media/image13.e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2.emf"/><Relationship Id="rId20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20.emf"/><Relationship Id="rId5" Type="http://schemas.openxmlformats.org/officeDocument/2006/relationships/image" Target="../media/image3.emf"/><Relationship Id="rId15" Type="http://schemas.openxmlformats.org/officeDocument/2006/relationships/image" Target="../media/image11.emf"/><Relationship Id="rId10" Type="http://schemas.openxmlformats.org/officeDocument/2006/relationships/image" Target="../media/image8.emf"/><Relationship Id="rId19" Type="http://schemas.openxmlformats.org/officeDocument/2006/relationships/image" Target="../media/image23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9.emf"/><Relationship Id="rId18" Type="http://schemas.openxmlformats.org/officeDocument/2006/relationships/image" Target="../media/image31.emf"/><Relationship Id="rId26" Type="http://schemas.openxmlformats.org/officeDocument/2006/relationships/image" Target="../media/image39.emf"/><Relationship Id="rId3" Type="http://schemas.openxmlformats.org/officeDocument/2006/relationships/image" Target="../media/image1.emf"/><Relationship Id="rId21" Type="http://schemas.openxmlformats.org/officeDocument/2006/relationships/image" Target="../media/image34.emf"/><Relationship Id="rId7" Type="http://schemas.openxmlformats.org/officeDocument/2006/relationships/image" Target="../media/image5.emf"/><Relationship Id="rId12" Type="http://schemas.openxmlformats.org/officeDocument/2006/relationships/image" Target="../media/image21.emf"/><Relationship Id="rId17" Type="http://schemas.openxmlformats.org/officeDocument/2006/relationships/image" Target="../media/image30.emf"/><Relationship Id="rId25" Type="http://schemas.openxmlformats.org/officeDocument/2006/relationships/image" Target="../media/image38.e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9.emf"/><Relationship Id="rId20" Type="http://schemas.openxmlformats.org/officeDocument/2006/relationships/image" Target="../media/image3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20.emf"/><Relationship Id="rId24" Type="http://schemas.openxmlformats.org/officeDocument/2006/relationships/image" Target="../media/image37.emf"/><Relationship Id="rId5" Type="http://schemas.openxmlformats.org/officeDocument/2006/relationships/image" Target="../media/image3.emf"/><Relationship Id="rId15" Type="http://schemas.openxmlformats.org/officeDocument/2006/relationships/image" Target="../media/image12.emf"/><Relationship Id="rId23" Type="http://schemas.openxmlformats.org/officeDocument/2006/relationships/image" Target="../media/image36.emf"/><Relationship Id="rId10" Type="http://schemas.openxmlformats.org/officeDocument/2006/relationships/image" Target="../media/image8.emf"/><Relationship Id="rId19" Type="http://schemas.openxmlformats.org/officeDocument/2006/relationships/image" Target="../media/image32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1.emf"/><Relationship Id="rId22" Type="http://schemas.openxmlformats.org/officeDocument/2006/relationships/image" Target="../media/image3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18">
          <a:extLst>
            <a:ext uri="{FF2B5EF4-FFF2-40B4-BE49-F238E27FC236}">
              <a16:creationId xmlns:a16="http://schemas.microsoft.com/office/drawing/2014/main" id="{3B2668A6-92D8-9986-C140-25EEBCE2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2" name="Rounded Rectangle 16741">
            <a:extLst>
              <a:ext uri="{FF2B5EF4-FFF2-40B4-BE49-F238E27FC236}">
                <a16:creationId xmlns:a16="http://schemas.microsoft.com/office/drawing/2014/main" id="{7E8C7648-A9BF-0E91-8A0A-5BFF1D02494B}"/>
              </a:ext>
            </a:extLst>
          </p:cNvPr>
          <p:cNvSpPr/>
          <p:nvPr/>
        </p:nvSpPr>
        <p:spPr>
          <a:xfrm>
            <a:off x="6440761" y="5179981"/>
            <a:ext cx="1240406" cy="966774"/>
          </a:xfrm>
          <a:prstGeom prst="roundRect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43" name="Rounded Rectangle 16742">
            <a:extLst>
              <a:ext uri="{FF2B5EF4-FFF2-40B4-BE49-F238E27FC236}">
                <a16:creationId xmlns:a16="http://schemas.microsoft.com/office/drawing/2014/main" id="{3B39326F-FEC3-4F1E-AE58-5A80ECFFBB9E}"/>
              </a:ext>
            </a:extLst>
          </p:cNvPr>
          <p:cNvSpPr/>
          <p:nvPr/>
        </p:nvSpPr>
        <p:spPr>
          <a:xfrm>
            <a:off x="641200" y="5170554"/>
            <a:ext cx="1240406" cy="966774"/>
          </a:xfrm>
          <a:prstGeom prst="roundRect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76BB6988-01F4-103E-3FA7-3C83DFE7B8B9}"/>
              </a:ext>
            </a:extLst>
          </p:cNvPr>
          <p:cNvSpPr/>
          <p:nvPr/>
        </p:nvSpPr>
        <p:spPr>
          <a:xfrm>
            <a:off x="4999070" y="5179981"/>
            <a:ext cx="1240406" cy="966774"/>
          </a:xfrm>
          <a:prstGeom prst="roundRect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AEC6CAD-BD20-2174-6D7A-0C890932E429}"/>
              </a:ext>
            </a:extLst>
          </p:cNvPr>
          <p:cNvSpPr/>
          <p:nvPr/>
        </p:nvSpPr>
        <p:spPr>
          <a:xfrm>
            <a:off x="3545642" y="5162013"/>
            <a:ext cx="1240406" cy="966774"/>
          </a:xfrm>
          <a:prstGeom prst="roundRect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EEC97ED-7A62-FC9B-8C75-1412954F303D}"/>
              </a:ext>
            </a:extLst>
          </p:cNvPr>
          <p:cNvSpPr/>
          <p:nvPr/>
        </p:nvSpPr>
        <p:spPr>
          <a:xfrm>
            <a:off x="2092213" y="5151762"/>
            <a:ext cx="1240406" cy="966774"/>
          </a:xfrm>
          <a:prstGeom prst="roundRect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20" name="Google Shape;16520;p46">
            <a:extLst>
              <a:ext uri="{FF2B5EF4-FFF2-40B4-BE49-F238E27FC236}">
                <a16:creationId xmlns:a16="http://schemas.microsoft.com/office/drawing/2014/main" id="{E88BB79B-C962-2C9C-9A0C-0AF4FE20F3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</a:pPr>
            <a:r>
              <a:rPr lang="en-US" dirty="0"/>
              <a:t>Current State: LAN Architecture &amp; Challenges</a:t>
            </a: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D7F727B-593E-4E3B-F148-5C3916967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09" y="5425070"/>
            <a:ext cx="374650" cy="2667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D1A1F9F-5551-A8F4-FF94-398D99B61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40" y="5792645"/>
            <a:ext cx="365760" cy="2603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EDAA8CE-6BBA-BB9C-C2F4-845E5831D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779" y="5736378"/>
            <a:ext cx="365760" cy="32792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63687B9-F6E6-921E-403E-0E6E4D13E7CE}"/>
              </a:ext>
            </a:extLst>
          </p:cNvPr>
          <p:cNvSpPr txBox="1"/>
          <p:nvPr/>
        </p:nvSpPr>
        <p:spPr>
          <a:xfrm>
            <a:off x="995548" y="5229332"/>
            <a:ext cx="4138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IoT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5433C1-7189-105E-F869-5ED23FF0DA2A}"/>
              </a:ext>
            </a:extLst>
          </p:cNvPr>
          <p:cNvSpPr txBox="1"/>
          <p:nvPr/>
        </p:nvSpPr>
        <p:spPr>
          <a:xfrm>
            <a:off x="6652172" y="5170554"/>
            <a:ext cx="7700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Desktops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CDD22ED-69B6-1F3C-1A5B-E7731CD652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7825" y="5409481"/>
            <a:ext cx="365760" cy="3223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3F2D65E-A44F-1FF8-17CE-D49EB4F475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7825" y="5779703"/>
            <a:ext cx="365760" cy="32236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BAB272D-0788-6AE1-FFB4-A459FA5530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413" y="5785386"/>
            <a:ext cx="365760" cy="32236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36E0A72-DE8D-D082-9EDC-5F1DBA3FAF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0432" y="5530937"/>
            <a:ext cx="365760" cy="26486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5CF38ED-6045-045F-B898-E0CD8AD439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9548" y="5541503"/>
            <a:ext cx="365760" cy="26486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4223FC5-7DE0-8737-83E9-02EE9290C4D0}"/>
              </a:ext>
            </a:extLst>
          </p:cNvPr>
          <p:cNvSpPr txBox="1"/>
          <p:nvPr/>
        </p:nvSpPr>
        <p:spPr>
          <a:xfrm>
            <a:off x="2374553" y="5152388"/>
            <a:ext cx="661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WiFi</a:t>
            </a:r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(Guest)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3C0A48-32B8-6DB0-D4E8-4A3E5B309957}"/>
              </a:ext>
            </a:extLst>
          </p:cNvPr>
          <p:cNvSpPr txBox="1"/>
          <p:nvPr/>
        </p:nvSpPr>
        <p:spPr>
          <a:xfrm>
            <a:off x="3767986" y="5152586"/>
            <a:ext cx="795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IT </a:t>
            </a:r>
            <a:r>
              <a:rPr lang="en-US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(Services)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3739959-66E2-13DE-618B-6B90CE7A52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9924" y="5635149"/>
            <a:ext cx="365760" cy="31616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A5B3806-3D01-12DD-0AB0-858AC0854C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0441" y="5610351"/>
            <a:ext cx="235574" cy="36576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252B7C1-0991-A35F-C69B-420951C5238B}"/>
              </a:ext>
            </a:extLst>
          </p:cNvPr>
          <p:cNvSpPr txBox="1"/>
          <p:nvPr/>
        </p:nvSpPr>
        <p:spPr>
          <a:xfrm>
            <a:off x="5246622" y="5170554"/>
            <a:ext cx="7957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Users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3F61AC7-7079-EA1C-565E-944DF7EEC5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0585" y="4236783"/>
            <a:ext cx="505688" cy="499602"/>
          </a:xfrm>
          <a:prstGeom prst="rect">
            <a:avLst/>
          </a:prstGeom>
        </p:spPr>
      </p:pic>
      <p:cxnSp>
        <p:nvCxnSpPr>
          <p:cNvPr id="61" name="Google Shape;5368;p511">
            <a:extLst>
              <a:ext uri="{FF2B5EF4-FFF2-40B4-BE49-F238E27FC236}">
                <a16:creationId xmlns:a16="http://schemas.microsoft.com/office/drawing/2014/main" id="{6DF13BFA-C9CF-9450-F262-74DE44A5F9ED}"/>
              </a:ext>
            </a:extLst>
          </p:cNvPr>
          <p:cNvCxnSpPr>
            <a:cxnSpLocks/>
          </p:cNvCxnSpPr>
          <p:nvPr/>
        </p:nvCxnSpPr>
        <p:spPr>
          <a:xfrm rot="16200000" flipV="1">
            <a:off x="4749701" y="4281397"/>
            <a:ext cx="527599" cy="1250716"/>
          </a:xfrm>
          <a:prstGeom prst="bentConnector2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63" name="Google Shape;5368;p511">
            <a:extLst>
              <a:ext uri="{FF2B5EF4-FFF2-40B4-BE49-F238E27FC236}">
                <a16:creationId xmlns:a16="http://schemas.microsoft.com/office/drawing/2014/main" id="{29BB4567-3392-D2F6-7BB1-96128693BD9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13213" y="4302136"/>
            <a:ext cx="499602" cy="1200902"/>
          </a:xfrm>
          <a:prstGeom prst="bentConnector2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6614" name="Google Shape;5383;p511">
            <a:extLst>
              <a:ext uri="{FF2B5EF4-FFF2-40B4-BE49-F238E27FC236}">
                <a16:creationId xmlns:a16="http://schemas.microsoft.com/office/drawing/2014/main" id="{9C38E89F-12E4-B72F-FDAA-CF45CE618D10}"/>
              </a:ext>
            </a:extLst>
          </p:cNvPr>
          <p:cNvCxnSpPr>
            <a:cxnSpLocks/>
            <a:stCxn id="42" idx="2"/>
            <a:endCxn id="34" idx="0"/>
          </p:cNvCxnSpPr>
          <p:nvPr/>
        </p:nvCxnSpPr>
        <p:spPr>
          <a:xfrm>
            <a:off x="4163429" y="4736385"/>
            <a:ext cx="2416" cy="416201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6617" name="Google Shape;5383;p511">
            <a:extLst>
              <a:ext uri="{FF2B5EF4-FFF2-40B4-BE49-F238E27FC236}">
                <a16:creationId xmlns:a16="http://schemas.microsoft.com/office/drawing/2014/main" id="{3592F5B0-1791-5F36-C343-24292141C324}"/>
              </a:ext>
            </a:extLst>
          </p:cNvPr>
          <p:cNvCxnSpPr>
            <a:cxnSpLocks/>
            <a:stCxn id="16700" idx="2"/>
            <a:endCxn id="16706" idx="0"/>
          </p:cNvCxnSpPr>
          <p:nvPr/>
        </p:nvCxnSpPr>
        <p:spPr>
          <a:xfrm>
            <a:off x="4160855" y="3449986"/>
            <a:ext cx="0" cy="149005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16621" name="Picture 16620">
            <a:extLst>
              <a:ext uri="{FF2B5EF4-FFF2-40B4-BE49-F238E27FC236}">
                <a16:creationId xmlns:a16="http://schemas.microsoft.com/office/drawing/2014/main" id="{69DA9DDA-C29D-99CA-4F5C-4D497D0534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2960" y="3719560"/>
            <a:ext cx="526650" cy="526650"/>
          </a:xfrm>
          <a:prstGeom prst="rect">
            <a:avLst/>
          </a:prstGeom>
        </p:spPr>
      </p:pic>
      <p:cxnSp>
        <p:nvCxnSpPr>
          <p:cNvPr id="16622" name="Google Shape;5368;p511">
            <a:extLst>
              <a:ext uri="{FF2B5EF4-FFF2-40B4-BE49-F238E27FC236}">
                <a16:creationId xmlns:a16="http://schemas.microsoft.com/office/drawing/2014/main" id="{A9997888-7D17-B45C-FE62-E84ED5BA9AA4}"/>
              </a:ext>
            </a:extLst>
          </p:cNvPr>
          <p:cNvCxnSpPr>
            <a:cxnSpLocks/>
          </p:cNvCxnSpPr>
          <p:nvPr/>
        </p:nvCxnSpPr>
        <p:spPr>
          <a:xfrm>
            <a:off x="3086435" y="3982885"/>
            <a:ext cx="826671" cy="362009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16632" name="Picture 16631">
            <a:extLst>
              <a:ext uri="{FF2B5EF4-FFF2-40B4-BE49-F238E27FC236}">
                <a16:creationId xmlns:a16="http://schemas.microsoft.com/office/drawing/2014/main" id="{34EEC7DC-58AC-4E98-62CA-19C6544922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09395" y="2318827"/>
            <a:ext cx="502920" cy="502920"/>
          </a:xfrm>
          <a:prstGeom prst="rect">
            <a:avLst/>
          </a:prstGeom>
        </p:spPr>
      </p:pic>
      <p:cxnSp>
        <p:nvCxnSpPr>
          <p:cNvPr id="16633" name="Google Shape;5383;p511">
            <a:extLst>
              <a:ext uri="{FF2B5EF4-FFF2-40B4-BE49-F238E27FC236}">
                <a16:creationId xmlns:a16="http://schemas.microsoft.com/office/drawing/2014/main" id="{F768109F-A743-3939-E7A7-2E82ED75E6AF}"/>
              </a:ext>
            </a:extLst>
          </p:cNvPr>
          <p:cNvCxnSpPr>
            <a:cxnSpLocks/>
            <a:stCxn id="16632" idx="2"/>
            <a:endCxn id="16700" idx="0"/>
          </p:cNvCxnSpPr>
          <p:nvPr/>
        </p:nvCxnSpPr>
        <p:spPr>
          <a:xfrm>
            <a:off x="4160855" y="2821747"/>
            <a:ext cx="0" cy="125319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637" name="TextBox 16636">
            <a:extLst>
              <a:ext uri="{FF2B5EF4-FFF2-40B4-BE49-F238E27FC236}">
                <a16:creationId xmlns:a16="http://schemas.microsoft.com/office/drawing/2014/main" id="{B90114DF-67CD-024A-0188-15020FEF8EB9}"/>
              </a:ext>
            </a:extLst>
          </p:cNvPr>
          <p:cNvSpPr txBox="1"/>
          <p:nvPr/>
        </p:nvSpPr>
        <p:spPr>
          <a:xfrm>
            <a:off x="4379184" y="2335867"/>
            <a:ext cx="931788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/>
                <a:ea typeface="Roboto Condensed Black"/>
              </a:rPr>
              <a:t>SD-WAN &lt;</a:t>
            </a:r>
            <a:r>
              <a:rPr lang="en-US" sz="1000" b="1" dirty="0" err="1">
                <a:solidFill>
                  <a:schemeClr val="tx1"/>
                </a:solidFill>
                <a:latin typeface="Century Gothic"/>
                <a:ea typeface="Roboto Condensed Black"/>
              </a:rPr>
              <a:t>SDWAN_vendor</a:t>
            </a:r>
            <a:r>
              <a:rPr lang="en-US" sz="1000" b="1" dirty="0">
                <a:solidFill>
                  <a:schemeClr val="tx1"/>
                </a:solidFill>
                <a:latin typeface="Century Gothic"/>
                <a:ea typeface="Roboto Condensed Black"/>
              </a:rPr>
              <a:t>&gt;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639" name="Picture 16638">
            <a:extLst>
              <a:ext uri="{FF2B5EF4-FFF2-40B4-BE49-F238E27FC236}">
                <a16:creationId xmlns:a16="http://schemas.microsoft.com/office/drawing/2014/main" id="{36331C4B-4C06-C727-EEEF-1AD043D5FAB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0819" y="2171470"/>
            <a:ext cx="736600" cy="736600"/>
          </a:xfrm>
          <a:prstGeom prst="rect">
            <a:avLst/>
          </a:prstGeom>
        </p:spPr>
      </p:pic>
      <p:sp>
        <p:nvSpPr>
          <p:cNvPr id="16512" name="TextBox 16511">
            <a:extLst>
              <a:ext uri="{FF2B5EF4-FFF2-40B4-BE49-F238E27FC236}">
                <a16:creationId xmlns:a16="http://schemas.microsoft.com/office/drawing/2014/main" id="{391E7C02-471A-E860-061B-A9074AA2EFAF}"/>
              </a:ext>
            </a:extLst>
          </p:cNvPr>
          <p:cNvSpPr txBox="1"/>
          <p:nvPr/>
        </p:nvSpPr>
        <p:spPr>
          <a:xfrm>
            <a:off x="251023" y="2924675"/>
            <a:ext cx="1009322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/>
                <a:ea typeface="Roboto Condensed Black"/>
              </a:rPr>
              <a:t>&lt;Customer Name&gt; Branch</a:t>
            </a:r>
            <a:endParaRPr lang="en-US" sz="1000" dirty="0">
              <a:solidFill>
                <a:schemeClr val="tx1"/>
              </a:solidFill>
              <a:latin typeface="Century Gothic"/>
              <a:ea typeface="Roboto Condensed Black"/>
            </a:endParaRPr>
          </a:p>
        </p:txBody>
      </p:sp>
      <p:sp>
        <p:nvSpPr>
          <p:cNvPr id="16514" name="TextBox 16513">
            <a:extLst>
              <a:ext uri="{FF2B5EF4-FFF2-40B4-BE49-F238E27FC236}">
                <a16:creationId xmlns:a16="http://schemas.microsoft.com/office/drawing/2014/main" id="{3E826FBD-9C08-974F-5DAB-98731D64A198}"/>
              </a:ext>
            </a:extLst>
          </p:cNvPr>
          <p:cNvSpPr txBox="1"/>
          <p:nvPr/>
        </p:nvSpPr>
        <p:spPr>
          <a:xfrm>
            <a:off x="5099120" y="1028758"/>
            <a:ext cx="685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Routed Overlay</a:t>
            </a:r>
            <a:endParaRPr lang="en-US" sz="1000" dirty="0">
              <a:solidFill>
                <a:schemeClr val="tx1"/>
              </a:solidFill>
              <a:latin typeface="Century Gothic" panose="020B0502020202020204" pitchFamily="34" charset="0"/>
              <a:ea typeface="Roboto Condensed Medium" panose="02000000000000000000" pitchFamily="2" charset="0"/>
            </a:endParaRPr>
          </a:p>
        </p:txBody>
      </p:sp>
      <p:cxnSp>
        <p:nvCxnSpPr>
          <p:cNvPr id="16517" name="Google Shape;5383;p511">
            <a:extLst>
              <a:ext uri="{FF2B5EF4-FFF2-40B4-BE49-F238E27FC236}">
                <a16:creationId xmlns:a16="http://schemas.microsoft.com/office/drawing/2014/main" id="{07AC6247-21AB-1FF1-3158-519211D12416}"/>
              </a:ext>
            </a:extLst>
          </p:cNvPr>
          <p:cNvCxnSpPr>
            <a:cxnSpLocks/>
            <a:stCxn id="16659" idx="2"/>
            <a:endCxn id="16632" idx="0"/>
          </p:cNvCxnSpPr>
          <p:nvPr/>
        </p:nvCxnSpPr>
        <p:spPr>
          <a:xfrm flipH="1">
            <a:off x="4160855" y="1552663"/>
            <a:ext cx="573799" cy="766164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6648" name="Google Shape;5383;p511">
            <a:extLst>
              <a:ext uri="{FF2B5EF4-FFF2-40B4-BE49-F238E27FC236}">
                <a16:creationId xmlns:a16="http://schemas.microsoft.com/office/drawing/2014/main" id="{07BE8022-A72E-3831-411A-E1704E7DF455}"/>
              </a:ext>
            </a:extLst>
          </p:cNvPr>
          <p:cNvCxnSpPr>
            <a:cxnSpLocks/>
            <a:stCxn id="16654" idx="2"/>
            <a:endCxn id="16632" idx="0"/>
          </p:cNvCxnSpPr>
          <p:nvPr/>
        </p:nvCxnSpPr>
        <p:spPr>
          <a:xfrm>
            <a:off x="3651842" y="1552405"/>
            <a:ext cx="509013" cy="766422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16654" name="Picture 16653">
            <a:extLst>
              <a:ext uri="{FF2B5EF4-FFF2-40B4-BE49-F238E27FC236}">
                <a16:creationId xmlns:a16="http://schemas.microsoft.com/office/drawing/2014/main" id="{7531DC5C-D6AB-2B91-241D-F0AA97EFCD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83542" y="917405"/>
            <a:ext cx="736600" cy="635000"/>
          </a:xfrm>
          <a:prstGeom prst="rect">
            <a:avLst/>
          </a:prstGeom>
        </p:spPr>
      </p:pic>
      <p:sp>
        <p:nvSpPr>
          <p:cNvPr id="16658" name="TextBox 16657">
            <a:extLst>
              <a:ext uri="{FF2B5EF4-FFF2-40B4-BE49-F238E27FC236}">
                <a16:creationId xmlns:a16="http://schemas.microsoft.com/office/drawing/2014/main" id="{EBCD6AFF-6ECA-07A7-3B38-46AA4A3B8C82}"/>
              </a:ext>
            </a:extLst>
          </p:cNvPr>
          <p:cNvSpPr txBox="1"/>
          <p:nvPr/>
        </p:nvSpPr>
        <p:spPr>
          <a:xfrm>
            <a:off x="2643128" y="1145093"/>
            <a:ext cx="656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Internet</a:t>
            </a:r>
            <a:endParaRPr lang="en-US" sz="1000" dirty="0">
              <a:solidFill>
                <a:schemeClr val="tx1"/>
              </a:solidFill>
              <a:latin typeface="Century Gothic" panose="020B0502020202020204" pitchFamily="34" charset="0"/>
              <a:ea typeface="Roboto Condensed Medium" panose="02000000000000000000" pitchFamily="2" charset="0"/>
            </a:endParaRPr>
          </a:p>
        </p:txBody>
      </p:sp>
      <p:pic>
        <p:nvPicPr>
          <p:cNvPr id="16659" name="Picture 16658">
            <a:extLst>
              <a:ext uri="{FF2B5EF4-FFF2-40B4-BE49-F238E27FC236}">
                <a16:creationId xmlns:a16="http://schemas.microsoft.com/office/drawing/2014/main" id="{6756806A-BF1B-3993-3D44-2B3F7F35A78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66354" y="904963"/>
            <a:ext cx="736600" cy="647700"/>
          </a:xfrm>
          <a:prstGeom prst="rect">
            <a:avLst/>
          </a:prstGeom>
        </p:spPr>
      </p:pic>
      <p:pic>
        <p:nvPicPr>
          <p:cNvPr id="16700" name="Picture 16699">
            <a:extLst>
              <a:ext uri="{FF2B5EF4-FFF2-40B4-BE49-F238E27FC236}">
                <a16:creationId xmlns:a16="http://schemas.microsoft.com/office/drawing/2014/main" id="{AE74368B-1350-08CE-4739-A2F3F1FBB39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09395" y="2947066"/>
            <a:ext cx="502920" cy="502920"/>
          </a:xfrm>
          <a:prstGeom prst="rect">
            <a:avLst/>
          </a:prstGeom>
        </p:spPr>
      </p:pic>
      <p:pic>
        <p:nvPicPr>
          <p:cNvPr id="16706" name="Picture 16705">
            <a:extLst>
              <a:ext uri="{FF2B5EF4-FFF2-40B4-BE49-F238E27FC236}">
                <a16:creationId xmlns:a16="http://schemas.microsoft.com/office/drawing/2014/main" id="{8BB29CCD-4E12-83FD-F62E-F6D5CA331DD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09395" y="3598991"/>
            <a:ext cx="502920" cy="502920"/>
          </a:xfrm>
          <a:prstGeom prst="rect">
            <a:avLst/>
          </a:prstGeom>
        </p:spPr>
      </p:pic>
      <p:cxnSp>
        <p:nvCxnSpPr>
          <p:cNvPr id="16716" name="Google Shape;5383;p511">
            <a:extLst>
              <a:ext uri="{FF2B5EF4-FFF2-40B4-BE49-F238E27FC236}">
                <a16:creationId xmlns:a16="http://schemas.microsoft.com/office/drawing/2014/main" id="{98C088C9-9A04-13A4-955D-C827A0437F26}"/>
              </a:ext>
            </a:extLst>
          </p:cNvPr>
          <p:cNvCxnSpPr>
            <a:cxnSpLocks/>
            <a:stCxn id="42" idx="0"/>
            <a:endCxn id="16706" idx="2"/>
          </p:cNvCxnSpPr>
          <p:nvPr/>
        </p:nvCxnSpPr>
        <p:spPr>
          <a:xfrm flipH="1" flipV="1">
            <a:off x="4160855" y="4101911"/>
            <a:ext cx="2574" cy="134872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735" name="TextBox 16734">
            <a:extLst>
              <a:ext uri="{FF2B5EF4-FFF2-40B4-BE49-F238E27FC236}">
                <a16:creationId xmlns:a16="http://schemas.microsoft.com/office/drawing/2014/main" id="{504BADCE-391B-798D-A8DC-1C1A0C18E59B}"/>
              </a:ext>
            </a:extLst>
          </p:cNvPr>
          <p:cNvSpPr txBox="1"/>
          <p:nvPr/>
        </p:nvSpPr>
        <p:spPr>
          <a:xfrm>
            <a:off x="4420665" y="2925187"/>
            <a:ext cx="905826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/>
                <a:ea typeface="Roboto Condensed Black"/>
              </a:rPr>
              <a:t>Firewall</a:t>
            </a:r>
            <a:br>
              <a:rPr lang="en-US" sz="1000" b="1" dirty="0">
                <a:solidFill>
                  <a:schemeClr val="tx1"/>
                </a:solidFill>
                <a:latin typeface="Century Gothic"/>
                <a:ea typeface="Roboto Condensed Black"/>
              </a:rPr>
            </a:br>
            <a:r>
              <a:rPr lang="en-US" sz="1000" b="1" dirty="0">
                <a:solidFill>
                  <a:schemeClr val="tx1"/>
                </a:solidFill>
                <a:latin typeface="Century Gothic"/>
                <a:ea typeface="Roboto Condensed Black"/>
              </a:rPr>
              <a:t>&lt;Firewall Vendor&gt;</a:t>
            </a:r>
            <a:endParaRPr lang="en-US" sz="1000" b="1" dirty="0">
              <a:solidFill>
                <a:schemeClr val="tx1"/>
              </a:solidFill>
              <a:latin typeface="Century Gothic" panose="020B0502020202020204" pitchFamily="34" charset="0"/>
              <a:ea typeface="Roboto Condensed Black" panose="02000000000000000000" pitchFamily="2" charset="0"/>
            </a:endParaRPr>
          </a:p>
          <a:p>
            <a:pPr algn="ctr"/>
            <a:endParaRPr lang="en-US" sz="1000" dirty="0">
              <a:solidFill>
                <a:schemeClr val="tx1"/>
              </a:solidFill>
              <a:latin typeface="Century Gothic"/>
              <a:ea typeface="Roboto Condensed Black"/>
            </a:endParaRPr>
          </a:p>
        </p:txBody>
      </p:sp>
      <p:sp>
        <p:nvSpPr>
          <p:cNvPr id="16736" name="TextBox 16735">
            <a:extLst>
              <a:ext uri="{FF2B5EF4-FFF2-40B4-BE49-F238E27FC236}">
                <a16:creationId xmlns:a16="http://schemas.microsoft.com/office/drawing/2014/main" id="{74F28EEC-55ED-B80A-9312-EE26ACECE394}"/>
              </a:ext>
            </a:extLst>
          </p:cNvPr>
          <p:cNvSpPr txBox="1"/>
          <p:nvPr/>
        </p:nvSpPr>
        <p:spPr>
          <a:xfrm>
            <a:off x="4414770" y="3677703"/>
            <a:ext cx="684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Layer 3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(Switch)</a:t>
            </a:r>
            <a:endParaRPr lang="en-US" sz="1000" dirty="0">
              <a:solidFill>
                <a:schemeClr val="tx1"/>
              </a:solidFill>
              <a:latin typeface="Century Gothic" panose="020B0502020202020204" pitchFamily="34" charset="0"/>
              <a:ea typeface="Roboto Condensed Medium" panose="02000000000000000000" pitchFamily="2" charset="0"/>
            </a:endParaRPr>
          </a:p>
        </p:txBody>
      </p:sp>
      <p:sp>
        <p:nvSpPr>
          <p:cNvPr id="16737" name="TextBox 16736">
            <a:extLst>
              <a:ext uri="{FF2B5EF4-FFF2-40B4-BE49-F238E27FC236}">
                <a16:creationId xmlns:a16="http://schemas.microsoft.com/office/drawing/2014/main" id="{33384496-3641-CCEB-DB77-851EFB1D26EE}"/>
              </a:ext>
            </a:extLst>
          </p:cNvPr>
          <p:cNvSpPr txBox="1"/>
          <p:nvPr/>
        </p:nvSpPr>
        <p:spPr>
          <a:xfrm>
            <a:off x="5061128" y="4055497"/>
            <a:ext cx="1362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Switch-Based LAN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Access Controls</a:t>
            </a:r>
            <a:endParaRPr lang="en-US" sz="1000" dirty="0">
              <a:solidFill>
                <a:schemeClr val="tx1"/>
              </a:solidFill>
              <a:latin typeface="Century Gothic" panose="020B0502020202020204" pitchFamily="34" charset="0"/>
              <a:ea typeface="Roboto Condensed Medium" panose="02000000000000000000" pitchFamily="2" charset="0"/>
            </a:endParaRPr>
          </a:p>
        </p:txBody>
      </p:sp>
      <p:sp>
        <p:nvSpPr>
          <p:cNvPr id="16738" name="TextBox 16737">
            <a:extLst>
              <a:ext uri="{FF2B5EF4-FFF2-40B4-BE49-F238E27FC236}">
                <a16:creationId xmlns:a16="http://schemas.microsoft.com/office/drawing/2014/main" id="{F1DA74A3-E2DB-507E-64BA-9D91C5877A84}"/>
              </a:ext>
            </a:extLst>
          </p:cNvPr>
          <p:cNvSpPr txBox="1"/>
          <p:nvPr/>
        </p:nvSpPr>
        <p:spPr>
          <a:xfrm>
            <a:off x="2121289" y="1871408"/>
            <a:ext cx="1763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Direct </a:t>
            </a:r>
            <a:r>
              <a:rPr lang="en-US" sz="1000" b="1" dirty="0" err="1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Internett</a:t>
            </a:r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 Access </a:t>
            </a:r>
          </a:p>
          <a:p>
            <a:pPr algn="r"/>
            <a:r>
              <a:rPr lang="en-US" sz="1000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(DIA)</a:t>
            </a:r>
            <a:endParaRPr lang="en-US" sz="1000" dirty="0">
              <a:solidFill>
                <a:schemeClr val="tx1"/>
              </a:solidFill>
              <a:latin typeface="Century Gothic" panose="020B0502020202020204" pitchFamily="34" charset="0"/>
              <a:ea typeface="Roboto Condensed Medium" panose="02000000000000000000" pitchFamily="2" charset="0"/>
            </a:endParaRPr>
          </a:p>
        </p:txBody>
      </p:sp>
      <p:pic>
        <p:nvPicPr>
          <p:cNvPr id="16739" name="Picture 16738">
            <a:extLst>
              <a:ext uri="{FF2B5EF4-FFF2-40B4-BE49-F238E27FC236}">
                <a16:creationId xmlns:a16="http://schemas.microsoft.com/office/drawing/2014/main" id="{FF27EA8B-3FE2-E7AC-9F42-A3EB5D5A337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68021" y="4134129"/>
            <a:ext cx="736600" cy="749300"/>
          </a:xfrm>
          <a:prstGeom prst="rect">
            <a:avLst/>
          </a:prstGeom>
        </p:spPr>
      </p:pic>
      <p:pic>
        <p:nvPicPr>
          <p:cNvPr id="16744" name="Picture 16743">
            <a:extLst>
              <a:ext uri="{FF2B5EF4-FFF2-40B4-BE49-F238E27FC236}">
                <a16:creationId xmlns:a16="http://schemas.microsoft.com/office/drawing/2014/main" id="{925B819F-0E22-4378-E9F1-0BAD18A9511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86095" y="5271970"/>
            <a:ext cx="365760" cy="407166"/>
          </a:xfrm>
          <a:prstGeom prst="rect">
            <a:avLst/>
          </a:prstGeom>
        </p:spPr>
      </p:pic>
      <p:cxnSp>
        <p:nvCxnSpPr>
          <p:cNvPr id="16745" name="Google Shape;5368;p511">
            <a:extLst>
              <a:ext uri="{FF2B5EF4-FFF2-40B4-BE49-F238E27FC236}">
                <a16:creationId xmlns:a16="http://schemas.microsoft.com/office/drawing/2014/main" id="{80BD8548-F3EE-79B1-B852-8B435575C94A}"/>
              </a:ext>
            </a:extLst>
          </p:cNvPr>
          <p:cNvCxnSpPr>
            <a:cxnSpLocks/>
            <a:stCxn id="23" idx="0"/>
            <a:endCxn id="42" idx="1"/>
          </p:cNvCxnSpPr>
          <p:nvPr/>
        </p:nvCxnSpPr>
        <p:spPr>
          <a:xfrm rot="5400000" flipH="1" flipV="1">
            <a:off x="2185164" y="3503911"/>
            <a:ext cx="742748" cy="2708094"/>
          </a:xfrm>
          <a:prstGeom prst="bentConnector2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16748" name="Picture 16747">
            <a:extLst>
              <a:ext uri="{FF2B5EF4-FFF2-40B4-BE49-F238E27FC236}">
                <a16:creationId xmlns:a16="http://schemas.microsoft.com/office/drawing/2014/main" id="{2FFF283F-A110-0E2A-93D9-C469424D3D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7564" y="5424017"/>
            <a:ext cx="365760" cy="322365"/>
          </a:xfrm>
          <a:prstGeom prst="rect">
            <a:avLst/>
          </a:prstGeom>
        </p:spPr>
      </p:pic>
      <p:pic>
        <p:nvPicPr>
          <p:cNvPr id="16749" name="Picture 16748">
            <a:extLst>
              <a:ext uri="{FF2B5EF4-FFF2-40B4-BE49-F238E27FC236}">
                <a16:creationId xmlns:a16="http://schemas.microsoft.com/office/drawing/2014/main" id="{197F5B26-E1AA-7C58-8B56-4AC101E001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6061" y="5775103"/>
            <a:ext cx="365760" cy="264861"/>
          </a:xfrm>
          <a:prstGeom prst="rect">
            <a:avLst/>
          </a:prstGeom>
        </p:spPr>
      </p:pic>
      <p:cxnSp>
        <p:nvCxnSpPr>
          <p:cNvPr id="16750" name="Google Shape;5368;p511">
            <a:extLst>
              <a:ext uri="{FF2B5EF4-FFF2-40B4-BE49-F238E27FC236}">
                <a16:creationId xmlns:a16="http://schemas.microsoft.com/office/drawing/2014/main" id="{220E76BE-D90E-12FA-14B2-9B958F8B4DFB}"/>
              </a:ext>
            </a:extLst>
          </p:cNvPr>
          <p:cNvCxnSpPr>
            <a:cxnSpLocks/>
            <a:stCxn id="25" idx="0"/>
            <a:endCxn id="42" idx="3"/>
          </p:cNvCxnSpPr>
          <p:nvPr/>
        </p:nvCxnSpPr>
        <p:spPr>
          <a:xfrm rot="16200000" flipV="1">
            <a:off x="5384743" y="3518114"/>
            <a:ext cx="683970" cy="2620910"/>
          </a:xfrm>
          <a:prstGeom prst="bentConnector2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16753" name="Picture 16752">
            <a:extLst>
              <a:ext uri="{FF2B5EF4-FFF2-40B4-BE49-F238E27FC236}">
                <a16:creationId xmlns:a16="http://schemas.microsoft.com/office/drawing/2014/main" id="{67628D35-2413-3FF8-5887-444C4C1C7A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4822" y="4236783"/>
            <a:ext cx="505688" cy="499602"/>
          </a:xfrm>
          <a:prstGeom prst="rect">
            <a:avLst/>
          </a:prstGeom>
        </p:spPr>
      </p:pic>
      <p:pic>
        <p:nvPicPr>
          <p:cNvPr id="16754" name="Picture 16753">
            <a:extLst>
              <a:ext uri="{FF2B5EF4-FFF2-40B4-BE49-F238E27FC236}">
                <a16:creationId xmlns:a16="http://schemas.microsoft.com/office/drawing/2014/main" id="{42F64A9B-E84A-4A1B-D8A9-CE63BADF4E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289" y="4258978"/>
            <a:ext cx="505688" cy="499602"/>
          </a:xfrm>
          <a:prstGeom prst="rect">
            <a:avLst/>
          </a:prstGeom>
        </p:spPr>
      </p:pic>
      <p:pic>
        <p:nvPicPr>
          <p:cNvPr id="16762" name="Picture 16761">
            <a:extLst>
              <a:ext uri="{FF2B5EF4-FFF2-40B4-BE49-F238E27FC236}">
                <a16:creationId xmlns:a16="http://schemas.microsoft.com/office/drawing/2014/main" id="{1A8A264E-EEEC-7B95-0DB4-62A4A2ABE20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26405" y="5487872"/>
            <a:ext cx="365760" cy="434958"/>
          </a:xfrm>
          <a:prstGeom prst="rect">
            <a:avLst/>
          </a:prstGeom>
        </p:spPr>
      </p:pic>
      <p:pic>
        <p:nvPicPr>
          <p:cNvPr id="16763" name="Picture 16762">
            <a:extLst>
              <a:ext uri="{FF2B5EF4-FFF2-40B4-BE49-F238E27FC236}">
                <a16:creationId xmlns:a16="http://schemas.microsoft.com/office/drawing/2014/main" id="{00DA2627-A367-B49A-9F42-B588EF63AA2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30752" y="5505927"/>
            <a:ext cx="365760" cy="434958"/>
          </a:xfrm>
          <a:prstGeom prst="rect">
            <a:avLst/>
          </a:prstGeom>
        </p:spPr>
      </p:pic>
      <p:pic>
        <p:nvPicPr>
          <p:cNvPr id="16764" name="Picture 16763">
            <a:extLst>
              <a:ext uri="{FF2B5EF4-FFF2-40B4-BE49-F238E27FC236}">
                <a16:creationId xmlns:a16="http://schemas.microsoft.com/office/drawing/2014/main" id="{6C400256-E6A7-4F25-6CC2-75742DD6C20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30279" y="5487872"/>
            <a:ext cx="365760" cy="434958"/>
          </a:xfrm>
          <a:prstGeom prst="rect">
            <a:avLst/>
          </a:prstGeom>
        </p:spPr>
      </p:pic>
      <p:pic>
        <p:nvPicPr>
          <p:cNvPr id="16767" name="Picture 16766">
            <a:extLst>
              <a:ext uri="{FF2B5EF4-FFF2-40B4-BE49-F238E27FC236}">
                <a16:creationId xmlns:a16="http://schemas.microsoft.com/office/drawing/2014/main" id="{9B6BC92E-CC7C-0D1A-28E0-893D2510DD0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59975" y="3314195"/>
            <a:ext cx="723900" cy="762000"/>
          </a:xfrm>
          <a:prstGeom prst="rect">
            <a:avLst/>
          </a:prstGeom>
        </p:spPr>
      </p:pic>
      <p:sp>
        <p:nvSpPr>
          <p:cNvPr id="16768" name="TextBox 16767">
            <a:extLst>
              <a:ext uri="{FF2B5EF4-FFF2-40B4-BE49-F238E27FC236}">
                <a16:creationId xmlns:a16="http://schemas.microsoft.com/office/drawing/2014/main" id="{68C8DAFB-729E-D2D0-51D4-2CC0A10CB7A1}"/>
              </a:ext>
            </a:extLst>
          </p:cNvPr>
          <p:cNvSpPr txBox="1"/>
          <p:nvPr/>
        </p:nvSpPr>
        <p:spPr>
          <a:xfrm>
            <a:off x="1500398" y="3075415"/>
            <a:ext cx="5029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NAC</a:t>
            </a:r>
            <a:endParaRPr lang="en-US" sz="1000" dirty="0">
              <a:solidFill>
                <a:schemeClr val="tx1"/>
              </a:solidFill>
              <a:latin typeface="Century Gothic" panose="020B0502020202020204" pitchFamily="34" charset="0"/>
              <a:ea typeface="Roboto Condensed Medium" panose="02000000000000000000" pitchFamily="2" charset="0"/>
            </a:endParaRPr>
          </a:p>
        </p:txBody>
      </p:sp>
      <p:sp>
        <p:nvSpPr>
          <p:cNvPr id="16769" name="TextBox 16768">
            <a:extLst>
              <a:ext uri="{FF2B5EF4-FFF2-40B4-BE49-F238E27FC236}">
                <a16:creationId xmlns:a16="http://schemas.microsoft.com/office/drawing/2014/main" id="{9B051ED6-C368-FF24-1A17-F0045B970CF7}"/>
              </a:ext>
            </a:extLst>
          </p:cNvPr>
          <p:cNvSpPr txBox="1"/>
          <p:nvPr/>
        </p:nvSpPr>
        <p:spPr>
          <a:xfrm>
            <a:off x="8944937" y="1309953"/>
            <a:ext cx="29770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sz="1000" dirty="0">
                <a:solidFill>
                  <a:schemeClr val="tx1"/>
                </a:solidFill>
                <a:latin typeface="Century Gothic"/>
                <a:sym typeface="Century Gothic"/>
              </a:rPr>
              <a:t>Incomplete </a:t>
            </a:r>
            <a:r>
              <a:rPr lang="en" sz="1000" dirty="0" err="1">
                <a:solidFill>
                  <a:schemeClr val="tx1"/>
                </a:solidFill>
                <a:latin typeface="Century Gothic"/>
                <a:sym typeface="Century Gothic"/>
              </a:rPr>
              <a:t>visbility</a:t>
            </a:r>
            <a:r>
              <a:rPr lang="en" sz="1000" dirty="0">
                <a:solidFill>
                  <a:schemeClr val="tx1"/>
                </a:solidFill>
                <a:latin typeface="Century Gothic"/>
                <a:sym typeface="Century Gothic"/>
              </a:rPr>
              <a:t> of IoT devices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sz="1000" dirty="0">
                <a:solidFill>
                  <a:schemeClr val="tx1"/>
                </a:solidFill>
                <a:latin typeface="Century Gothic"/>
                <a:sym typeface="Century Gothic"/>
              </a:rPr>
              <a:t>Unreliable device auth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sz="1000" dirty="0">
                <a:solidFill>
                  <a:schemeClr val="tx1"/>
                </a:solidFill>
                <a:latin typeface="Century Gothic"/>
                <a:sym typeface="Century Gothic"/>
              </a:rPr>
              <a:t>Allow/block only policy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sz="1000" dirty="0">
                <a:solidFill>
                  <a:schemeClr val="tx1"/>
                </a:solidFill>
                <a:latin typeface="Century Gothic"/>
                <a:sym typeface="Century Gothic"/>
              </a:rPr>
              <a:t>Unconditional network access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770" name="TextBox 16769">
            <a:extLst>
              <a:ext uri="{FF2B5EF4-FFF2-40B4-BE49-F238E27FC236}">
                <a16:creationId xmlns:a16="http://schemas.microsoft.com/office/drawing/2014/main" id="{D24E6DB1-B57C-C89A-CFCD-2D6B7D21EC43}"/>
              </a:ext>
            </a:extLst>
          </p:cNvPr>
          <p:cNvSpPr txBox="1"/>
          <p:nvPr/>
        </p:nvSpPr>
        <p:spPr>
          <a:xfrm>
            <a:off x="8944937" y="1001518"/>
            <a:ext cx="2977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DEVICE VISIBILITY &amp; CONTROL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771" name="TextBox 16770">
            <a:extLst>
              <a:ext uri="{FF2B5EF4-FFF2-40B4-BE49-F238E27FC236}">
                <a16:creationId xmlns:a16="http://schemas.microsoft.com/office/drawing/2014/main" id="{84B6B3E6-066E-A98E-C7E9-230F51D98ECD}"/>
              </a:ext>
            </a:extLst>
          </p:cNvPr>
          <p:cNvSpPr txBox="1"/>
          <p:nvPr/>
        </p:nvSpPr>
        <p:spPr>
          <a:xfrm>
            <a:off x="8944937" y="2474232"/>
            <a:ext cx="29770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sz="1000" dirty="0">
                <a:solidFill>
                  <a:schemeClr val="tx1"/>
                </a:solidFill>
                <a:latin typeface="Century Gothic"/>
                <a:sym typeface="Century Gothic"/>
              </a:rPr>
              <a:t>Infrastructure burden </a:t>
            </a:r>
            <a:r>
              <a:rPr lang="en" sz="1000" dirty="0" err="1">
                <a:solidFill>
                  <a:schemeClr val="tx1"/>
                </a:solidFill>
                <a:latin typeface="Century Gothic"/>
                <a:sym typeface="Century Gothic"/>
              </a:rPr>
              <a:t>sc</a:t>
            </a:r>
            <a:r>
              <a:rPr lang="en-US" sz="1000" dirty="0">
                <a:solidFill>
                  <a:schemeClr val="tx1"/>
                </a:solidFill>
                <a:latin typeface="Century Gothic"/>
                <a:sym typeface="Century Gothic"/>
              </a:rPr>
              <a:t>al</a:t>
            </a:r>
            <a:r>
              <a:rPr lang="en" sz="1000" dirty="0">
                <a:solidFill>
                  <a:schemeClr val="tx1"/>
                </a:solidFill>
                <a:latin typeface="Century Gothic"/>
                <a:sym typeface="Century Gothic"/>
              </a:rPr>
              <a:t>es linearly – countless VLANs, VRFs, routing &amp; complex ACL/NAC/802.1x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" sz="1000" dirty="0">
                <a:solidFill>
                  <a:schemeClr val="tx1"/>
                </a:solidFill>
                <a:latin typeface="Century Gothic"/>
                <a:sym typeface="Century Gothic"/>
              </a:rPr>
              <a:t>ACL, IP and MAB-based policy forces choice between overly permissive rules OR complex, brittle rules</a:t>
            </a:r>
          </a:p>
        </p:txBody>
      </p:sp>
      <p:sp>
        <p:nvSpPr>
          <p:cNvPr id="16772" name="TextBox 16771">
            <a:extLst>
              <a:ext uri="{FF2B5EF4-FFF2-40B4-BE49-F238E27FC236}">
                <a16:creationId xmlns:a16="http://schemas.microsoft.com/office/drawing/2014/main" id="{5627E318-02D5-E74E-E61C-4DF93843E61D}"/>
              </a:ext>
            </a:extLst>
          </p:cNvPr>
          <p:cNvSpPr txBox="1"/>
          <p:nvPr/>
        </p:nvSpPr>
        <p:spPr>
          <a:xfrm>
            <a:off x="8944937" y="2165797"/>
            <a:ext cx="2977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NETWORK INFRASTRUCTURE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773" name="TextBox 16772">
            <a:extLst>
              <a:ext uri="{FF2B5EF4-FFF2-40B4-BE49-F238E27FC236}">
                <a16:creationId xmlns:a16="http://schemas.microsoft.com/office/drawing/2014/main" id="{E12E509C-662C-1355-BAC1-E6809C19075B}"/>
              </a:ext>
            </a:extLst>
          </p:cNvPr>
          <p:cNvSpPr txBox="1"/>
          <p:nvPr/>
        </p:nvSpPr>
        <p:spPr>
          <a:xfrm>
            <a:off x="8944937" y="3829766"/>
            <a:ext cx="29770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Century Gothic"/>
                <a:sym typeface="Century Gothic"/>
              </a:rPr>
              <a:t>VLAN membership grants broad zone access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Century Gothic"/>
                <a:sym typeface="Century Gothic"/>
              </a:rPr>
              <a:t>Trust is location-based – regardless if device is compromised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Century Gothic"/>
                <a:sym typeface="Century Gothic"/>
              </a:rPr>
              <a:t>One endpoint in a subnet can often reach every other device in that subnet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Century Gothic"/>
                <a:sym typeface="Century Gothic"/>
              </a:rPr>
              <a:t>NAC authorization is only as strong as it’s ability to correctly identify device</a:t>
            </a:r>
          </a:p>
        </p:txBody>
      </p:sp>
      <p:sp>
        <p:nvSpPr>
          <p:cNvPr id="16774" name="TextBox 16773">
            <a:extLst>
              <a:ext uri="{FF2B5EF4-FFF2-40B4-BE49-F238E27FC236}">
                <a16:creationId xmlns:a16="http://schemas.microsoft.com/office/drawing/2014/main" id="{4D40E241-891F-4D58-85E8-B763135DB92B}"/>
              </a:ext>
            </a:extLst>
          </p:cNvPr>
          <p:cNvSpPr txBox="1"/>
          <p:nvPr/>
        </p:nvSpPr>
        <p:spPr>
          <a:xfrm>
            <a:off x="8944937" y="3521331"/>
            <a:ext cx="2977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SECURITY RISK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775" name="TextBox 16774">
            <a:extLst>
              <a:ext uri="{FF2B5EF4-FFF2-40B4-BE49-F238E27FC236}">
                <a16:creationId xmlns:a16="http://schemas.microsoft.com/office/drawing/2014/main" id="{52D0F02A-6547-F838-4C6D-EA5DB1F3DCD7}"/>
              </a:ext>
            </a:extLst>
          </p:cNvPr>
          <p:cNvSpPr txBox="1"/>
          <p:nvPr/>
        </p:nvSpPr>
        <p:spPr>
          <a:xfrm>
            <a:off x="8944937" y="5487872"/>
            <a:ext cx="297709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Century Gothic"/>
                <a:sym typeface="Century Gothic"/>
              </a:rPr>
              <a:t>Static controls mean risk for human error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Century Gothic"/>
                <a:sym typeface="Century Gothic"/>
              </a:rPr>
              <a:t>Operational overhead – adding a new app or segment means provisioning routing, VRFs, ACL changes, and firewall rules across multiple touch points</a:t>
            </a:r>
          </a:p>
        </p:txBody>
      </p:sp>
      <p:sp>
        <p:nvSpPr>
          <p:cNvPr id="16776" name="TextBox 16775">
            <a:extLst>
              <a:ext uri="{FF2B5EF4-FFF2-40B4-BE49-F238E27FC236}">
                <a16:creationId xmlns:a16="http://schemas.microsoft.com/office/drawing/2014/main" id="{9AA2F0BB-1723-FFCF-8489-0A2DCBD15585}"/>
              </a:ext>
            </a:extLst>
          </p:cNvPr>
          <p:cNvSpPr txBox="1"/>
          <p:nvPr/>
        </p:nvSpPr>
        <p:spPr>
          <a:xfrm>
            <a:off x="8944937" y="5179437"/>
            <a:ext cx="2977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COMPLEXITY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1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69" grpId="0"/>
      <p:bldP spid="16770" grpId="0"/>
      <p:bldP spid="16771" grpId="0"/>
      <p:bldP spid="16772" grpId="0"/>
      <p:bldP spid="16773" grpId="0"/>
      <p:bldP spid="16774" grpId="0"/>
      <p:bldP spid="16775" grpId="0"/>
      <p:bldP spid="1677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18">
          <a:extLst>
            <a:ext uri="{FF2B5EF4-FFF2-40B4-BE49-F238E27FC236}">
              <a16:creationId xmlns:a16="http://schemas.microsoft.com/office/drawing/2014/main" id="{016DFF73-ECA1-0528-00F3-D271EC39E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A867A93-7731-E9FA-558D-ED9AEE5EC658}"/>
              </a:ext>
            </a:extLst>
          </p:cNvPr>
          <p:cNvSpPr/>
          <p:nvPr/>
        </p:nvSpPr>
        <p:spPr>
          <a:xfrm>
            <a:off x="5050405" y="5179981"/>
            <a:ext cx="1240406" cy="966774"/>
          </a:xfrm>
          <a:prstGeom prst="roundRect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4D64656-0875-E7CA-D414-C7D2FAE5397E}"/>
              </a:ext>
            </a:extLst>
          </p:cNvPr>
          <p:cNvSpPr/>
          <p:nvPr/>
        </p:nvSpPr>
        <p:spPr>
          <a:xfrm>
            <a:off x="3545642" y="5162013"/>
            <a:ext cx="1240406" cy="966774"/>
          </a:xfrm>
          <a:prstGeom prst="roundRect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E42346D-C064-2E59-73DC-CD7B755E10DB}"/>
              </a:ext>
            </a:extLst>
          </p:cNvPr>
          <p:cNvSpPr/>
          <p:nvPr/>
        </p:nvSpPr>
        <p:spPr>
          <a:xfrm>
            <a:off x="2092213" y="5151762"/>
            <a:ext cx="1240406" cy="966774"/>
          </a:xfrm>
          <a:prstGeom prst="roundRect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A974669-E727-087E-9F84-8143C5D1011F}"/>
              </a:ext>
            </a:extLst>
          </p:cNvPr>
          <p:cNvSpPr/>
          <p:nvPr/>
        </p:nvSpPr>
        <p:spPr>
          <a:xfrm>
            <a:off x="6460844" y="3205215"/>
            <a:ext cx="770021" cy="2019297"/>
          </a:xfrm>
          <a:prstGeom prst="roundRect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EB04CE3-B567-61D4-1E85-1C6DA3437DDE}"/>
              </a:ext>
            </a:extLst>
          </p:cNvPr>
          <p:cNvSpPr/>
          <p:nvPr/>
        </p:nvSpPr>
        <p:spPr>
          <a:xfrm>
            <a:off x="1266029" y="3217573"/>
            <a:ext cx="770021" cy="2019297"/>
          </a:xfrm>
          <a:prstGeom prst="roundRect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20" name="Google Shape;16520;p46">
            <a:extLst>
              <a:ext uri="{FF2B5EF4-FFF2-40B4-BE49-F238E27FC236}">
                <a16:creationId xmlns:a16="http://schemas.microsoft.com/office/drawing/2014/main" id="{B54B9B61-3713-E511-81C2-84C14061B8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entury Gothic"/>
              <a:buNone/>
            </a:pPr>
            <a:r>
              <a:rPr lang="en-US" dirty="0"/>
              <a:t>Future State: Branch </a:t>
            </a:r>
            <a:r>
              <a:rPr lang="en-US" dirty="0" err="1"/>
              <a:t>Microsegmentation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2578DF2-5FA2-48F3-3B66-0C73693DBD6A}"/>
              </a:ext>
            </a:extLst>
          </p:cNvPr>
          <p:cNvSpPr>
            <a:spLocks noChangeAspect="1"/>
          </p:cNvSpPr>
          <p:nvPr/>
        </p:nvSpPr>
        <p:spPr>
          <a:xfrm>
            <a:off x="2161530" y="5543071"/>
            <a:ext cx="487650" cy="484632"/>
          </a:xfrm>
          <a:prstGeom prst="ellipse">
            <a:avLst/>
          </a:prstGeom>
          <a:noFill/>
          <a:ln>
            <a:solidFill>
              <a:srgbClr val="FFFA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74DE3D1-236A-D17F-1D61-318520365B51}"/>
              </a:ext>
            </a:extLst>
          </p:cNvPr>
          <p:cNvSpPr>
            <a:spLocks noChangeAspect="1"/>
          </p:cNvSpPr>
          <p:nvPr/>
        </p:nvSpPr>
        <p:spPr>
          <a:xfrm>
            <a:off x="2756692" y="5543071"/>
            <a:ext cx="487650" cy="484632"/>
          </a:xfrm>
          <a:prstGeom prst="ellipse">
            <a:avLst/>
          </a:prstGeom>
          <a:noFill/>
          <a:ln>
            <a:solidFill>
              <a:srgbClr val="FFFA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D16C52B-6D15-58AB-9947-46E91C9666C3}"/>
              </a:ext>
            </a:extLst>
          </p:cNvPr>
          <p:cNvSpPr>
            <a:spLocks noChangeAspect="1"/>
          </p:cNvSpPr>
          <p:nvPr/>
        </p:nvSpPr>
        <p:spPr>
          <a:xfrm>
            <a:off x="3651842" y="5543071"/>
            <a:ext cx="487650" cy="484632"/>
          </a:xfrm>
          <a:prstGeom prst="ellipse">
            <a:avLst/>
          </a:prstGeom>
          <a:noFill/>
          <a:ln>
            <a:solidFill>
              <a:srgbClr val="DFB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019667-E42F-DA6D-3C13-EF8D5AF4B1FE}"/>
              </a:ext>
            </a:extLst>
          </p:cNvPr>
          <p:cNvSpPr>
            <a:spLocks noChangeAspect="1"/>
          </p:cNvSpPr>
          <p:nvPr/>
        </p:nvSpPr>
        <p:spPr>
          <a:xfrm>
            <a:off x="4247004" y="5543071"/>
            <a:ext cx="487650" cy="484632"/>
          </a:xfrm>
          <a:prstGeom prst="ellipse">
            <a:avLst/>
          </a:prstGeom>
          <a:noFill/>
          <a:ln>
            <a:solidFill>
              <a:srgbClr val="DFB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70A09D4-37DF-F2A5-3E66-88C4CC45ED58}"/>
              </a:ext>
            </a:extLst>
          </p:cNvPr>
          <p:cNvSpPr>
            <a:spLocks noChangeAspect="1"/>
          </p:cNvSpPr>
          <p:nvPr/>
        </p:nvSpPr>
        <p:spPr>
          <a:xfrm>
            <a:off x="5122903" y="5543071"/>
            <a:ext cx="487650" cy="484632"/>
          </a:xfrm>
          <a:prstGeom prst="ellipse">
            <a:avLst/>
          </a:prstGeom>
          <a:noFill/>
          <a:ln>
            <a:solidFill>
              <a:srgbClr val="FFDA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F76511E-2CCB-5242-CCCA-EDE276E94CC7}"/>
              </a:ext>
            </a:extLst>
          </p:cNvPr>
          <p:cNvSpPr>
            <a:spLocks noChangeAspect="1"/>
          </p:cNvSpPr>
          <p:nvPr/>
        </p:nvSpPr>
        <p:spPr>
          <a:xfrm>
            <a:off x="5718065" y="5543071"/>
            <a:ext cx="487650" cy="484632"/>
          </a:xfrm>
          <a:prstGeom prst="ellipse">
            <a:avLst/>
          </a:prstGeom>
          <a:noFill/>
          <a:ln>
            <a:solidFill>
              <a:srgbClr val="FFDA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382A78B-E50C-F57A-BF43-B4E7D14FF12A}"/>
              </a:ext>
            </a:extLst>
          </p:cNvPr>
          <p:cNvSpPr>
            <a:spLocks noChangeAspect="1"/>
          </p:cNvSpPr>
          <p:nvPr/>
        </p:nvSpPr>
        <p:spPr>
          <a:xfrm>
            <a:off x="6602029" y="4099238"/>
            <a:ext cx="487650" cy="484632"/>
          </a:xfrm>
          <a:prstGeom prst="ellipse">
            <a:avLst/>
          </a:prstGeom>
          <a:noFill/>
          <a:ln>
            <a:solidFill>
              <a:srgbClr val="C0F5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6FD1041-66FB-D0C8-E211-EB0BFEF9F51C}"/>
              </a:ext>
            </a:extLst>
          </p:cNvPr>
          <p:cNvSpPr>
            <a:spLocks noChangeAspect="1"/>
          </p:cNvSpPr>
          <p:nvPr/>
        </p:nvSpPr>
        <p:spPr>
          <a:xfrm>
            <a:off x="6602029" y="3531347"/>
            <a:ext cx="487650" cy="484632"/>
          </a:xfrm>
          <a:prstGeom prst="ellipse">
            <a:avLst/>
          </a:prstGeom>
          <a:noFill/>
          <a:ln>
            <a:solidFill>
              <a:srgbClr val="C0F5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06A18E0-7AF3-F8C6-DB7B-E37658F79011}"/>
              </a:ext>
            </a:extLst>
          </p:cNvPr>
          <p:cNvSpPr>
            <a:spLocks noChangeAspect="1"/>
          </p:cNvSpPr>
          <p:nvPr/>
        </p:nvSpPr>
        <p:spPr>
          <a:xfrm>
            <a:off x="6602030" y="4655498"/>
            <a:ext cx="487650" cy="484632"/>
          </a:xfrm>
          <a:prstGeom prst="ellipse">
            <a:avLst/>
          </a:prstGeom>
          <a:noFill/>
          <a:ln>
            <a:solidFill>
              <a:srgbClr val="C0F5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74DD40-55CD-4FAC-C9E7-3599D7597938}"/>
              </a:ext>
            </a:extLst>
          </p:cNvPr>
          <p:cNvSpPr>
            <a:spLocks noChangeAspect="1"/>
          </p:cNvSpPr>
          <p:nvPr/>
        </p:nvSpPr>
        <p:spPr>
          <a:xfrm>
            <a:off x="1393159" y="4099238"/>
            <a:ext cx="487650" cy="484632"/>
          </a:xfrm>
          <a:prstGeom prst="ellipse">
            <a:avLst/>
          </a:prstGeom>
          <a:noFill/>
          <a:ln>
            <a:solidFill>
              <a:srgbClr val="FDE0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8FCA7D-448E-497F-1583-5D60B1DA00A8}"/>
              </a:ext>
            </a:extLst>
          </p:cNvPr>
          <p:cNvSpPr>
            <a:spLocks noChangeAspect="1"/>
          </p:cNvSpPr>
          <p:nvPr/>
        </p:nvSpPr>
        <p:spPr>
          <a:xfrm>
            <a:off x="1393159" y="3531347"/>
            <a:ext cx="487650" cy="484632"/>
          </a:xfrm>
          <a:prstGeom prst="ellipse">
            <a:avLst/>
          </a:prstGeom>
          <a:noFill/>
          <a:ln>
            <a:solidFill>
              <a:srgbClr val="FDE0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8E580AF-6CCF-C3BE-439A-6FFD5AF08022}"/>
              </a:ext>
            </a:extLst>
          </p:cNvPr>
          <p:cNvSpPr>
            <a:spLocks noChangeAspect="1"/>
          </p:cNvSpPr>
          <p:nvPr/>
        </p:nvSpPr>
        <p:spPr>
          <a:xfrm>
            <a:off x="1412380" y="4667129"/>
            <a:ext cx="487650" cy="484632"/>
          </a:xfrm>
          <a:prstGeom prst="ellipse">
            <a:avLst/>
          </a:prstGeom>
          <a:noFill/>
          <a:ln>
            <a:solidFill>
              <a:srgbClr val="FDE0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672DF57-C7A7-8583-A7D6-F989E215A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715" y="3640313"/>
            <a:ext cx="374650" cy="2667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192436D-C7B7-8F0D-4390-C33B0F251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317" y="4227222"/>
            <a:ext cx="365760" cy="2603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AE831E9-A259-65E2-5F33-C1AC12D91E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5296" y="4733853"/>
            <a:ext cx="365760" cy="32792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88701A6-CC5D-1F39-DD2F-E9B86AA242B2}"/>
              </a:ext>
            </a:extLst>
          </p:cNvPr>
          <p:cNvSpPr txBox="1"/>
          <p:nvPr/>
        </p:nvSpPr>
        <p:spPr>
          <a:xfrm>
            <a:off x="1444097" y="3245171"/>
            <a:ext cx="4138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IoT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EC405C-4A6B-EF56-2289-A362DDFE6516}"/>
              </a:ext>
            </a:extLst>
          </p:cNvPr>
          <p:cNvSpPr txBox="1"/>
          <p:nvPr/>
        </p:nvSpPr>
        <p:spPr>
          <a:xfrm>
            <a:off x="6460843" y="3243496"/>
            <a:ext cx="7700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Desktops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8F7677E-D8F0-AACE-7614-62C666831B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973" y="3618296"/>
            <a:ext cx="365760" cy="3223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BC951D6-BDF1-4EF8-F818-E7FEF3A37D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973" y="4198173"/>
            <a:ext cx="365760" cy="32236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CF31904-7B92-DB81-AECB-8F19EDFAC1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973" y="4761780"/>
            <a:ext cx="365760" cy="32236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B82638B-873D-850D-E323-A38E486983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475" y="5652956"/>
            <a:ext cx="365760" cy="26486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2203367-2DB9-7DA2-F52D-C6EB53BD1D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2855" y="5645616"/>
            <a:ext cx="365760" cy="26486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F397C79-E2DE-FF17-34D0-52719B7D3A5D}"/>
              </a:ext>
            </a:extLst>
          </p:cNvPr>
          <p:cNvSpPr txBox="1"/>
          <p:nvPr/>
        </p:nvSpPr>
        <p:spPr>
          <a:xfrm>
            <a:off x="2374553" y="5152388"/>
            <a:ext cx="661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WiFi</a:t>
            </a:r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(Guest)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7A37ED-86BD-0B9E-C5B6-B6EDAF2E961D}"/>
              </a:ext>
            </a:extLst>
          </p:cNvPr>
          <p:cNvSpPr txBox="1"/>
          <p:nvPr/>
        </p:nvSpPr>
        <p:spPr>
          <a:xfrm>
            <a:off x="3767986" y="5152586"/>
            <a:ext cx="795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IT </a:t>
            </a:r>
            <a:r>
              <a:rPr lang="en-US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(Services)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180AE28-2DBE-76ED-E0C4-7DF3B1B96B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9924" y="5635149"/>
            <a:ext cx="365760" cy="31616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976D922-2FC2-5168-0C23-8D21DCC489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0441" y="5610351"/>
            <a:ext cx="235574" cy="36576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B1899B6-63EC-F8C2-C035-8CC5CBF5A548}"/>
              </a:ext>
            </a:extLst>
          </p:cNvPr>
          <p:cNvSpPr txBox="1"/>
          <p:nvPr/>
        </p:nvSpPr>
        <p:spPr>
          <a:xfrm>
            <a:off x="5272749" y="5170554"/>
            <a:ext cx="795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Users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(ZCC)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F81B7C0-B584-C8B4-15B9-DCD99CE6BB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0585" y="4236783"/>
            <a:ext cx="505688" cy="49960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66C0C69-BC01-1E9C-F726-D1D768BD90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91194" y="3224158"/>
            <a:ext cx="749300" cy="7493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034910E-5B28-D928-B087-E13BDBDE5E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3725" y="5663368"/>
            <a:ext cx="365760" cy="25855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C35AEAC-06E1-7293-6B3F-61415DFCFC2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84719" y="5664146"/>
            <a:ext cx="365760" cy="258554"/>
          </a:xfrm>
          <a:prstGeom prst="rect">
            <a:avLst/>
          </a:prstGeom>
        </p:spPr>
      </p:pic>
      <p:cxnSp>
        <p:nvCxnSpPr>
          <p:cNvPr id="48" name="Google Shape;5383;p511">
            <a:extLst>
              <a:ext uri="{FF2B5EF4-FFF2-40B4-BE49-F238E27FC236}">
                <a16:creationId xmlns:a16="http://schemas.microsoft.com/office/drawing/2014/main" id="{BD1C7786-72F5-DBB7-DDC5-8CAB86D86628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4416273" y="4486584"/>
            <a:ext cx="2042049" cy="9727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1" name="Google Shape;5383;p511">
            <a:extLst>
              <a:ext uri="{FF2B5EF4-FFF2-40B4-BE49-F238E27FC236}">
                <a16:creationId xmlns:a16="http://schemas.microsoft.com/office/drawing/2014/main" id="{641A2ED7-7074-D014-7E59-18A43FD06265}"/>
              </a:ext>
            </a:extLst>
          </p:cNvPr>
          <p:cNvCxnSpPr>
            <a:cxnSpLocks/>
          </p:cNvCxnSpPr>
          <p:nvPr/>
        </p:nvCxnSpPr>
        <p:spPr>
          <a:xfrm flipH="1" flipV="1">
            <a:off x="2026525" y="4475263"/>
            <a:ext cx="1870265" cy="17252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61" name="Google Shape;5368;p511">
            <a:extLst>
              <a:ext uri="{FF2B5EF4-FFF2-40B4-BE49-F238E27FC236}">
                <a16:creationId xmlns:a16="http://schemas.microsoft.com/office/drawing/2014/main" id="{CAA3C1EF-F64D-851E-6C07-13317CF12C3F}"/>
              </a:ext>
            </a:extLst>
          </p:cNvPr>
          <p:cNvCxnSpPr>
            <a:cxnSpLocks/>
          </p:cNvCxnSpPr>
          <p:nvPr/>
        </p:nvCxnSpPr>
        <p:spPr>
          <a:xfrm rot="16200000" flipV="1">
            <a:off x="4749701" y="4281397"/>
            <a:ext cx="527599" cy="1250716"/>
          </a:xfrm>
          <a:prstGeom prst="bentConnector2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63" name="Google Shape;5368;p511">
            <a:extLst>
              <a:ext uri="{FF2B5EF4-FFF2-40B4-BE49-F238E27FC236}">
                <a16:creationId xmlns:a16="http://schemas.microsoft.com/office/drawing/2014/main" id="{033619F0-1D8D-2511-58F6-0FD3C116C7E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13213" y="4302136"/>
            <a:ext cx="499602" cy="1200902"/>
          </a:xfrm>
          <a:prstGeom prst="bentConnector2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6614" name="Google Shape;5383;p511">
            <a:extLst>
              <a:ext uri="{FF2B5EF4-FFF2-40B4-BE49-F238E27FC236}">
                <a16:creationId xmlns:a16="http://schemas.microsoft.com/office/drawing/2014/main" id="{10D31A34-2EB9-B006-76C2-71544CEF9D3F}"/>
              </a:ext>
            </a:extLst>
          </p:cNvPr>
          <p:cNvCxnSpPr>
            <a:cxnSpLocks/>
            <a:stCxn id="42" idx="2"/>
            <a:endCxn id="34" idx="0"/>
          </p:cNvCxnSpPr>
          <p:nvPr/>
        </p:nvCxnSpPr>
        <p:spPr>
          <a:xfrm>
            <a:off x="4163429" y="4736385"/>
            <a:ext cx="2416" cy="416201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6617" name="Google Shape;5383;p511">
            <a:extLst>
              <a:ext uri="{FF2B5EF4-FFF2-40B4-BE49-F238E27FC236}">
                <a16:creationId xmlns:a16="http://schemas.microsoft.com/office/drawing/2014/main" id="{50F6B3DD-5F7F-A48B-1246-10ACF43E9D32}"/>
              </a:ext>
            </a:extLst>
          </p:cNvPr>
          <p:cNvCxnSpPr>
            <a:cxnSpLocks/>
            <a:stCxn id="43" idx="2"/>
            <a:endCxn id="42" idx="0"/>
          </p:cNvCxnSpPr>
          <p:nvPr/>
        </p:nvCxnSpPr>
        <p:spPr>
          <a:xfrm flipH="1">
            <a:off x="4163429" y="3973458"/>
            <a:ext cx="2415" cy="263325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16621" name="Picture 16620">
            <a:extLst>
              <a:ext uri="{FF2B5EF4-FFF2-40B4-BE49-F238E27FC236}">
                <a16:creationId xmlns:a16="http://schemas.microsoft.com/office/drawing/2014/main" id="{1E0EE03F-C066-BB9E-BCC3-11E0FBEA15D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62960" y="3719560"/>
            <a:ext cx="526650" cy="526650"/>
          </a:xfrm>
          <a:prstGeom prst="rect">
            <a:avLst/>
          </a:prstGeom>
        </p:spPr>
      </p:pic>
      <p:cxnSp>
        <p:nvCxnSpPr>
          <p:cNvPr id="16622" name="Google Shape;5368;p511">
            <a:extLst>
              <a:ext uri="{FF2B5EF4-FFF2-40B4-BE49-F238E27FC236}">
                <a16:creationId xmlns:a16="http://schemas.microsoft.com/office/drawing/2014/main" id="{10EEA09C-47F4-A811-EBE6-7CE92933AF6A}"/>
              </a:ext>
            </a:extLst>
          </p:cNvPr>
          <p:cNvCxnSpPr>
            <a:cxnSpLocks/>
          </p:cNvCxnSpPr>
          <p:nvPr/>
        </p:nvCxnSpPr>
        <p:spPr>
          <a:xfrm>
            <a:off x="3086435" y="3982885"/>
            <a:ext cx="826671" cy="362009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631" name="TextBox 16630">
            <a:extLst>
              <a:ext uri="{FF2B5EF4-FFF2-40B4-BE49-F238E27FC236}">
                <a16:creationId xmlns:a16="http://schemas.microsoft.com/office/drawing/2014/main" id="{03F47F3D-8556-A80F-F054-DD871BD3073E}"/>
              </a:ext>
            </a:extLst>
          </p:cNvPr>
          <p:cNvSpPr txBox="1"/>
          <p:nvPr/>
        </p:nvSpPr>
        <p:spPr>
          <a:xfrm>
            <a:off x="4549905" y="3317043"/>
            <a:ext cx="566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Roboto Condensed Black" panose="02000000000000000000" pitchFamily="2" charset="0"/>
                <a:ea typeface="Roboto Condensed Black" panose="02000000000000000000" pitchFamily="2" charset="0"/>
              </a:rPr>
              <a:t>Zero Trust Branch</a:t>
            </a:r>
            <a:endParaRPr lang="en-US" sz="1000" dirty="0">
              <a:solidFill>
                <a:schemeClr val="tx1"/>
              </a:solidFill>
              <a:latin typeface="Roboto Condensed Medium" panose="02000000000000000000" pitchFamily="2" charset="0"/>
              <a:ea typeface="Roboto Condensed Medium" panose="02000000000000000000" pitchFamily="2" charset="0"/>
            </a:endParaRPr>
          </a:p>
        </p:txBody>
      </p:sp>
      <p:pic>
        <p:nvPicPr>
          <p:cNvPr id="16632" name="Picture 16631">
            <a:extLst>
              <a:ext uri="{FF2B5EF4-FFF2-40B4-BE49-F238E27FC236}">
                <a16:creationId xmlns:a16="http://schemas.microsoft.com/office/drawing/2014/main" id="{59252018-3168-D42D-0890-E46FFB8A545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93821" y="2171470"/>
            <a:ext cx="749300" cy="749300"/>
          </a:xfrm>
          <a:prstGeom prst="rect">
            <a:avLst/>
          </a:prstGeom>
        </p:spPr>
      </p:pic>
      <p:cxnSp>
        <p:nvCxnSpPr>
          <p:cNvPr id="16633" name="Google Shape;5383;p511">
            <a:extLst>
              <a:ext uri="{FF2B5EF4-FFF2-40B4-BE49-F238E27FC236}">
                <a16:creationId xmlns:a16="http://schemas.microsoft.com/office/drawing/2014/main" id="{AECA7FD9-D6FB-6874-2DC6-EA8838C81C3C}"/>
              </a:ext>
            </a:extLst>
          </p:cNvPr>
          <p:cNvCxnSpPr>
            <a:cxnSpLocks/>
            <a:stCxn id="16632" idx="2"/>
          </p:cNvCxnSpPr>
          <p:nvPr/>
        </p:nvCxnSpPr>
        <p:spPr>
          <a:xfrm flipH="1">
            <a:off x="4165844" y="2920770"/>
            <a:ext cx="2627" cy="328788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637" name="TextBox 16636">
            <a:extLst>
              <a:ext uri="{FF2B5EF4-FFF2-40B4-BE49-F238E27FC236}">
                <a16:creationId xmlns:a16="http://schemas.microsoft.com/office/drawing/2014/main" id="{08868DE5-0B2D-6595-C5C4-91378E962FDC}"/>
              </a:ext>
            </a:extLst>
          </p:cNvPr>
          <p:cNvSpPr txBox="1"/>
          <p:nvPr/>
        </p:nvSpPr>
        <p:spPr>
          <a:xfrm>
            <a:off x="4511253" y="2449695"/>
            <a:ext cx="931788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SD-WAN</a:t>
            </a:r>
            <a:endParaRPr lang="en-US" sz="1000" dirty="0">
              <a:solidFill>
                <a:schemeClr val="tx1"/>
              </a:solidFill>
              <a:latin typeface="Century Gothic" panose="020B0502020202020204" pitchFamily="34" charset="0"/>
              <a:ea typeface="Roboto Condensed Medium" panose="02000000000000000000" pitchFamily="2" charset="0"/>
            </a:endParaRPr>
          </a:p>
        </p:txBody>
      </p:sp>
      <p:pic>
        <p:nvPicPr>
          <p:cNvPr id="16639" name="Picture 16638">
            <a:extLst>
              <a:ext uri="{FF2B5EF4-FFF2-40B4-BE49-F238E27FC236}">
                <a16:creationId xmlns:a16="http://schemas.microsoft.com/office/drawing/2014/main" id="{EE24E68A-A1D7-6C6E-FBA7-09191D4DC4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0819" y="2171470"/>
            <a:ext cx="736600" cy="736600"/>
          </a:xfrm>
          <a:prstGeom prst="rect">
            <a:avLst/>
          </a:prstGeom>
        </p:spPr>
      </p:pic>
      <p:sp>
        <p:nvSpPr>
          <p:cNvPr id="16514" name="TextBox 16513">
            <a:extLst>
              <a:ext uri="{FF2B5EF4-FFF2-40B4-BE49-F238E27FC236}">
                <a16:creationId xmlns:a16="http://schemas.microsoft.com/office/drawing/2014/main" id="{7BA341B5-57D1-E048-F135-AC26A950710D}"/>
              </a:ext>
            </a:extLst>
          </p:cNvPr>
          <p:cNvSpPr txBox="1"/>
          <p:nvPr/>
        </p:nvSpPr>
        <p:spPr>
          <a:xfrm>
            <a:off x="5099120" y="1028758"/>
            <a:ext cx="685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Routed Overlay</a:t>
            </a:r>
            <a:endParaRPr lang="en-US" sz="1000" dirty="0">
              <a:solidFill>
                <a:schemeClr val="tx1"/>
              </a:solidFill>
              <a:latin typeface="Century Gothic" panose="020B0502020202020204" pitchFamily="34" charset="0"/>
              <a:ea typeface="Roboto Condensed Medium" panose="02000000000000000000" pitchFamily="2" charset="0"/>
            </a:endParaRPr>
          </a:p>
        </p:txBody>
      </p:sp>
      <p:cxnSp>
        <p:nvCxnSpPr>
          <p:cNvPr id="16517" name="Google Shape;5383;p511">
            <a:extLst>
              <a:ext uri="{FF2B5EF4-FFF2-40B4-BE49-F238E27FC236}">
                <a16:creationId xmlns:a16="http://schemas.microsoft.com/office/drawing/2014/main" id="{52C47073-14EF-32D8-626C-21746FF8E3D5}"/>
              </a:ext>
            </a:extLst>
          </p:cNvPr>
          <p:cNvCxnSpPr>
            <a:cxnSpLocks/>
            <a:stCxn id="16659" idx="2"/>
            <a:endCxn id="16632" idx="0"/>
          </p:cNvCxnSpPr>
          <p:nvPr/>
        </p:nvCxnSpPr>
        <p:spPr>
          <a:xfrm flipH="1">
            <a:off x="4168471" y="1552663"/>
            <a:ext cx="566183" cy="618807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6648" name="Google Shape;5383;p511">
            <a:extLst>
              <a:ext uri="{FF2B5EF4-FFF2-40B4-BE49-F238E27FC236}">
                <a16:creationId xmlns:a16="http://schemas.microsoft.com/office/drawing/2014/main" id="{528D9140-1AE6-772E-4546-9047E349DC98}"/>
              </a:ext>
            </a:extLst>
          </p:cNvPr>
          <p:cNvCxnSpPr>
            <a:cxnSpLocks/>
            <a:stCxn id="16654" idx="2"/>
            <a:endCxn id="16632" idx="0"/>
          </p:cNvCxnSpPr>
          <p:nvPr/>
        </p:nvCxnSpPr>
        <p:spPr>
          <a:xfrm>
            <a:off x="3651842" y="1552405"/>
            <a:ext cx="516629" cy="619065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16654" name="Picture 16653">
            <a:extLst>
              <a:ext uri="{FF2B5EF4-FFF2-40B4-BE49-F238E27FC236}">
                <a16:creationId xmlns:a16="http://schemas.microsoft.com/office/drawing/2014/main" id="{B95BC182-B254-86E9-1B04-994C4F6ECC7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83542" y="917405"/>
            <a:ext cx="736600" cy="635000"/>
          </a:xfrm>
          <a:prstGeom prst="rect">
            <a:avLst/>
          </a:prstGeom>
        </p:spPr>
      </p:pic>
      <p:sp>
        <p:nvSpPr>
          <p:cNvPr id="16658" name="TextBox 16657">
            <a:extLst>
              <a:ext uri="{FF2B5EF4-FFF2-40B4-BE49-F238E27FC236}">
                <a16:creationId xmlns:a16="http://schemas.microsoft.com/office/drawing/2014/main" id="{D40470BC-9607-C14F-C8D6-853C88590E77}"/>
              </a:ext>
            </a:extLst>
          </p:cNvPr>
          <p:cNvSpPr txBox="1"/>
          <p:nvPr/>
        </p:nvSpPr>
        <p:spPr>
          <a:xfrm>
            <a:off x="2643128" y="1145093"/>
            <a:ext cx="656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Internet</a:t>
            </a:r>
            <a:endParaRPr lang="en-US" sz="1000" dirty="0">
              <a:solidFill>
                <a:schemeClr val="tx1"/>
              </a:solidFill>
              <a:latin typeface="Century Gothic" panose="020B0502020202020204" pitchFamily="34" charset="0"/>
              <a:ea typeface="Roboto Condensed Medium" panose="02000000000000000000" pitchFamily="2" charset="0"/>
            </a:endParaRPr>
          </a:p>
        </p:txBody>
      </p:sp>
      <p:pic>
        <p:nvPicPr>
          <p:cNvPr id="16659" name="Picture 16658">
            <a:extLst>
              <a:ext uri="{FF2B5EF4-FFF2-40B4-BE49-F238E27FC236}">
                <a16:creationId xmlns:a16="http://schemas.microsoft.com/office/drawing/2014/main" id="{CEF1DF16-2E18-2A9E-07E0-38C4C3E5E86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66354" y="904963"/>
            <a:ext cx="736600" cy="647700"/>
          </a:xfrm>
          <a:prstGeom prst="rect">
            <a:avLst/>
          </a:prstGeom>
        </p:spPr>
      </p:pic>
      <p:sp>
        <p:nvSpPr>
          <p:cNvPr id="16663" name="TextBox 16662">
            <a:extLst>
              <a:ext uri="{FF2B5EF4-FFF2-40B4-BE49-F238E27FC236}">
                <a16:creationId xmlns:a16="http://schemas.microsoft.com/office/drawing/2014/main" id="{03D85C1B-E8C8-2EF8-0460-EC52C51FC4A0}"/>
              </a:ext>
            </a:extLst>
          </p:cNvPr>
          <p:cNvSpPr txBox="1"/>
          <p:nvPr/>
        </p:nvSpPr>
        <p:spPr>
          <a:xfrm>
            <a:off x="2337697" y="1733408"/>
            <a:ext cx="1556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Direct </a:t>
            </a:r>
            <a:r>
              <a:rPr lang="en-US" sz="1000" b="1" dirty="0" err="1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Interent</a:t>
            </a:r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 Access </a:t>
            </a:r>
          </a:p>
          <a:p>
            <a:pPr algn="r"/>
            <a:r>
              <a:rPr lang="en-US" sz="1000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(DIA)</a:t>
            </a:r>
            <a:endParaRPr lang="en-US" sz="1000" dirty="0">
              <a:solidFill>
                <a:schemeClr val="tx1"/>
              </a:solidFill>
              <a:latin typeface="Century Gothic" panose="020B0502020202020204" pitchFamily="34" charset="0"/>
              <a:ea typeface="Roboto Condensed Medium" panose="02000000000000000000" pitchFamily="2" charset="0"/>
            </a:endParaRPr>
          </a:p>
        </p:txBody>
      </p:sp>
      <p:sp>
        <p:nvSpPr>
          <p:cNvPr id="16678" name="Rectangle 16677">
            <a:extLst>
              <a:ext uri="{FF2B5EF4-FFF2-40B4-BE49-F238E27FC236}">
                <a16:creationId xmlns:a16="http://schemas.microsoft.com/office/drawing/2014/main" id="{8611EDE7-5CCA-AA6E-62B2-E80E564D9BA6}"/>
              </a:ext>
            </a:extLst>
          </p:cNvPr>
          <p:cNvSpPr/>
          <p:nvPr/>
        </p:nvSpPr>
        <p:spPr>
          <a:xfrm>
            <a:off x="4458210" y="4229472"/>
            <a:ext cx="502920" cy="5066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B68940-CAFE-0AC3-038F-FDA47A96149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0399" y="3662435"/>
            <a:ext cx="659638" cy="622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2C14C3-C447-5971-8316-E5F83709CAF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10848" y="1213093"/>
            <a:ext cx="749300" cy="6223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00D0512-6277-B3EF-3C90-773A7F9EB75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20399" y="4817684"/>
            <a:ext cx="647700" cy="7366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2CC94CF-C013-32C0-8AB5-F254FB29DA33}"/>
              </a:ext>
            </a:extLst>
          </p:cNvPr>
          <p:cNvSpPr txBox="1"/>
          <p:nvPr/>
        </p:nvSpPr>
        <p:spPr>
          <a:xfrm>
            <a:off x="8211724" y="1524243"/>
            <a:ext cx="2977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Discovery &amp; Classification</a:t>
            </a:r>
            <a:endParaRPr lang="en" sz="10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r>
              <a:rPr lang="en" sz="1000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manual audits or blind spots 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E5F4D9-8369-FB1B-0CAA-BEDB162FFB1A}"/>
              </a:ext>
            </a:extLst>
          </p:cNvPr>
          <p:cNvSpPr txBox="1"/>
          <p:nvPr/>
        </p:nvSpPr>
        <p:spPr>
          <a:xfrm>
            <a:off x="8211724" y="1215808"/>
            <a:ext cx="2977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DEVICE VISIBILITY &amp; CONTROL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F2A83E-2660-A41F-DD66-FC832B75E3A6}"/>
              </a:ext>
            </a:extLst>
          </p:cNvPr>
          <p:cNvSpPr txBox="1"/>
          <p:nvPr/>
        </p:nvSpPr>
        <p:spPr>
          <a:xfrm>
            <a:off x="8206278" y="3939434"/>
            <a:ext cx="29842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Island of One</a:t>
            </a:r>
          </a:p>
          <a:p>
            <a:r>
              <a:rPr lang="en" sz="1000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lateral movement, no explicit authorization, no resource access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D4219B-A0F0-33FD-32FE-EFAA452A88A5}"/>
              </a:ext>
            </a:extLst>
          </p:cNvPr>
          <p:cNvSpPr txBox="1"/>
          <p:nvPr/>
        </p:nvSpPr>
        <p:spPr>
          <a:xfrm>
            <a:off x="8206278" y="3629964"/>
            <a:ext cx="29842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REDUCED SECURITY RISK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E323E7-E1E7-C498-58A5-4204AAEEB0ED}"/>
              </a:ext>
            </a:extLst>
          </p:cNvPr>
          <p:cNvSpPr txBox="1"/>
          <p:nvPr/>
        </p:nvSpPr>
        <p:spPr>
          <a:xfrm>
            <a:off x="8213417" y="5096613"/>
            <a:ext cx="29770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Centralized Cloud Delivered Policy</a:t>
            </a:r>
            <a:endParaRPr lang="en" sz="10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r>
              <a:rPr lang="en" sz="1000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Consistent, auditable, Tag-based policy doesn’t drift – removes network as enforcement point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4E60A4-D272-0672-C500-C9AAAFB1FCEA}"/>
              </a:ext>
            </a:extLst>
          </p:cNvPr>
          <p:cNvSpPr txBox="1"/>
          <p:nvPr/>
        </p:nvSpPr>
        <p:spPr>
          <a:xfrm>
            <a:off x="8213417" y="4788178"/>
            <a:ext cx="2977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LESS COMPLEXITY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55B201-8678-4D29-DEC8-5F1C0E6C4D8F}"/>
              </a:ext>
            </a:extLst>
          </p:cNvPr>
          <p:cNvSpPr txBox="1"/>
          <p:nvPr/>
        </p:nvSpPr>
        <p:spPr>
          <a:xfrm>
            <a:off x="2597136" y="6208706"/>
            <a:ext cx="2977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0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Network Access Means Nothing</a:t>
            </a:r>
            <a:endParaRPr lang="en" sz="10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algn="ctr"/>
            <a:r>
              <a:rPr lang="en" sz="1000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explicit authorization, no resource access 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FA4CEF-490C-90A7-8DEE-432269708128}"/>
              </a:ext>
            </a:extLst>
          </p:cNvPr>
          <p:cNvSpPr txBox="1"/>
          <p:nvPr/>
        </p:nvSpPr>
        <p:spPr>
          <a:xfrm>
            <a:off x="8207464" y="2176183"/>
            <a:ext cx="141781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" sz="1200" b="1">
                <a:solidFill>
                  <a:schemeClr val="tx1"/>
                </a:solidFill>
                <a:latin typeface="Century Gothic"/>
                <a:sym typeface="Century Gothic"/>
              </a:rPr>
              <a:t>INTEGRATIONS</a:t>
            </a:r>
            <a:endParaRPr lang="en" sz="1200">
              <a:solidFill>
                <a:schemeClr val="tx1"/>
              </a:solidFill>
              <a:latin typeface="Century Gothic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96265619-80AF-6F37-46F2-24EA549B220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12541" y="2248859"/>
            <a:ext cx="749300" cy="5842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248863F-600A-2D49-FFA9-80F5512EEE99}"/>
              </a:ext>
            </a:extLst>
          </p:cNvPr>
          <p:cNvSpPr txBox="1"/>
          <p:nvPr/>
        </p:nvSpPr>
        <p:spPr>
          <a:xfrm>
            <a:off x="251023" y="2924675"/>
            <a:ext cx="1009322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/>
                <a:ea typeface="Roboto Condensed Black"/>
              </a:rPr>
              <a:t>&lt;Customer Name&gt; Branch</a:t>
            </a:r>
            <a:endParaRPr lang="en-US" sz="1000" dirty="0">
              <a:solidFill>
                <a:schemeClr val="tx1"/>
              </a:solidFill>
              <a:latin typeface="Century Gothic"/>
              <a:ea typeface="Roboto Condensed Black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F33954-F8E5-2A31-93B0-27BF649E31F9}"/>
              </a:ext>
            </a:extLst>
          </p:cNvPr>
          <p:cNvSpPr txBox="1"/>
          <p:nvPr/>
        </p:nvSpPr>
        <p:spPr>
          <a:xfrm>
            <a:off x="8220559" y="2493860"/>
            <a:ext cx="297709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" sz="1000" b="1" dirty="0">
                <a:solidFill>
                  <a:schemeClr val="tx1"/>
                </a:solidFill>
                <a:latin typeface="Century Gothic"/>
                <a:sym typeface="Century Gothic"/>
              </a:rPr>
              <a:t>&lt;integration 1&gt;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DFCC69-9B2E-0C12-5A2C-20BA8D695957}"/>
              </a:ext>
            </a:extLst>
          </p:cNvPr>
          <p:cNvSpPr txBox="1"/>
          <p:nvPr/>
        </p:nvSpPr>
        <p:spPr>
          <a:xfrm>
            <a:off x="8218350" y="2734608"/>
            <a:ext cx="2977096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" sz="1000" b="1" dirty="0">
                <a:solidFill>
                  <a:schemeClr val="tx1"/>
                </a:solidFill>
                <a:latin typeface="Century Gothic"/>
                <a:sym typeface="Century Gothic"/>
              </a:rPr>
              <a:t>&lt;integration 2&gt;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28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9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9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38" grpId="0"/>
      <p:bldP spid="39" grpId="0"/>
      <p:bldP spid="47" grpId="0"/>
      <p:bldP spid="49" grpId="0"/>
      <p:bldP spid="50" grpId="0"/>
      <p:bldP spid="52" grpId="0"/>
      <p:bldP spid="57" grpId="0"/>
      <p:bldP spid="59" grpId="0"/>
      <p:bldP spid="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BB7F3-2319-1229-9C27-C9FB30FB2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raphic 319">
            <a:extLst>
              <a:ext uri="{FF2B5EF4-FFF2-40B4-BE49-F238E27FC236}">
                <a16:creationId xmlns:a16="http://schemas.microsoft.com/office/drawing/2014/main" id="{7758D529-19AF-C02F-E24E-C63BCDD5478B}"/>
              </a:ext>
            </a:extLst>
          </p:cNvPr>
          <p:cNvSpPr>
            <a:spLocks noChangeAspect="1"/>
          </p:cNvSpPr>
          <p:nvPr/>
        </p:nvSpPr>
        <p:spPr>
          <a:xfrm>
            <a:off x="2499257" y="4091255"/>
            <a:ext cx="623851" cy="445608"/>
          </a:xfrm>
          <a:custGeom>
            <a:avLst/>
            <a:gdLst>
              <a:gd name="connsiteX0" fmla="*/ 262135 w 349497"/>
              <a:gd name="connsiteY0" fmla="*/ 246594 h 246594"/>
              <a:gd name="connsiteX1" fmla="*/ 69899 w 349497"/>
              <a:gd name="connsiteY1" fmla="*/ 246594 h 246594"/>
              <a:gd name="connsiteX2" fmla="*/ 0 w 349497"/>
              <a:gd name="connsiteY2" fmla="*/ 176132 h 246594"/>
              <a:gd name="connsiteX3" fmla="*/ 52437 w 349497"/>
              <a:gd name="connsiteY3" fmla="*/ 107882 h 246594"/>
              <a:gd name="connsiteX4" fmla="*/ 52437 w 349497"/>
              <a:gd name="connsiteY4" fmla="*/ 105669 h 246594"/>
              <a:gd name="connsiteX5" fmla="*/ 157262 w 349497"/>
              <a:gd name="connsiteY5" fmla="*/ 0 h 246594"/>
              <a:gd name="connsiteX6" fmla="*/ 255989 w 349497"/>
              <a:gd name="connsiteY6" fmla="*/ 70708 h 246594"/>
              <a:gd name="connsiteX7" fmla="*/ 349497 w 349497"/>
              <a:gd name="connsiteY7" fmla="*/ 158528 h 246594"/>
              <a:gd name="connsiteX8" fmla="*/ 262135 w 349497"/>
              <a:gd name="connsiteY8" fmla="*/ 246594 h 24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497" h="246594">
                <a:moveTo>
                  <a:pt x="262135" y="246594"/>
                </a:moveTo>
                <a:lnTo>
                  <a:pt x="69899" y="246594"/>
                </a:lnTo>
                <a:cubicBezTo>
                  <a:pt x="31365" y="246594"/>
                  <a:pt x="0" y="214977"/>
                  <a:pt x="0" y="176132"/>
                </a:cubicBezTo>
                <a:cubicBezTo>
                  <a:pt x="0" y="143334"/>
                  <a:pt x="22292" y="115749"/>
                  <a:pt x="52437" y="107882"/>
                </a:cubicBezTo>
                <a:cubicBezTo>
                  <a:pt x="52437" y="107144"/>
                  <a:pt x="52437" y="106407"/>
                  <a:pt x="52437" y="105669"/>
                </a:cubicBezTo>
                <a:cubicBezTo>
                  <a:pt x="52437" y="47401"/>
                  <a:pt x="99459" y="0"/>
                  <a:pt x="157262" y="0"/>
                </a:cubicBezTo>
                <a:cubicBezTo>
                  <a:pt x="202479" y="0"/>
                  <a:pt x="241551" y="28864"/>
                  <a:pt x="255989" y="70708"/>
                </a:cubicBezTo>
                <a:cubicBezTo>
                  <a:pt x="307402" y="66381"/>
                  <a:pt x="349497" y="107931"/>
                  <a:pt x="349497" y="158528"/>
                </a:cubicBezTo>
                <a:cubicBezTo>
                  <a:pt x="349497" y="209126"/>
                  <a:pt x="310280" y="246594"/>
                  <a:pt x="262135" y="246594"/>
                </a:cubicBezTo>
                <a:close/>
              </a:path>
            </a:pathLst>
          </a:custGeom>
          <a:noFill/>
          <a:ln w="9525" cap="flat">
            <a:solidFill>
              <a:schemeClr val="tx1"/>
            </a:solidFill>
            <a:prstDash val="solid"/>
            <a:miter/>
          </a:ln>
        </p:spPr>
        <p:txBody>
          <a:bodyPr bIns="9144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DIA</a:t>
            </a:r>
            <a:endParaRPr kumimoji="0" lang="en-CO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A8731C-9EA1-7EAE-F061-5CB7623D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Routed (Non-Zscaler)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E97EA-FFD1-E76C-9B18-4C05B8C29F2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0705" y="883466"/>
            <a:ext cx="9274665" cy="250853"/>
          </a:xfrm>
        </p:spPr>
        <p:txBody>
          <a:bodyPr/>
          <a:lstStyle/>
          <a:p>
            <a:r>
              <a:rPr lang="en-US" dirty="0"/>
              <a:t>Default </a:t>
            </a:r>
            <a:r>
              <a:rPr lang="en-US" b="1" dirty="0"/>
              <a:t>Any-Any Allow </a:t>
            </a:r>
            <a:r>
              <a:rPr lang="en-US" dirty="0"/>
              <a:t>Routing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F664C7B-B04D-24C4-A893-A370A67F1649}"/>
              </a:ext>
            </a:extLst>
          </p:cNvPr>
          <p:cNvSpPr/>
          <p:nvPr/>
        </p:nvSpPr>
        <p:spPr>
          <a:xfrm>
            <a:off x="1783654" y="5001603"/>
            <a:ext cx="2534147" cy="1280877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Branch 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AAB40B-9671-FE99-60A2-7B9A22B705D4}"/>
              </a:ext>
            </a:extLst>
          </p:cNvPr>
          <p:cNvCxnSpPr>
            <a:cxnSpLocks/>
          </p:cNvCxnSpPr>
          <p:nvPr/>
        </p:nvCxnSpPr>
        <p:spPr>
          <a:xfrm flipV="1">
            <a:off x="2844794" y="4979222"/>
            <a:ext cx="0" cy="7202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2;p3">
            <a:extLst>
              <a:ext uri="{FF2B5EF4-FFF2-40B4-BE49-F238E27FC236}">
                <a16:creationId xmlns:a16="http://schemas.microsoft.com/office/drawing/2014/main" id="{603791C2-8A30-6213-76B3-A367BE13C1C9}"/>
              </a:ext>
            </a:extLst>
          </p:cNvPr>
          <p:cNvSpPr/>
          <p:nvPr/>
        </p:nvSpPr>
        <p:spPr>
          <a:xfrm>
            <a:off x="2326858" y="5854580"/>
            <a:ext cx="316227" cy="256419"/>
          </a:xfrm>
          <a:custGeom>
            <a:avLst/>
            <a:gdLst/>
            <a:ahLst/>
            <a:cxnLst/>
            <a:rect l="l" t="t" r="r" b="b"/>
            <a:pathLst>
              <a:path w="765809" h="519683" extrusionOk="0">
                <a:moveTo>
                  <a:pt x="673799" y="360807"/>
                </a:moveTo>
                <a:cubicBezTo>
                  <a:pt x="665911" y="361018"/>
                  <a:pt x="659345" y="354794"/>
                  <a:pt x="659135" y="346905"/>
                </a:cubicBezTo>
                <a:cubicBezTo>
                  <a:pt x="659132" y="346777"/>
                  <a:pt x="659130" y="346648"/>
                  <a:pt x="659130" y="346519"/>
                </a:cubicBezTo>
                <a:lnTo>
                  <a:pt x="659130" y="61913"/>
                </a:lnTo>
                <a:cubicBezTo>
                  <a:pt x="659130" y="43501"/>
                  <a:pt x="644204" y="28575"/>
                  <a:pt x="625793" y="28575"/>
                </a:cubicBezTo>
                <a:lnTo>
                  <a:pt x="139637" y="28575"/>
                </a:lnTo>
                <a:cubicBezTo>
                  <a:pt x="121225" y="28575"/>
                  <a:pt x="106299" y="43501"/>
                  <a:pt x="106299" y="61913"/>
                </a:cubicBezTo>
                <a:lnTo>
                  <a:pt x="106299" y="346519"/>
                </a:lnTo>
                <a:cubicBezTo>
                  <a:pt x="106299" y="354410"/>
                  <a:pt x="99902" y="360807"/>
                  <a:pt x="92012" y="360807"/>
                </a:cubicBezTo>
                <a:cubicBezTo>
                  <a:pt x="84121" y="360807"/>
                  <a:pt x="77724" y="354410"/>
                  <a:pt x="77724" y="346519"/>
                </a:cubicBezTo>
                <a:lnTo>
                  <a:pt x="77724" y="61913"/>
                </a:lnTo>
                <a:cubicBezTo>
                  <a:pt x="77724" y="27719"/>
                  <a:pt x="105443" y="0"/>
                  <a:pt x="139637" y="0"/>
                </a:cubicBezTo>
                <a:lnTo>
                  <a:pt x="626174" y="0"/>
                </a:lnTo>
                <a:cubicBezTo>
                  <a:pt x="660367" y="0"/>
                  <a:pt x="688086" y="27719"/>
                  <a:pt x="688086" y="61913"/>
                </a:cubicBezTo>
                <a:lnTo>
                  <a:pt x="688086" y="346519"/>
                </a:lnTo>
                <a:cubicBezTo>
                  <a:pt x="688086" y="354410"/>
                  <a:pt x="681689" y="360807"/>
                  <a:pt x="673799" y="360807"/>
                </a:cubicBezTo>
                <a:close/>
                <a:moveTo>
                  <a:pt x="765810" y="467296"/>
                </a:moveTo>
                <a:lnTo>
                  <a:pt x="765810" y="441674"/>
                </a:lnTo>
                <a:cubicBezTo>
                  <a:pt x="765753" y="412763"/>
                  <a:pt x="742334" y="389339"/>
                  <a:pt x="713423" y="389287"/>
                </a:cubicBezTo>
                <a:lnTo>
                  <a:pt x="52388" y="389287"/>
                </a:lnTo>
                <a:cubicBezTo>
                  <a:pt x="23476" y="389339"/>
                  <a:pt x="52" y="412763"/>
                  <a:pt x="0" y="441674"/>
                </a:cubicBezTo>
                <a:lnTo>
                  <a:pt x="0" y="467296"/>
                </a:lnTo>
                <a:cubicBezTo>
                  <a:pt x="0" y="496230"/>
                  <a:pt x="23454" y="519684"/>
                  <a:pt x="52388" y="519684"/>
                </a:cubicBezTo>
                <a:lnTo>
                  <a:pt x="713423" y="519684"/>
                </a:lnTo>
                <a:cubicBezTo>
                  <a:pt x="742356" y="519684"/>
                  <a:pt x="765810" y="496230"/>
                  <a:pt x="765810" y="467296"/>
                </a:cubicBezTo>
                <a:close/>
                <a:moveTo>
                  <a:pt x="713423" y="417862"/>
                </a:moveTo>
                <a:cubicBezTo>
                  <a:pt x="726552" y="417914"/>
                  <a:pt x="737183" y="428545"/>
                  <a:pt x="737235" y="441674"/>
                </a:cubicBezTo>
                <a:lnTo>
                  <a:pt x="737235" y="467296"/>
                </a:lnTo>
                <a:cubicBezTo>
                  <a:pt x="737183" y="480426"/>
                  <a:pt x="726552" y="491057"/>
                  <a:pt x="713423" y="491109"/>
                </a:cubicBezTo>
                <a:lnTo>
                  <a:pt x="52388" y="491109"/>
                </a:lnTo>
                <a:cubicBezTo>
                  <a:pt x="39258" y="491057"/>
                  <a:pt x="28627" y="480426"/>
                  <a:pt x="28575" y="467296"/>
                </a:cubicBezTo>
                <a:lnTo>
                  <a:pt x="28575" y="441674"/>
                </a:lnTo>
                <a:cubicBezTo>
                  <a:pt x="28627" y="428545"/>
                  <a:pt x="39258" y="417914"/>
                  <a:pt x="52388" y="417862"/>
                </a:cubicBezTo>
                <a:close/>
                <a:moveTo>
                  <a:pt x="382905" y="435483"/>
                </a:moveTo>
                <a:cubicBezTo>
                  <a:pt x="372384" y="435483"/>
                  <a:pt x="363855" y="444012"/>
                  <a:pt x="363855" y="454533"/>
                </a:cubicBezTo>
                <a:cubicBezTo>
                  <a:pt x="363855" y="465054"/>
                  <a:pt x="372384" y="473583"/>
                  <a:pt x="382905" y="473583"/>
                </a:cubicBezTo>
                <a:cubicBezTo>
                  <a:pt x="393426" y="473583"/>
                  <a:pt x="401955" y="465054"/>
                  <a:pt x="401955" y="454533"/>
                </a:cubicBezTo>
                <a:cubicBezTo>
                  <a:pt x="401955" y="444012"/>
                  <a:pt x="393426" y="435483"/>
                  <a:pt x="382905" y="43548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19" tIns="45697" rIns="91419" bIns="45697" anchor="ctr" anchorCtr="0">
            <a:no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Arial"/>
              <a:cs typeface="Arial"/>
              <a:sym typeface="Arial"/>
            </a:endParaRPr>
          </a:p>
        </p:txBody>
      </p:sp>
      <p:sp>
        <p:nvSpPr>
          <p:cNvPr id="14" name="Google Shape;72;p3">
            <a:extLst>
              <a:ext uri="{FF2B5EF4-FFF2-40B4-BE49-F238E27FC236}">
                <a16:creationId xmlns:a16="http://schemas.microsoft.com/office/drawing/2014/main" id="{2D4ABE5B-73A9-C896-29F6-C4CA16D60712}"/>
              </a:ext>
            </a:extLst>
          </p:cNvPr>
          <p:cNvSpPr/>
          <p:nvPr/>
        </p:nvSpPr>
        <p:spPr>
          <a:xfrm>
            <a:off x="2828643" y="5862518"/>
            <a:ext cx="155858" cy="239326"/>
          </a:xfrm>
          <a:custGeom>
            <a:avLst/>
            <a:gdLst/>
            <a:ahLst/>
            <a:cxnLst/>
            <a:rect l="l" t="t" r="r" b="b"/>
            <a:pathLst>
              <a:path w="514540" h="790098" extrusionOk="0">
                <a:moveTo>
                  <a:pt x="444532" y="298418"/>
                </a:moveTo>
                <a:lnTo>
                  <a:pt x="70009" y="298418"/>
                </a:lnTo>
                <a:cubicBezTo>
                  <a:pt x="62103" y="298418"/>
                  <a:pt x="55721" y="292037"/>
                  <a:pt x="55721" y="284131"/>
                </a:cubicBezTo>
                <a:cubicBezTo>
                  <a:pt x="55721" y="276225"/>
                  <a:pt x="62103" y="269843"/>
                  <a:pt x="70009" y="269843"/>
                </a:cubicBezTo>
                <a:lnTo>
                  <a:pt x="444627" y="269843"/>
                </a:lnTo>
                <a:cubicBezTo>
                  <a:pt x="452533" y="269843"/>
                  <a:pt x="458914" y="276225"/>
                  <a:pt x="458914" y="284131"/>
                </a:cubicBezTo>
                <a:cubicBezTo>
                  <a:pt x="458914" y="292037"/>
                  <a:pt x="452533" y="298418"/>
                  <a:pt x="444627" y="298418"/>
                </a:cubicBezTo>
                <a:close/>
                <a:moveTo>
                  <a:pt x="70009" y="90488"/>
                </a:moveTo>
                <a:lnTo>
                  <a:pt x="444627" y="90488"/>
                </a:lnTo>
                <a:cubicBezTo>
                  <a:pt x="452533" y="90488"/>
                  <a:pt x="458914" y="84106"/>
                  <a:pt x="458914" y="76200"/>
                </a:cubicBezTo>
                <a:cubicBezTo>
                  <a:pt x="458914" y="68294"/>
                  <a:pt x="452533" y="61913"/>
                  <a:pt x="444627" y="61913"/>
                </a:cubicBezTo>
                <a:lnTo>
                  <a:pt x="70009" y="61913"/>
                </a:lnTo>
                <a:cubicBezTo>
                  <a:pt x="62103" y="61913"/>
                  <a:pt x="55721" y="68294"/>
                  <a:pt x="55721" y="76200"/>
                </a:cubicBezTo>
                <a:cubicBezTo>
                  <a:pt x="55721" y="84106"/>
                  <a:pt x="62103" y="90488"/>
                  <a:pt x="70009" y="90488"/>
                </a:cubicBezTo>
                <a:close/>
                <a:moveTo>
                  <a:pt x="271558" y="360331"/>
                </a:moveTo>
                <a:lnTo>
                  <a:pt x="271558" y="416719"/>
                </a:lnTo>
                <a:lnTo>
                  <a:pt x="463582" y="416719"/>
                </a:lnTo>
                <a:cubicBezTo>
                  <a:pt x="491681" y="416719"/>
                  <a:pt x="514541" y="439579"/>
                  <a:pt x="514541" y="467678"/>
                </a:cubicBezTo>
                <a:cubicBezTo>
                  <a:pt x="514541" y="495776"/>
                  <a:pt x="491681" y="518636"/>
                  <a:pt x="463582" y="518636"/>
                </a:cubicBezTo>
                <a:lnTo>
                  <a:pt x="271558" y="518636"/>
                </a:lnTo>
                <a:lnTo>
                  <a:pt x="271558" y="612267"/>
                </a:lnTo>
                <a:lnTo>
                  <a:pt x="381286" y="689896"/>
                </a:lnTo>
                <a:cubicBezTo>
                  <a:pt x="391097" y="681704"/>
                  <a:pt x="403765" y="676751"/>
                  <a:pt x="417576" y="676751"/>
                </a:cubicBezTo>
                <a:cubicBezTo>
                  <a:pt x="448818" y="676751"/>
                  <a:pt x="474250" y="702183"/>
                  <a:pt x="474250" y="733425"/>
                </a:cubicBezTo>
                <a:cubicBezTo>
                  <a:pt x="474250" y="764667"/>
                  <a:pt x="448818" y="790099"/>
                  <a:pt x="417576" y="790099"/>
                </a:cubicBezTo>
                <a:cubicBezTo>
                  <a:pt x="386334" y="790099"/>
                  <a:pt x="360902" y="764667"/>
                  <a:pt x="360902" y="733425"/>
                </a:cubicBezTo>
                <a:cubicBezTo>
                  <a:pt x="360902" y="726281"/>
                  <a:pt x="362331" y="719519"/>
                  <a:pt x="364712" y="713232"/>
                </a:cubicBezTo>
                <a:lnTo>
                  <a:pt x="257270" y="637223"/>
                </a:lnTo>
                <a:lnTo>
                  <a:pt x="149828" y="713232"/>
                </a:lnTo>
                <a:cubicBezTo>
                  <a:pt x="152210" y="719519"/>
                  <a:pt x="153638" y="726377"/>
                  <a:pt x="153638" y="733425"/>
                </a:cubicBezTo>
                <a:cubicBezTo>
                  <a:pt x="153638" y="764667"/>
                  <a:pt x="128206" y="790099"/>
                  <a:pt x="96964" y="790099"/>
                </a:cubicBezTo>
                <a:cubicBezTo>
                  <a:pt x="65722" y="790099"/>
                  <a:pt x="40291" y="764667"/>
                  <a:pt x="40291" y="733425"/>
                </a:cubicBezTo>
                <a:cubicBezTo>
                  <a:pt x="40291" y="702183"/>
                  <a:pt x="65722" y="676751"/>
                  <a:pt x="96964" y="676751"/>
                </a:cubicBezTo>
                <a:cubicBezTo>
                  <a:pt x="110776" y="676751"/>
                  <a:pt x="123349" y="681704"/>
                  <a:pt x="133255" y="689896"/>
                </a:cubicBezTo>
                <a:lnTo>
                  <a:pt x="242983" y="612267"/>
                </a:lnTo>
                <a:lnTo>
                  <a:pt x="242983" y="518636"/>
                </a:lnTo>
                <a:lnTo>
                  <a:pt x="50959" y="518636"/>
                </a:lnTo>
                <a:cubicBezTo>
                  <a:pt x="22860" y="518636"/>
                  <a:pt x="0" y="495776"/>
                  <a:pt x="0" y="467678"/>
                </a:cubicBezTo>
                <a:cubicBezTo>
                  <a:pt x="0" y="439579"/>
                  <a:pt x="22860" y="416719"/>
                  <a:pt x="50959" y="416719"/>
                </a:cubicBezTo>
                <a:lnTo>
                  <a:pt x="242983" y="416719"/>
                </a:lnTo>
                <a:lnTo>
                  <a:pt x="242983" y="360331"/>
                </a:lnTo>
                <a:lnTo>
                  <a:pt x="45148" y="360331"/>
                </a:lnTo>
                <a:cubicBezTo>
                  <a:pt x="20288" y="360331"/>
                  <a:pt x="95" y="340138"/>
                  <a:pt x="95" y="315278"/>
                </a:cubicBezTo>
                <a:lnTo>
                  <a:pt x="95" y="45053"/>
                </a:lnTo>
                <a:cubicBezTo>
                  <a:pt x="95" y="20193"/>
                  <a:pt x="20288" y="0"/>
                  <a:pt x="45148" y="0"/>
                </a:cubicBezTo>
                <a:lnTo>
                  <a:pt x="469487" y="0"/>
                </a:lnTo>
                <a:cubicBezTo>
                  <a:pt x="494347" y="0"/>
                  <a:pt x="514541" y="20193"/>
                  <a:pt x="514541" y="45053"/>
                </a:cubicBezTo>
                <a:lnTo>
                  <a:pt x="514541" y="315182"/>
                </a:lnTo>
                <a:cubicBezTo>
                  <a:pt x="514541" y="340043"/>
                  <a:pt x="494347" y="360236"/>
                  <a:pt x="469487" y="360236"/>
                </a:cubicBezTo>
                <a:lnTo>
                  <a:pt x="271653" y="360236"/>
                </a:lnTo>
                <a:close/>
                <a:moveTo>
                  <a:pt x="125063" y="733330"/>
                </a:moveTo>
                <a:cubicBezTo>
                  <a:pt x="125063" y="717804"/>
                  <a:pt x="112490" y="705231"/>
                  <a:pt x="96964" y="705231"/>
                </a:cubicBezTo>
                <a:cubicBezTo>
                  <a:pt x="81439" y="705231"/>
                  <a:pt x="68866" y="717804"/>
                  <a:pt x="68866" y="733330"/>
                </a:cubicBezTo>
                <a:cubicBezTo>
                  <a:pt x="68866" y="748856"/>
                  <a:pt x="81439" y="761429"/>
                  <a:pt x="96964" y="761429"/>
                </a:cubicBezTo>
                <a:cubicBezTo>
                  <a:pt x="112490" y="761429"/>
                  <a:pt x="125063" y="748856"/>
                  <a:pt x="125063" y="733330"/>
                </a:cubicBezTo>
                <a:close/>
                <a:moveTo>
                  <a:pt x="389477" y="733330"/>
                </a:moveTo>
                <a:cubicBezTo>
                  <a:pt x="389477" y="748856"/>
                  <a:pt x="402050" y="761429"/>
                  <a:pt x="417576" y="761429"/>
                </a:cubicBezTo>
                <a:cubicBezTo>
                  <a:pt x="433102" y="761429"/>
                  <a:pt x="445675" y="748856"/>
                  <a:pt x="445675" y="733330"/>
                </a:cubicBezTo>
                <a:cubicBezTo>
                  <a:pt x="445675" y="717804"/>
                  <a:pt x="433102" y="705231"/>
                  <a:pt x="417576" y="705231"/>
                </a:cubicBezTo>
                <a:cubicBezTo>
                  <a:pt x="402050" y="705231"/>
                  <a:pt x="389477" y="717804"/>
                  <a:pt x="389477" y="733330"/>
                </a:cubicBezTo>
                <a:close/>
                <a:moveTo>
                  <a:pt x="463582" y="445294"/>
                </a:moveTo>
                <a:lnTo>
                  <a:pt x="50959" y="445294"/>
                </a:lnTo>
                <a:cubicBezTo>
                  <a:pt x="38671" y="445294"/>
                  <a:pt x="28575" y="455295"/>
                  <a:pt x="28575" y="467678"/>
                </a:cubicBezTo>
                <a:cubicBezTo>
                  <a:pt x="28575" y="480060"/>
                  <a:pt x="38576" y="490061"/>
                  <a:pt x="50959" y="490061"/>
                </a:cubicBezTo>
                <a:lnTo>
                  <a:pt x="463487" y="490061"/>
                </a:lnTo>
                <a:cubicBezTo>
                  <a:pt x="475774" y="490061"/>
                  <a:pt x="485870" y="480060"/>
                  <a:pt x="485870" y="467678"/>
                </a:cubicBezTo>
                <a:cubicBezTo>
                  <a:pt x="485870" y="455295"/>
                  <a:pt x="475869" y="445294"/>
                  <a:pt x="463487" y="445294"/>
                </a:cubicBezTo>
                <a:close/>
                <a:moveTo>
                  <a:pt x="45148" y="331756"/>
                </a:moveTo>
                <a:lnTo>
                  <a:pt x="469487" y="331756"/>
                </a:lnTo>
                <a:cubicBezTo>
                  <a:pt x="478536" y="331756"/>
                  <a:pt x="485966" y="324422"/>
                  <a:pt x="485966" y="315278"/>
                </a:cubicBezTo>
                <a:lnTo>
                  <a:pt x="485966" y="45053"/>
                </a:lnTo>
                <a:cubicBezTo>
                  <a:pt x="485966" y="36005"/>
                  <a:pt x="478631" y="28575"/>
                  <a:pt x="469487" y="28575"/>
                </a:cubicBezTo>
                <a:lnTo>
                  <a:pt x="45148" y="28575"/>
                </a:lnTo>
                <a:cubicBezTo>
                  <a:pt x="36100" y="28575"/>
                  <a:pt x="28670" y="35909"/>
                  <a:pt x="28670" y="45053"/>
                </a:cubicBezTo>
                <a:lnTo>
                  <a:pt x="28670" y="315182"/>
                </a:lnTo>
                <a:cubicBezTo>
                  <a:pt x="28670" y="324231"/>
                  <a:pt x="36004" y="331661"/>
                  <a:pt x="45148" y="331661"/>
                </a:cubicBezTo>
                <a:close/>
                <a:moveTo>
                  <a:pt x="313944" y="733330"/>
                </a:moveTo>
                <a:cubicBezTo>
                  <a:pt x="313944" y="764572"/>
                  <a:pt x="288512" y="790004"/>
                  <a:pt x="257270" y="790004"/>
                </a:cubicBezTo>
                <a:cubicBezTo>
                  <a:pt x="226028" y="790004"/>
                  <a:pt x="200596" y="764572"/>
                  <a:pt x="200596" y="733330"/>
                </a:cubicBezTo>
                <a:cubicBezTo>
                  <a:pt x="200596" y="702088"/>
                  <a:pt x="226028" y="676656"/>
                  <a:pt x="257270" y="676656"/>
                </a:cubicBezTo>
                <a:cubicBezTo>
                  <a:pt x="288512" y="676656"/>
                  <a:pt x="313944" y="702088"/>
                  <a:pt x="313944" y="733330"/>
                </a:cubicBezTo>
                <a:close/>
                <a:moveTo>
                  <a:pt x="285369" y="733330"/>
                </a:moveTo>
                <a:cubicBezTo>
                  <a:pt x="285369" y="717804"/>
                  <a:pt x="272796" y="705231"/>
                  <a:pt x="257270" y="705231"/>
                </a:cubicBezTo>
                <a:cubicBezTo>
                  <a:pt x="241744" y="705231"/>
                  <a:pt x="229171" y="717804"/>
                  <a:pt x="229171" y="733330"/>
                </a:cubicBezTo>
                <a:cubicBezTo>
                  <a:pt x="229171" y="748856"/>
                  <a:pt x="241744" y="761429"/>
                  <a:pt x="257270" y="761429"/>
                </a:cubicBezTo>
                <a:cubicBezTo>
                  <a:pt x="272796" y="761429"/>
                  <a:pt x="285369" y="748856"/>
                  <a:pt x="285369" y="733330"/>
                </a:cubicBezTo>
                <a:close/>
                <a:moveTo>
                  <a:pt x="257270" y="222314"/>
                </a:moveTo>
                <a:cubicBezTo>
                  <a:pt x="265176" y="222314"/>
                  <a:pt x="271558" y="215932"/>
                  <a:pt x="271558" y="208026"/>
                </a:cubicBezTo>
                <a:lnTo>
                  <a:pt x="271558" y="194024"/>
                </a:lnTo>
                <a:lnTo>
                  <a:pt x="285560" y="194024"/>
                </a:lnTo>
                <a:cubicBezTo>
                  <a:pt x="293465" y="194024"/>
                  <a:pt x="299847" y="187643"/>
                  <a:pt x="299847" y="179737"/>
                </a:cubicBezTo>
                <a:cubicBezTo>
                  <a:pt x="299847" y="171831"/>
                  <a:pt x="293465" y="165449"/>
                  <a:pt x="285560" y="165449"/>
                </a:cubicBezTo>
                <a:lnTo>
                  <a:pt x="271558" y="165449"/>
                </a:lnTo>
                <a:lnTo>
                  <a:pt x="271558" y="151448"/>
                </a:lnTo>
                <a:cubicBezTo>
                  <a:pt x="271558" y="143542"/>
                  <a:pt x="265176" y="137160"/>
                  <a:pt x="257270" y="137160"/>
                </a:cubicBezTo>
                <a:cubicBezTo>
                  <a:pt x="249364" y="137160"/>
                  <a:pt x="242983" y="143542"/>
                  <a:pt x="242983" y="151448"/>
                </a:cubicBezTo>
                <a:lnTo>
                  <a:pt x="242983" y="165449"/>
                </a:lnTo>
                <a:lnTo>
                  <a:pt x="228981" y="165449"/>
                </a:lnTo>
                <a:cubicBezTo>
                  <a:pt x="221075" y="165449"/>
                  <a:pt x="214693" y="171831"/>
                  <a:pt x="214693" y="179737"/>
                </a:cubicBezTo>
                <a:cubicBezTo>
                  <a:pt x="214693" y="187643"/>
                  <a:pt x="221075" y="194024"/>
                  <a:pt x="228981" y="194024"/>
                </a:cubicBezTo>
                <a:lnTo>
                  <a:pt x="242983" y="194024"/>
                </a:lnTo>
                <a:lnTo>
                  <a:pt x="242983" y="208026"/>
                </a:lnTo>
                <a:cubicBezTo>
                  <a:pt x="242983" y="215932"/>
                  <a:pt x="249364" y="222314"/>
                  <a:pt x="257270" y="22231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19" tIns="45697" rIns="91419" bIns="45697" anchor="ctr" anchorCtr="0">
            <a:no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Arial"/>
              <a:cs typeface="Arial"/>
              <a:sym typeface="Arial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E1C7C89-BDE1-5EFC-90EC-5147E76319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64158" y="5837341"/>
            <a:ext cx="316227" cy="273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C946F0F-5A91-266C-660E-84F08930AC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4958" y="5842540"/>
            <a:ext cx="287087" cy="25930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F0BF49-1DC3-3DD4-CB4D-D7FEB9CACBD3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2736594" y="5074865"/>
            <a:ext cx="4242" cy="223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671BB6B-3CF2-99BF-8C74-43E5268A91D8}"/>
              </a:ext>
            </a:extLst>
          </p:cNvPr>
          <p:cNvCxnSpPr>
            <a:cxnSpLocks/>
            <a:stCxn id="20" idx="7"/>
          </p:cNvCxnSpPr>
          <p:nvPr/>
        </p:nvCxnSpPr>
        <p:spPr>
          <a:xfrm flipH="1" flipV="1">
            <a:off x="2945469" y="5072091"/>
            <a:ext cx="1" cy="225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741D775-19A1-31FF-C89D-6135BB2B4946}"/>
              </a:ext>
            </a:extLst>
          </p:cNvPr>
          <p:cNvGrpSpPr/>
          <p:nvPr/>
        </p:nvGrpSpPr>
        <p:grpSpPr>
          <a:xfrm>
            <a:off x="2698455" y="5255548"/>
            <a:ext cx="289396" cy="289396"/>
            <a:chOff x="3909357" y="3102510"/>
            <a:chExt cx="577976" cy="57797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17197B7-1259-7226-4CAE-2CD657DA4C20}"/>
                </a:ext>
              </a:extLst>
            </p:cNvPr>
            <p:cNvSpPr/>
            <p:nvPr/>
          </p:nvSpPr>
          <p:spPr>
            <a:xfrm>
              <a:off x="3909357" y="3102510"/>
              <a:ext cx="577976" cy="57797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21" name="Graphic 14">
              <a:extLst>
                <a:ext uri="{FF2B5EF4-FFF2-40B4-BE49-F238E27FC236}">
                  <a16:creationId xmlns:a16="http://schemas.microsoft.com/office/drawing/2014/main" id="{EE9621A4-40C7-C151-D901-63D25A712B4D}"/>
                </a:ext>
              </a:extLst>
            </p:cNvPr>
            <p:cNvSpPr/>
            <p:nvPr/>
          </p:nvSpPr>
          <p:spPr>
            <a:xfrm>
              <a:off x="4004573" y="3196170"/>
              <a:ext cx="387545" cy="390658"/>
            </a:xfrm>
            <a:custGeom>
              <a:avLst/>
              <a:gdLst>
                <a:gd name="connsiteX0" fmla="*/ 533305 w 616458"/>
                <a:gd name="connsiteY0" fmla="*/ 300609 h 621411"/>
                <a:gd name="connsiteX1" fmla="*/ 474059 w 616458"/>
                <a:gd name="connsiteY1" fmla="*/ 241364 h 621411"/>
                <a:gd name="connsiteX2" fmla="*/ 453866 w 616458"/>
                <a:gd name="connsiteY2" fmla="*/ 241364 h 621411"/>
                <a:gd name="connsiteX3" fmla="*/ 453866 w 616458"/>
                <a:gd name="connsiteY3" fmla="*/ 261557 h 621411"/>
                <a:gd name="connsiteX4" fmla="*/ 503015 w 616458"/>
                <a:gd name="connsiteY4" fmla="*/ 310706 h 621411"/>
                <a:gd name="connsiteX5" fmla="*/ 453866 w 616458"/>
                <a:gd name="connsiteY5" fmla="*/ 359855 h 621411"/>
                <a:gd name="connsiteX6" fmla="*/ 453866 w 616458"/>
                <a:gd name="connsiteY6" fmla="*/ 380048 h 621411"/>
                <a:gd name="connsiteX7" fmla="*/ 474059 w 616458"/>
                <a:gd name="connsiteY7" fmla="*/ 380048 h 621411"/>
                <a:gd name="connsiteX8" fmla="*/ 533305 w 616458"/>
                <a:gd name="connsiteY8" fmla="*/ 320802 h 621411"/>
                <a:gd name="connsiteX9" fmla="*/ 537496 w 616458"/>
                <a:gd name="connsiteY9" fmla="*/ 310706 h 621411"/>
                <a:gd name="connsiteX10" fmla="*/ 533305 w 616458"/>
                <a:gd name="connsiteY10" fmla="*/ 300609 h 621411"/>
                <a:gd name="connsiteX11" fmla="*/ 433197 w 616458"/>
                <a:gd name="connsiteY11" fmla="*/ 291656 h 621411"/>
                <a:gd name="connsiteX12" fmla="*/ 432721 w 616458"/>
                <a:gd name="connsiteY12" fmla="*/ 291656 h 621411"/>
                <a:gd name="connsiteX13" fmla="*/ 413957 w 616458"/>
                <a:gd name="connsiteY13" fmla="*/ 310706 h 621411"/>
                <a:gd name="connsiteX14" fmla="*/ 433197 w 616458"/>
                <a:gd name="connsiteY14" fmla="*/ 329756 h 621411"/>
                <a:gd name="connsiteX15" fmla="*/ 452247 w 616458"/>
                <a:gd name="connsiteY15" fmla="*/ 310706 h 621411"/>
                <a:gd name="connsiteX16" fmla="*/ 433197 w 616458"/>
                <a:gd name="connsiteY16" fmla="*/ 291656 h 621411"/>
                <a:gd name="connsiteX17" fmla="*/ 369665 w 616458"/>
                <a:gd name="connsiteY17" fmla="*/ 291656 h 621411"/>
                <a:gd name="connsiteX18" fmla="*/ 369189 w 616458"/>
                <a:gd name="connsiteY18" fmla="*/ 291656 h 621411"/>
                <a:gd name="connsiteX19" fmla="*/ 350330 w 616458"/>
                <a:gd name="connsiteY19" fmla="*/ 310706 h 621411"/>
                <a:gd name="connsiteX20" fmla="*/ 369665 w 616458"/>
                <a:gd name="connsiteY20" fmla="*/ 329756 h 621411"/>
                <a:gd name="connsiteX21" fmla="*/ 388715 w 616458"/>
                <a:gd name="connsiteY21" fmla="*/ 310706 h 621411"/>
                <a:gd name="connsiteX22" fmla="*/ 369665 w 616458"/>
                <a:gd name="connsiteY22" fmla="*/ 291656 h 621411"/>
                <a:gd name="connsiteX23" fmla="*/ 259080 w 616458"/>
                <a:gd name="connsiteY23" fmla="*/ 165068 h 621411"/>
                <a:gd name="connsiteX24" fmla="*/ 308229 w 616458"/>
                <a:gd name="connsiteY24" fmla="*/ 115919 h 621411"/>
                <a:gd name="connsiteX25" fmla="*/ 357378 w 616458"/>
                <a:gd name="connsiteY25" fmla="*/ 165068 h 621411"/>
                <a:gd name="connsiteX26" fmla="*/ 367475 w 616458"/>
                <a:gd name="connsiteY26" fmla="*/ 169259 h 621411"/>
                <a:gd name="connsiteX27" fmla="*/ 377571 w 616458"/>
                <a:gd name="connsiteY27" fmla="*/ 165068 h 621411"/>
                <a:gd name="connsiteX28" fmla="*/ 377571 w 616458"/>
                <a:gd name="connsiteY28" fmla="*/ 144875 h 621411"/>
                <a:gd name="connsiteX29" fmla="*/ 318326 w 616458"/>
                <a:gd name="connsiteY29" fmla="*/ 85630 h 621411"/>
                <a:gd name="connsiteX30" fmla="*/ 298133 w 616458"/>
                <a:gd name="connsiteY30" fmla="*/ 85630 h 621411"/>
                <a:gd name="connsiteX31" fmla="*/ 238887 w 616458"/>
                <a:gd name="connsiteY31" fmla="*/ 144875 h 621411"/>
                <a:gd name="connsiteX32" fmla="*/ 238887 w 616458"/>
                <a:gd name="connsiteY32" fmla="*/ 165068 h 621411"/>
                <a:gd name="connsiteX33" fmla="*/ 259080 w 616458"/>
                <a:gd name="connsiteY33" fmla="*/ 165068 h 621411"/>
                <a:gd name="connsiteX34" fmla="*/ 357378 w 616458"/>
                <a:gd name="connsiteY34" fmla="*/ 456343 h 621411"/>
                <a:gd name="connsiteX35" fmla="*/ 308229 w 616458"/>
                <a:gd name="connsiteY35" fmla="*/ 505492 h 621411"/>
                <a:gd name="connsiteX36" fmla="*/ 259080 w 616458"/>
                <a:gd name="connsiteY36" fmla="*/ 456343 h 621411"/>
                <a:gd name="connsiteX37" fmla="*/ 238887 w 616458"/>
                <a:gd name="connsiteY37" fmla="*/ 456343 h 621411"/>
                <a:gd name="connsiteX38" fmla="*/ 238887 w 616458"/>
                <a:gd name="connsiteY38" fmla="*/ 476536 h 621411"/>
                <a:gd name="connsiteX39" fmla="*/ 298133 w 616458"/>
                <a:gd name="connsiteY39" fmla="*/ 535781 h 621411"/>
                <a:gd name="connsiteX40" fmla="*/ 308229 w 616458"/>
                <a:gd name="connsiteY40" fmla="*/ 539972 h 621411"/>
                <a:gd name="connsiteX41" fmla="*/ 318326 w 616458"/>
                <a:gd name="connsiteY41" fmla="*/ 535781 h 621411"/>
                <a:gd name="connsiteX42" fmla="*/ 377571 w 616458"/>
                <a:gd name="connsiteY42" fmla="*/ 476536 h 621411"/>
                <a:gd name="connsiteX43" fmla="*/ 377571 w 616458"/>
                <a:gd name="connsiteY43" fmla="*/ 456343 h 621411"/>
                <a:gd name="connsiteX44" fmla="*/ 357378 w 616458"/>
                <a:gd name="connsiteY44" fmla="*/ 456343 h 621411"/>
                <a:gd name="connsiteX45" fmla="*/ 308229 w 616458"/>
                <a:gd name="connsiteY45" fmla="*/ 416433 h 621411"/>
                <a:gd name="connsiteX46" fmla="*/ 289179 w 616458"/>
                <a:gd name="connsiteY46" fmla="*/ 435674 h 621411"/>
                <a:gd name="connsiteX47" fmla="*/ 308229 w 616458"/>
                <a:gd name="connsiteY47" fmla="*/ 454724 h 621411"/>
                <a:gd name="connsiteX48" fmla="*/ 327279 w 616458"/>
                <a:gd name="connsiteY48" fmla="*/ 435674 h 621411"/>
                <a:gd name="connsiteX49" fmla="*/ 327279 w 616458"/>
                <a:gd name="connsiteY49" fmla="*/ 435197 h 621411"/>
                <a:gd name="connsiteX50" fmla="*/ 308229 w 616458"/>
                <a:gd name="connsiteY50" fmla="*/ 416433 h 621411"/>
                <a:gd name="connsiteX51" fmla="*/ 327279 w 616458"/>
                <a:gd name="connsiteY51" fmla="*/ 371666 h 621411"/>
                <a:gd name="connsiteX52" fmla="*/ 308229 w 616458"/>
                <a:gd name="connsiteY52" fmla="*/ 352806 h 621411"/>
                <a:gd name="connsiteX53" fmla="*/ 289179 w 616458"/>
                <a:gd name="connsiteY53" fmla="*/ 372142 h 621411"/>
                <a:gd name="connsiteX54" fmla="*/ 308229 w 616458"/>
                <a:gd name="connsiteY54" fmla="*/ 391192 h 621411"/>
                <a:gd name="connsiteX55" fmla="*/ 327279 w 616458"/>
                <a:gd name="connsiteY55" fmla="*/ 372142 h 621411"/>
                <a:gd name="connsiteX56" fmla="*/ 327279 w 616458"/>
                <a:gd name="connsiteY56" fmla="*/ 371666 h 621411"/>
                <a:gd name="connsiteX57" fmla="*/ 308229 w 616458"/>
                <a:gd name="connsiteY57" fmla="*/ 166688 h 621411"/>
                <a:gd name="connsiteX58" fmla="*/ 289179 w 616458"/>
                <a:gd name="connsiteY58" fmla="*/ 185738 h 621411"/>
                <a:gd name="connsiteX59" fmla="*/ 289179 w 616458"/>
                <a:gd name="connsiteY59" fmla="*/ 186214 h 621411"/>
                <a:gd name="connsiteX60" fmla="*/ 308229 w 616458"/>
                <a:gd name="connsiteY60" fmla="*/ 204978 h 621411"/>
                <a:gd name="connsiteX61" fmla="*/ 327279 w 616458"/>
                <a:gd name="connsiteY61" fmla="*/ 185738 h 621411"/>
                <a:gd name="connsiteX62" fmla="*/ 308229 w 616458"/>
                <a:gd name="connsiteY62" fmla="*/ 166688 h 621411"/>
                <a:gd name="connsiteX63" fmla="*/ 308229 w 616458"/>
                <a:gd name="connsiteY63" fmla="*/ 230219 h 621411"/>
                <a:gd name="connsiteX64" fmla="*/ 289179 w 616458"/>
                <a:gd name="connsiteY64" fmla="*/ 249269 h 621411"/>
                <a:gd name="connsiteX65" fmla="*/ 289179 w 616458"/>
                <a:gd name="connsiteY65" fmla="*/ 249746 h 621411"/>
                <a:gd name="connsiteX66" fmla="*/ 308229 w 616458"/>
                <a:gd name="connsiteY66" fmla="*/ 268605 h 621411"/>
                <a:gd name="connsiteX67" fmla="*/ 327279 w 616458"/>
                <a:gd name="connsiteY67" fmla="*/ 249269 h 621411"/>
                <a:gd name="connsiteX68" fmla="*/ 308229 w 616458"/>
                <a:gd name="connsiteY68" fmla="*/ 230219 h 621411"/>
                <a:gd name="connsiteX69" fmla="*/ 247269 w 616458"/>
                <a:gd name="connsiteY69" fmla="*/ 329756 h 621411"/>
                <a:gd name="connsiteX70" fmla="*/ 266129 w 616458"/>
                <a:gd name="connsiteY70" fmla="*/ 310706 h 621411"/>
                <a:gd name="connsiteX71" fmla="*/ 246793 w 616458"/>
                <a:gd name="connsiteY71" fmla="*/ 291656 h 621411"/>
                <a:gd name="connsiteX72" fmla="*/ 227743 w 616458"/>
                <a:gd name="connsiteY72" fmla="*/ 310706 h 621411"/>
                <a:gd name="connsiteX73" fmla="*/ 246793 w 616458"/>
                <a:gd name="connsiteY73" fmla="*/ 329756 h 621411"/>
                <a:gd name="connsiteX74" fmla="*/ 247269 w 616458"/>
                <a:gd name="connsiteY74" fmla="*/ 329756 h 621411"/>
                <a:gd name="connsiteX75" fmla="*/ 183261 w 616458"/>
                <a:gd name="connsiteY75" fmla="*/ 291656 h 621411"/>
                <a:gd name="connsiteX76" fmla="*/ 164211 w 616458"/>
                <a:gd name="connsiteY76" fmla="*/ 310706 h 621411"/>
                <a:gd name="connsiteX77" fmla="*/ 183261 w 616458"/>
                <a:gd name="connsiteY77" fmla="*/ 329756 h 621411"/>
                <a:gd name="connsiteX78" fmla="*/ 183737 w 616458"/>
                <a:gd name="connsiteY78" fmla="*/ 329756 h 621411"/>
                <a:gd name="connsiteX79" fmla="*/ 202502 w 616458"/>
                <a:gd name="connsiteY79" fmla="*/ 310706 h 621411"/>
                <a:gd name="connsiteX80" fmla="*/ 183261 w 616458"/>
                <a:gd name="connsiteY80" fmla="*/ 291656 h 621411"/>
                <a:gd name="connsiteX81" fmla="*/ 113443 w 616458"/>
                <a:gd name="connsiteY81" fmla="*/ 310706 h 621411"/>
                <a:gd name="connsiteX82" fmla="*/ 162592 w 616458"/>
                <a:gd name="connsiteY82" fmla="*/ 261557 h 621411"/>
                <a:gd name="connsiteX83" fmla="*/ 166783 w 616458"/>
                <a:gd name="connsiteY83" fmla="*/ 251460 h 621411"/>
                <a:gd name="connsiteX84" fmla="*/ 162592 w 616458"/>
                <a:gd name="connsiteY84" fmla="*/ 241364 h 621411"/>
                <a:gd name="connsiteX85" fmla="*/ 142399 w 616458"/>
                <a:gd name="connsiteY85" fmla="*/ 241364 h 621411"/>
                <a:gd name="connsiteX86" fmla="*/ 83153 w 616458"/>
                <a:gd name="connsiteY86" fmla="*/ 300609 h 621411"/>
                <a:gd name="connsiteX87" fmla="*/ 83153 w 616458"/>
                <a:gd name="connsiteY87" fmla="*/ 320802 h 621411"/>
                <a:gd name="connsiteX88" fmla="*/ 142399 w 616458"/>
                <a:gd name="connsiteY88" fmla="*/ 380048 h 621411"/>
                <a:gd name="connsiteX89" fmla="*/ 162592 w 616458"/>
                <a:gd name="connsiteY89" fmla="*/ 380048 h 621411"/>
                <a:gd name="connsiteX90" fmla="*/ 162592 w 616458"/>
                <a:gd name="connsiteY90" fmla="*/ 359855 h 621411"/>
                <a:gd name="connsiteX91" fmla="*/ 113443 w 616458"/>
                <a:gd name="connsiteY91" fmla="*/ 310706 h 621411"/>
                <a:gd name="connsiteX92" fmla="*/ 533114 w 616458"/>
                <a:gd name="connsiteY92" fmla="*/ 0 h 621411"/>
                <a:gd name="connsiteX93" fmla="*/ 83344 w 616458"/>
                <a:gd name="connsiteY93" fmla="*/ 0 h 621411"/>
                <a:gd name="connsiteX94" fmla="*/ 0 w 616458"/>
                <a:gd name="connsiteY94" fmla="*/ 83344 h 621411"/>
                <a:gd name="connsiteX95" fmla="*/ 0 w 616458"/>
                <a:gd name="connsiteY95" fmla="*/ 538067 h 621411"/>
                <a:gd name="connsiteX96" fmla="*/ 83344 w 616458"/>
                <a:gd name="connsiteY96" fmla="*/ 621411 h 621411"/>
                <a:gd name="connsiteX97" fmla="*/ 533114 w 616458"/>
                <a:gd name="connsiteY97" fmla="*/ 621411 h 621411"/>
                <a:gd name="connsiteX98" fmla="*/ 616458 w 616458"/>
                <a:gd name="connsiteY98" fmla="*/ 538067 h 621411"/>
                <a:gd name="connsiteX99" fmla="*/ 616458 w 616458"/>
                <a:gd name="connsiteY99" fmla="*/ 83344 h 621411"/>
                <a:gd name="connsiteX100" fmla="*/ 533114 w 616458"/>
                <a:gd name="connsiteY100" fmla="*/ 0 h 621411"/>
                <a:gd name="connsiteX101" fmla="*/ 587883 w 616458"/>
                <a:gd name="connsiteY101" fmla="*/ 538067 h 621411"/>
                <a:gd name="connsiteX102" fmla="*/ 533114 w 616458"/>
                <a:gd name="connsiteY102" fmla="*/ 592836 h 621411"/>
                <a:gd name="connsiteX103" fmla="*/ 83344 w 616458"/>
                <a:gd name="connsiteY103" fmla="*/ 592836 h 621411"/>
                <a:gd name="connsiteX104" fmla="*/ 28575 w 616458"/>
                <a:gd name="connsiteY104" fmla="*/ 538067 h 621411"/>
                <a:gd name="connsiteX105" fmla="*/ 28575 w 616458"/>
                <a:gd name="connsiteY105" fmla="*/ 83344 h 621411"/>
                <a:gd name="connsiteX106" fmla="*/ 83344 w 616458"/>
                <a:gd name="connsiteY106" fmla="*/ 28575 h 621411"/>
                <a:gd name="connsiteX107" fmla="*/ 533114 w 616458"/>
                <a:gd name="connsiteY107" fmla="*/ 28575 h 621411"/>
                <a:gd name="connsiteX108" fmla="*/ 587883 w 616458"/>
                <a:gd name="connsiteY108" fmla="*/ 83344 h 621411"/>
                <a:gd name="connsiteX109" fmla="*/ 587883 w 616458"/>
                <a:gd name="connsiteY109" fmla="*/ 538067 h 621411"/>
                <a:gd name="connsiteX110" fmla="*/ 474059 w 616458"/>
                <a:gd name="connsiteY110" fmla="*/ 241364 h 621411"/>
                <a:gd name="connsiteX111" fmla="*/ 453866 w 616458"/>
                <a:gd name="connsiteY111" fmla="*/ 241364 h 621411"/>
                <a:gd name="connsiteX112" fmla="*/ 453866 w 616458"/>
                <a:gd name="connsiteY112" fmla="*/ 261557 h 621411"/>
                <a:gd name="connsiteX113" fmla="*/ 503015 w 616458"/>
                <a:gd name="connsiteY113" fmla="*/ 310706 h 621411"/>
                <a:gd name="connsiteX114" fmla="*/ 453866 w 616458"/>
                <a:gd name="connsiteY114" fmla="*/ 359855 h 621411"/>
                <a:gd name="connsiteX115" fmla="*/ 453866 w 616458"/>
                <a:gd name="connsiteY115" fmla="*/ 380048 h 621411"/>
                <a:gd name="connsiteX116" fmla="*/ 474059 w 616458"/>
                <a:gd name="connsiteY116" fmla="*/ 380048 h 621411"/>
                <a:gd name="connsiteX117" fmla="*/ 533305 w 616458"/>
                <a:gd name="connsiteY117" fmla="*/ 320802 h 621411"/>
                <a:gd name="connsiteX118" fmla="*/ 537496 w 616458"/>
                <a:gd name="connsiteY118" fmla="*/ 310706 h 621411"/>
                <a:gd name="connsiteX119" fmla="*/ 533305 w 616458"/>
                <a:gd name="connsiteY119" fmla="*/ 300609 h 621411"/>
                <a:gd name="connsiteX120" fmla="*/ 474059 w 616458"/>
                <a:gd name="connsiteY120" fmla="*/ 241364 h 621411"/>
                <a:gd name="connsiteX121" fmla="*/ 433197 w 616458"/>
                <a:gd name="connsiteY121" fmla="*/ 291656 h 621411"/>
                <a:gd name="connsiteX122" fmla="*/ 432721 w 616458"/>
                <a:gd name="connsiteY122" fmla="*/ 291656 h 621411"/>
                <a:gd name="connsiteX123" fmla="*/ 413957 w 616458"/>
                <a:gd name="connsiteY123" fmla="*/ 310706 h 621411"/>
                <a:gd name="connsiteX124" fmla="*/ 433197 w 616458"/>
                <a:gd name="connsiteY124" fmla="*/ 329756 h 621411"/>
                <a:gd name="connsiteX125" fmla="*/ 452247 w 616458"/>
                <a:gd name="connsiteY125" fmla="*/ 310706 h 621411"/>
                <a:gd name="connsiteX126" fmla="*/ 433197 w 616458"/>
                <a:gd name="connsiteY126" fmla="*/ 291656 h 621411"/>
                <a:gd name="connsiteX127" fmla="*/ 369665 w 616458"/>
                <a:gd name="connsiteY127" fmla="*/ 291656 h 621411"/>
                <a:gd name="connsiteX128" fmla="*/ 369189 w 616458"/>
                <a:gd name="connsiteY128" fmla="*/ 291656 h 621411"/>
                <a:gd name="connsiteX129" fmla="*/ 350330 w 616458"/>
                <a:gd name="connsiteY129" fmla="*/ 310706 h 621411"/>
                <a:gd name="connsiteX130" fmla="*/ 369665 w 616458"/>
                <a:gd name="connsiteY130" fmla="*/ 329756 h 621411"/>
                <a:gd name="connsiteX131" fmla="*/ 388715 w 616458"/>
                <a:gd name="connsiteY131" fmla="*/ 310706 h 621411"/>
                <a:gd name="connsiteX132" fmla="*/ 369665 w 616458"/>
                <a:gd name="connsiteY132" fmla="*/ 291656 h 621411"/>
                <a:gd name="connsiteX133" fmla="*/ 259080 w 616458"/>
                <a:gd name="connsiteY133" fmla="*/ 165068 h 621411"/>
                <a:gd name="connsiteX134" fmla="*/ 308229 w 616458"/>
                <a:gd name="connsiteY134" fmla="*/ 115919 h 621411"/>
                <a:gd name="connsiteX135" fmla="*/ 357378 w 616458"/>
                <a:gd name="connsiteY135" fmla="*/ 165068 h 621411"/>
                <a:gd name="connsiteX136" fmla="*/ 367475 w 616458"/>
                <a:gd name="connsiteY136" fmla="*/ 169259 h 621411"/>
                <a:gd name="connsiteX137" fmla="*/ 377571 w 616458"/>
                <a:gd name="connsiteY137" fmla="*/ 165068 h 621411"/>
                <a:gd name="connsiteX138" fmla="*/ 377571 w 616458"/>
                <a:gd name="connsiteY138" fmla="*/ 144875 h 621411"/>
                <a:gd name="connsiteX139" fmla="*/ 318326 w 616458"/>
                <a:gd name="connsiteY139" fmla="*/ 85630 h 621411"/>
                <a:gd name="connsiteX140" fmla="*/ 298133 w 616458"/>
                <a:gd name="connsiteY140" fmla="*/ 85630 h 621411"/>
                <a:gd name="connsiteX141" fmla="*/ 238887 w 616458"/>
                <a:gd name="connsiteY141" fmla="*/ 144875 h 621411"/>
                <a:gd name="connsiteX142" fmla="*/ 238887 w 616458"/>
                <a:gd name="connsiteY142" fmla="*/ 165068 h 621411"/>
                <a:gd name="connsiteX143" fmla="*/ 259080 w 616458"/>
                <a:gd name="connsiteY143" fmla="*/ 165068 h 621411"/>
                <a:gd name="connsiteX144" fmla="*/ 357378 w 616458"/>
                <a:gd name="connsiteY144" fmla="*/ 456343 h 621411"/>
                <a:gd name="connsiteX145" fmla="*/ 308229 w 616458"/>
                <a:gd name="connsiteY145" fmla="*/ 505492 h 621411"/>
                <a:gd name="connsiteX146" fmla="*/ 259080 w 616458"/>
                <a:gd name="connsiteY146" fmla="*/ 456343 h 621411"/>
                <a:gd name="connsiteX147" fmla="*/ 238887 w 616458"/>
                <a:gd name="connsiteY147" fmla="*/ 456343 h 621411"/>
                <a:gd name="connsiteX148" fmla="*/ 238887 w 616458"/>
                <a:gd name="connsiteY148" fmla="*/ 476536 h 621411"/>
                <a:gd name="connsiteX149" fmla="*/ 298133 w 616458"/>
                <a:gd name="connsiteY149" fmla="*/ 535781 h 621411"/>
                <a:gd name="connsiteX150" fmla="*/ 308229 w 616458"/>
                <a:gd name="connsiteY150" fmla="*/ 539972 h 621411"/>
                <a:gd name="connsiteX151" fmla="*/ 318326 w 616458"/>
                <a:gd name="connsiteY151" fmla="*/ 535781 h 621411"/>
                <a:gd name="connsiteX152" fmla="*/ 377571 w 616458"/>
                <a:gd name="connsiteY152" fmla="*/ 476536 h 621411"/>
                <a:gd name="connsiteX153" fmla="*/ 377571 w 616458"/>
                <a:gd name="connsiteY153" fmla="*/ 456343 h 621411"/>
                <a:gd name="connsiteX154" fmla="*/ 357378 w 616458"/>
                <a:gd name="connsiteY154" fmla="*/ 456343 h 621411"/>
                <a:gd name="connsiteX155" fmla="*/ 308229 w 616458"/>
                <a:gd name="connsiteY155" fmla="*/ 416433 h 621411"/>
                <a:gd name="connsiteX156" fmla="*/ 289179 w 616458"/>
                <a:gd name="connsiteY156" fmla="*/ 435674 h 621411"/>
                <a:gd name="connsiteX157" fmla="*/ 308229 w 616458"/>
                <a:gd name="connsiteY157" fmla="*/ 454724 h 621411"/>
                <a:gd name="connsiteX158" fmla="*/ 327279 w 616458"/>
                <a:gd name="connsiteY158" fmla="*/ 435674 h 621411"/>
                <a:gd name="connsiteX159" fmla="*/ 327279 w 616458"/>
                <a:gd name="connsiteY159" fmla="*/ 435197 h 621411"/>
                <a:gd name="connsiteX160" fmla="*/ 308229 w 616458"/>
                <a:gd name="connsiteY160" fmla="*/ 416433 h 621411"/>
                <a:gd name="connsiteX161" fmla="*/ 327279 w 616458"/>
                <a:gd name="connsiteY161" fmla="*/ 371666 h 621411"/>
                <a:gd name="connsiteX162" fmla="*/ 308229 w 616458"/>
                <a:gd name="connsiteY162" fmla="*/ 352806 h 621411"/>
                <a:gd name="connsiteX163" fmla="*/ 289179 w 616458"/>
                <a:gd name="connsiteY163" fmla="*/ 372142 h 621411"/>
                <a:gd name="connsiteX164" fmla="*/ 308229 w 616458"/>
                <a:gd name="connsiteY164" fmla="*/ 391192 h 621411"/>
                <a:gd name="connsiteX165" fmla="*/ 327279 w 616458"/>
                <a:gd name="connsiteY165" fmla="*/ 372142 h 621411"/>
                <a:gd name="connsiteX166" fmla="*/ 327279 w 616458"/>
                <a:gd name="connsiteY166" fmla="*/ 371666 h 621411"/>
                <a:gd name="connsiteX167" fmla="*/ 308229 w 616458"/>
                <a:gd name="connsiteY167" fmla="*/ 166688 h 621411"/>
                <a:gd name="connsiteX168" fmla="*/ 289179 w 616458"/>
                <a:gd name="connsiteY168" fmla="*/ 185738 h 621411"/>
                <a:gd name="connsiteX169" fmla="*/ 289179 w 616458"/>
                <a:gd name="connsiteY169" fmla="*/ 186214 h 621411"/>
                <a:gd name="connsiteX170" fmla="*/ 308229 w 616458"/>
                <a:gd name="connsiteY170" fmla="*/ 204978 h 621411"/>
                <a:gd name="connsiteX171" fmla="*/ 327279 w 616458"/>
                <a:gd name="connsiteY171" fmla="*/ 185738 h 621411"/>
                <a:gd name="connsiteX172" fmla="*/ 308229 w 616458"/>
                <a:gd name="connsiteY172" fmla="*/ 166688 h 621411"/>
                <a:gd name="connsiteX173" fmla="*/ 308229 w 616458"/>
                <a:gd name="connsiteY173" fmla="*/ 230219 h 621411"/>
                <a:gd name="connsiteX174" fmla="*/ 289179 w 616458"/>
                <a:gd name="connsiteY174" fmla="*/ 249269 h 621411"/>
                <a:gd name="connsiteX175" fmla="*/ 289179 w 616458"/>
                <a:gd name="connsiteY175" fmla="*/ 249746 h 621411"/>
                <a:gd name="connsiteX176" fmla="*/ 308229 w 616458"/>
                <a:gd name="connsiteY176" fmla="*/ 268605 h 621411"/>
                <a:gd name="connsiteX177" fmla="*/ 327279 w 616458"/>
                <a:gd name="connsiteY177" fmla="*/ 249269 h 621411"/>
                <a:gd name="connsiteX178" fmla="*/ 308229 w 616458"/>
                <a:gd name="connsiteY178" fmla="*/ 230219 h 621411"/>
                <a:gd name="connsiteX179" fmla="*/ 247269 w 616458"/>
                <a:gd name="connsiteY179" fmla="*/ 329756 h 621411"/>
                <a:gd name="connsiteX180" fmla="*/ 266129 w 616458"/>
                <a:gd name="connsiteY180" fmla="*/ 310706 h 621411"/>
                <a:gd name="connsiteX181" fmla="*/ 246793 w 616458"/>
                <a:gd name="connsiteY181" fmla="*/ 291656 h 621411"/>
                <a:gd name="connsiteX182" fmla="*/ 227743 w 616458"/>
                <a:gd name="connsiteY182" fmla="*/ 310706 h 621411"/>
                <a:gd name="connsiteX183" fmla="*/ 246793 w 616458"/>
                <a:gd name="connsiteY183" fmla="*/ 329756 h 621411"/>
                <a:gd name="connsiteX184" fmla="*/ 247269 w 616458"/>
                <a:gd name="connsiteY184" fmla="*/ 329756 h 621411"/>
                <a:gd name="connsiteX185" fmla="*/ 183261 w 616458"/>
                <a:gd name="connsiteY185" fmla="*/ 291656 h 621411"/>
                <a:gd name="connsiteX186" fmla="*/ 164211 w 616458"/>
                <a:gd name="connsiteY186" fmla="*/ 310706 h 621411"/>
                <a:gd name="connsiteX187" fmla="*/ 183261 w 616458"/>
                <a:gd name="connsiteY187" fmla="*/ 329756 h 621411"/>
                <a:gd name="connsiteX188" fmla="*/ 183737 w 616458"/>
                <a:gd name="connsiteY188" fmla="*/ 329756 h 621411"/>
                <a:gd name="connsiteX189" fmla="*/ 202502 w 616458"/>
                <a:gd name="connsiteY189" fmla="*/ 310706 h 621411"/>
                <a:gd name="connsiteX190" fmla="*/ 183261 w 616458"/>
                <a:gd name="connsiteY190" fmla="*/ 291656 h 621411"/>
                <a:gd name="connsiteX191" fmla="*/ 113443 w 616458"/>
                <a:gd name="connsiteY191" fmla="*/ 310706 h 621411"/>
                <a:gd name="connsiteX192" fmla="*/ 162592 w 616458"/>
                <a:gd name="connsiteY192" fmla="*/ 261557 h 621411"/>
                <a:gd name="connsiteX193" fmla="*/ 166783 w 616458"/>
                <a:gd name="connsiteY193" fmla="*/ 251460 h 621411"/>
                <a:gd name="connsiteX194" fmla="*/ 162592 w 616458"/>
                <a:gd name="connsiteY194" fmla="*/ 241364 h 621411"/>
                <a:gd name="connsiteX195" fmla="*/ 142399 w 616458"/>
                <a:gd name="connsiteY195" fmla="*/ 241364 h 621411"/>
                <a:gd name="connsiteX196" fmla="*/ 83153 w 616458"/>
                <a:gd name="connsiteY196" fmla="*/ 300609 h 621411"/>
                <a:gd name="connsiteX197" fmla="*/ 83153 w 616458"/>
                <a:gd name="connsiteY197" fmla="*/ 320802 h 621411"/>
                <a:gd name="connsiteX198" fmla="*/ 142399 w 616458"/>
                <a:gd name="connsiteY198" fmla="*/ 380048 h 621411"/>
                <a:gd name="connsiteX199" fmla="*/ 162592 w 616458"/>
                <a:gd name="connsiteY199" fmla="*/ 380048 h 621411"/>
                <a:gd name="connsiteX200" fmla="*/ 162592 w 616458"/>
                <a:gd name="connsiteY200" fmla="*/ 359855 h 621411"/>
                <a:gd name="connsiteX201" fmla="*/ 113443 w 616458"/>
                <a:gd name="connsiteY201" fmla="*/ 310706 h 621411"/>
                <a:gd name="connsiteX202" fmla="*/ 433197 w 616458"/>
                <a:gd name="connsiteY202" fmla="*/ 291656 h 621411"/>
                <a:gd name="connsiteX203" fmla="*/ 432721 w 616458"/>
                <a:gd name="connsiteY203" fmla="*/ 291656 h 621411"/>
                <a:gd name="connsiteX204" fmla="*/ 413957 w 616458"/>
                <a:gd name="connsiteY204" fmla="*/ 310706 h 621411"/>
                <a:gd name="connsiteX205" fmla="*/ 433197 w 616458"/>
                <a:gd name="connsiteY205" fmla="*/ 329756 h 621411"/>
                <a:gd name="connsiteX206" fmla="*/ 452247 w 616458"/>
                <a:gd name="connsiteY206" fmla="*/ 310706 h 621411"/>
                <a:gd name="connsiteX207" fmla="*/ 433197 w 616458"/>
                <a:gd name="connsiteY207" fmla="*/ 291656 h 621411"/>
                <a:gd name="connsiteX208" fmla="*/ 533305 w 616458"/>
                <a:gd name="connsiteY208" fmla="*/ 300609 h 621411"/>
                <a:gd name="connsiteX209" fmla="*/ 474059 w 616458"/>
                <a:gd name="connsiteY209" fmla="*/ 241364 h 621411"/>
                <a:gd name="connsiteX210" fmla="*/ 453866 w 616458"/>
                <a:gd name="connsiteY210" fmla="*/ 241364 h 621411"/>
                <a:gd name="connsiteX211" fmla="*/ 453866 w 616458"/>
                <a:gd name="connsiteY211" fmla="*/ 261557 h 621411"/>
                <a:gd name="connsiteX212" fmla="*/ 503015 w 616458"/>
                <a:gd name="connsiteY212" fmla="*/ 310706 h 621411"/>
                <a:gd name="connsiteX213" fmla="*/ 453866 w 616458"/>
                <a:gd name="connsiteY213" fmla="*/ 359855 h 621411"/>
                <a:gd name="connsiteX214" fmla="*/ 453866 w 616458"/>
                <a:gd name="connsiteY214" fmla="*/ 380048 h 621411"/>
                <a:gd name="connsiteX215" fmla="*/ 474059 w 616458"/>
                <a:gd name="connsiteY215" fmla="*/ 380048 h 621411"/>
                <a:gd name="connsiteX216" fmla="*/ 533305 w 616458"/>
                <a:gd name="connsiteY216" fmla="*/ 320802 h 621411"/>
                <a:gd name="connsiteX217" fmla="*/ 537496 w 616458"/>
                <a:gd name="connsiteY217" fmla="*/ 310706 h 621411"/>
                <a:gd name="connsiteX218" fmla="*/ 533305 w 616458"/>
                <a:gd name="connsiteY218" fmla="*/ 300609 h 621411"/>
                <a:gd name="connsiteX219" fmla="*/ 162592 w 616458"/>
                <a:gd name="connsiteY219" fmla="*/ 359855 h 621411"/>
                <a:gd name="connsiteX220" fmla="*/ 113443 w 616458"/>
                <a:gd name="connsiteY220" fmla="*/ 310706 h 621411"/>
                <a:gd name="connsiteX221" fmla="*/ 162592 w 616458"/>
                <a:gd name="connsiteY221" fmla="*/ 261557 h 621411"/>
                <a:gd name="connsiteX222" fmla="*/ 166783 w 616458"/>
                <a:gd name="connsiteY222" fmla="*/ 251460 h 621411"/>
                <a:gd name="connsiteX223" fmla="*/ 162592 w 616458"/>
                <a:gd name="connsiteY223" fmla="*/ 241364 h 621411"/>
                <a:gd name="connsiteX224" fmla="*/ 142399 w 616458"/>
                <a:gd name="connsiteY224" fmla="*/ 241364 h 621411"/>
                <a:gd name="connsiteX225" fmla="*/ 83153 w 616458"/>
                <a:gd name="connsiteY225" fmla="*/ 300609 h 621411"/>
                <a:gd name="connsiteX226" fmla="*/ 83153 w 616458"/>
                <a:gd name="connsiteY226" fmla="*/ 320802 h 621411"/>
                <a:gd name="connsiteX227" fmla="*/ 142399 w 616458"/>
                <a:gd name="connsiteY227" fmla="*/ 380048 h 621411"/>
                <a:gd name="connsiteX228" fmla="*/ 162592 w 616458"/>
                <a:gd name="connsiteY228" fmla="*/ 380048 h 621411"/>
                <a:gd name="connsiteX229" fmla="*/ 162592 w 616458"/>
                <a:gd name="connsiteY229" fmla="*/ 359855 h 621411"/>
                <a:gd name="connsiteX230" fmla="*/ 369665 w 616458"/>
                <a:gd name="connsiteY230" fmla="*/ 291656 h 621411"/>
                <a:gd name="connsiteX231" fmla="*/ 369189 w 616458"/>
                <a:gd name="connsiteY231" fmla="*/ 291656 h 621411"/>
                <a:gd name="connsiteX232" fmla="*/ 350330 w 616458"/>
                <a:gd name="connsiteY232" fmla="*/ 310706 h 621411"/>
                <a:gd name="connsiteX233" fmla="*/ 369665 w 616458"/>
                <a:gd name="connsiteY233" fmla="*/ 329756 h 621411"/>
                <a:gd name="connsiteX234" fmla="*/ 388715 w 616458"/>
                <a:gd name="connsiteY234" fmla="*/ 310706 h 621411"/>
                <a:gd name="connsiteX235" fmla="*/ 369665 w 616458"/>
                <a:gd name="connsiteY235" fmla="*/ 291656 h 621411"/>
                <a:gd name="connsiteX236" fmla="*/ 246793 w 616458"/>
                <a:gd name="connsiteY236" fmla="*/ 291656 h 621411"/>
                <a:gd name="connsiteX237" fmla="*/ 227743 w 616458"/>
                <a:gd name="connsiteY237" fmla="*/ 310706 h 621411"/>
                <a:gd name="connsiteX238" fmla="*/ 246793 w 616458"/>
                <a:gd name="connsiteY238" fmla="*/ 329756 h 621411"/>
                <a:gd name="connsiteX239" fmla="*/ 247269 w 616458"/>
                <a:gd name="connsiteY239" fmla="*/ 329756 h 621411"/>
                <a:gd name="connsiteX240" fmla="*/ 266129 w 616458"/>
                <a:gd name="connsiteY240" fmla="*/ 310706 h 621411"/>
                <a:gd name="connsiteX241" fmla="*/ 246793 w 616458"/>
                <a:gd name="connsiteY241" fmla="*/ 291656 h 621411"/>
                <a:gd name="connsiteX242" fmla="*/ 183261 w 616458"/>
                <a:gd name="connsiteY242" fmla="*/ 291656 h 621411"/>
                <a:gd name="connsiteX243" fmla="*/ 164211 w 616458"/>
                <a:gd name="connsiteY243" fmla="*/ 310706 h 621411"/>
                <a:gd name="connsiteX244" fmla="*/ 183261 w 616458"/>
                <a:gd name="connsiteY244" fmla="*/ 329756 h 621411"/>
                <a:gd name="connsiteX245" fmla="*/ 183737 w 616458"/>
                <a:gd name="connsiteY245" fmla="*/ 329756 h 621411"/>
                <a:gd name="connsiteX246" fmla="*/ 202502 w 616458"/>
                <a:gd name="connsiteY246" fmla="*/ 310706 h 621411"/>
                <a:gd name="connsiteX247" fmla="*/ 183261 w 616458"/>
                <a:gd name="connsiteY247" fmla="*/ 291656 h 621411"/>
                <a:gd name="connsiteX248" fmla="*/ 308229 w 616458"/>
                <a:gd name="connsiteY248" fmla="*/ 230219 h 621411"/>
                <a:gd name="connsiteX249" fmla="*/ 289179 w 616458"/>
                <a:gd name="connsiteY249" fmla="*/ 249269 h 621411"/>
                <a:gd name="connsiteX250" fmla="*/ 289179 w 616458"/>
                <a:gd name="connsiteY250" fmla="*/ 249746 h 621411"/>
                <a:gd name="connsiteX251" fmla="*/ 308229 w 616458"/>
                <a:gd name="connsiteY251" fmla="*/ 268605 h 621411"/>
                <a:gd name="connsiteX252" fmla="*/ 327279 w 616458"/>
                <a:gd name="connsiteY252" fmla="*/ 249269 h 621411"/>
                <a:gd name="connsiteX253" fmla="*/ 308229 w 616458"/>
                <a:gd name="connsiteY253" fmla="*/ 230219 h 621411"/>
                <a:gd name="connsiteX254" fmla="*/ 308229 w 616458"/>
                <a:gd name="connsiteY254" fmla="*/ 166688 h 621411"/>
                <a:gd name="connsiteX255" fmla="*/ 289179 w 616458"/>
                <a:gd name="connsiteY255" fmla="*/ 185738 h 621411"/>
                <a:gd name="connsiteX256" fmla="*/ 289179 w 616458"/>
                <a:gd name="connsiteY256" fmla="*/ 186214 h 621411"/>
                <a:gd name="connsiteX257" fmla="*/ 308229 w 616458"/>
                <a:gd name="connsiteY257" fmla="*/ 204978 h 621411"/>
                <a:gd name="connsiteX258" fmla="*/ 327279 w 616458"/>
                <a:gd name="connsiteY258" fmla="*/ 185738 h 621411"/>
                <a:gd name="connsiteX259" fmla="*/ 308229 w 616458"/>
                <a:gd name="connsiteY259" fmla="*/ 166688 h 621411"/>
                <a:gd name="connsiteX260" fmla="*/ 377571 w 616458"/>
                <a:gd name="connsiteY260" fmla="*/ 456343 h 621411"/>
                <a:gd name="connsiteX261" fmla="*/ 357378 w 616458"/>
                <a:gd name="connsiteY261" fmla="*/ 456343 h 621411"/>
                <a:gd name="connsiteX262" fmla="*/ 308229 w 616458"/>
                <a:gd name="connsiteY262" fmla="*/ 505492 h 621411"/>
                <a:gd name="connsiteX263" fmla="*/ 259080 w 616458"/>
                <a:gd name="connsiteY263" fmla="*/ 456343 h 621411"/>
                <a:gd name="connsiteX264" fmla="*/ 238887 w 616458"/>
                <a:gd name="connsiteY264" fmla="*/ 456343 h 621411"/>
                <a:gd name="connsiteX265" fmla="*/ 238887 w 616458"/>
                <a:gd name="connsiteY265" fmla="*/ 476536 h 621411"/>
                <a:gd name="connsiteX266" fmla="*/ 298133 w 616458"/>
                <a:gd name="connsiteY266" fmla="*/ 535781 h 621411"/>
                <a:gd name="connsiteX267" fmla="*/ 308229 w 616458"/>
                <a:gd name="connsiteY267" fmla="*/ 539972 h 621411"/>
                <a:gd name="connsiteX268" fmla="*/ 318326 w 616458"/>
                <a:gd name="connsiteY268" fmla="*/ 535781 h 621411"/>
                <a:gd name="connsiteX269" fmla="*/ 377571 w 616458"/>
                <a:gd name="connsiteY269" fmla="*/ 476536 h 621411"/>
                <a:gd name="connsiteX270" fmla="*/ 377571 w 616458"/>
                <a:gd name="connsiteY270" fmla="*/ 456343 h 621411"/>
                <a:gd name="connsiteX271" fmla="*/ 308229 w 616458"/>
                <a:gd name="connsiteY271" fmla="*/ 416433 h 621411"/>
                <a:gd name="connsiteX272" fmla="*/ 289179 w 616458"/>
                <a:gd name="connsiteY272" fmla="*/ 435674 h 621411"/>
                <a:gd name="connsiteX273" fmla="*/ 308229 w 616458"/>
                <a:gd name="connsiteY273" fmla="*/ 454724 h 621411"/>
                <a:gd name="connsiteX274" fmla="*/ 327279 w 616458"/>
                <a:gd name="connsiteY274" fmla="*/ 435674 h 621411"/>
                <a:gd name="connsiteX275" fmla="*/ 327279 w 616458"/>
                <a:gd name="connsiteY275" fmla="*/ 435197 h 621411"/>
                <a:gd name="connsiteX276" fmla="*/ 308229 w 616458"/>
                <a:gd name="connsiteY276" fmla="*/ 416433 h 621411"/>
                <a:gd name="connsiteX277" fmla="*/ 377571 w 616458"/>
                <a:gd name="connsiteY277" fmla="*/ 144875 h 621411"/>
                <a:gd name="connsiteX278" fmla="*/ 318326 w 616458"/>
                <a:gd name="connsiteY278" fmla="*/ 85630 h 621411"/>
                <a:gd name="connsiteX279" fmla="*/ 298133 w 616458"/>
                <a:gd name="connsiteY279" fmla="*/ 85630 h 621411"/>
                <a:gd name="connsiteX280" fmla="*/ 238887 w 616458"/>
                <a:gd name="connsiteY280" fmla="*/ 144875 h 621411"/>
                <a:gd name="connsiteX281" fmla="*/ 238887 w 616458"/>
                <a:gd name="connsiteY281" fmla="*/ 165068 h 621411"/>
                <a:gd name="connsiteX282" fmla="*/ 259080 w 616458"/>
                <a:gd name="connsiteY282" fmla="*/ 165068 h 621411"/>
                <a:gd name="connsiteX283" fmla="*/ 308229 w 616458"/>
                <a:gd name="connsiteY283" fmla="*/ 115919 h 621411"/>
                <a:gd name="connsiteX284" fmla="*/ 357378 w 616458"/>
                <a:gd name="connsiteY284" fmla="*/ 165068 h 621411"/>
                <a:gd name="connsiteX285" fmla="*/ 367475 w 616458"/>
                <a:gd name="connsiteY285" fmla="*/ 169259 h 621411"/>
                <a:gd name="connsiteX286" fmla="*/ 377571 w 616458"/>
                <a:gd name="connsiteY286" fmla="*/ 165068 h 621411"/>
                <a:gd name="connsiteX287" fmla="*/ 377571 w 616458"/>
                <a:gd name="connsiteY287" fmla="*/ 144875 h 621411"/>
                <a:gd name="connsiteX288" fmla="*/ 308229 w 616458"/>
                <a:gd name="connsiteY288" fmla="*/ 352806 h 621411"/>
                <a:gd name="connsiteX289" fmla="*/ 289179 w 616458"/>
                <a:gd name="connsiteY289" fmla="*/ 372142 h 621411"/>
                <a:gd name="connsiteX290" fmla="*/ 308229 w 616458"/>
                <a:gd name="connsiteY290" fmla="*/ 391192 h 621411"/>
                <a:gd name="connsiteX291" fmla="*/ 327279 w 616458"/>
                <a:gd name="connsiteY291" fmla="*/ 372142 h 621411"/>
                <a:gd name="connsiteX292" fmla="*/ 327279 w 616458"/>
                <a:gd name="connsiteY292" fmla="*/ 371666 h 621411"/>
                <a:gd name="connsiteX293" fmla="*/ 308229 w 616458"/>
                <a:gd name="connsiteY293" fmla="*/ 352806 h 621411"/>
                <a:gd name="connsiteX294" fmla="*/ 533305 w 616458"/>
                <a:gd name="connsiteY294" fmla="*/ 300609 h 621411"/>
                <a:gd name="connsiteX295" fmla="*/ 474059 w 616458"/>
                <a:gd name="connsiteY295" fmla="*/ 241364 h 621411"/>
                <a:gd name="connsiteX296" fmla="*/ 453866 w 616458"/>
                <a:gd name="connsiteY296" fmla="*/ 241364 h 621411"/>
                <a:gd name="connsiteX297" fmla="*/ 453866 w 616458"/>
                <a:gd name="connsiteY297" fmla="*/ 261557 h 621411"/>
                <a:gd name="connsiteX298" fmla="*/ 503015 w 616458"/>
                <a:gd name="connsiteY298" fmla="*/ 310706 h 621411"/>
                <a:gd name="connsiteX299" fmla="*/ 453866 w 616458"/>
                <a:gd name="connsiteY299" fmla="*/ 359855 h 621411"/>
                <a:gd name="connsiteX300" fmla="*/ 453866 w 616458"/>
                <a:gd name="connsiteY300" fmla="*/ 380048 h 621411"/>
                <a:gd name="connsiteX301" fmla="*/ 474059 w 616458"/>
                <a:gd name="connsiteY301" fmla="*/ 380048 h 621411"/>
                <a:gd name="connsiteX302" fmla="*/ 533305 w 616458"/>
                <a:gd name="connsiteY302" fmla="*/ 320802 h 621411"/>
                <a:gd name="connsiteX303" fmla="*/ 537496 w 616458"/>
                <a:gd name="connsiteY303" fmla="*/ 310706 h 621411"/>
                <a:gd name="connsiteX304" fmla="*/ 533305 w 616458"/>
                <a:gd name="connsiteY304" fmla="*/ 300609 h 621411"/>
                <a:gd name="connsiteX305" fmla="*/ 433197 w 616458"/>
                <a:gd name="connsiteY305" fmla="*/ 291656 h 621411"/>
                <a:gd name="connsiteX306" fmla="*/ 432721 w 616458"/>
                <a:gd name="connsiteY306" fmla="*/ 291656 h 621411"/>
                <a:gd name="connsiteX307" fmla="*/ 413957 w 616458"/>
                <a:gd name="connsiteY307" fmla="*/ 310706 h 621411"/>
                <a:gd name="connsiteX308" fmla="*/ 433197 w 616458"/>
                <a:gd name="connsiteY308" fmla="*/ 329756 h 621411"/>
                <a:gd name="connsiteX309" fmla="*/ 452247 w 616458"/>
                <a:gd name="connsiteY309" fmla="*/ 310706 h 621411"/>
                <a:gd name="connsiteX310" fmla="*/ 433197 w 616458"/>
                <a:gd name="connsiteY310" fmla="*/ 291656 h 621411"/>
                <a:gd name="connsiteX311" fmla="*/ 369665 w 616458"/>
                <a:gd name="connsiteY311" fmla="*/ 291656 h 621411"/>
                <a:gd name="connsiteX312" fmla="*/ 369189 w 616458"/>
                <a:gd name="connsiteY312" fmla="*/ 291656 h 621411"/>
                <a:gd name="connsiteX313" fmla="*/ 350330 w 616458"/>
                <a:gd name="connsiteY313" fmla="*/ 310706 h 621411"/>
                <a:gd name="connsiteX314" fmla="*/ 369665 w 616458"/>
                <a:gd name="connsiteY314" fmla="*/ 329756 h 621411"/>
                <a:gd name="connsiteX315" fmla="*/ 388715 w 616458"/>
                <a:gd name="connsiteY315" fmla="*/ 310706 h 621411"/>
                <a:gd name="connsiteX316" fmla="*/ 369665 w 616458"/>
                <a:gd name="connsiteY316" fmla="*/ 291656 h 621411"/>
                <a:gd name="connsiteX317" fmla="*/ 377571 w 616458"/>
                <a:gd name="connsiteY317" fmla="*/ 456343 h 621411"/>
                <a:gd name="connsiteX318" fmla="*/ 357378 w 616458"/>
                <a:gd name="connsiteY318" fmla="*/ 456343 h 621411"/>
                <a:gd name="connsiteX319" fmla="*/ 308229 w 616458"/>
                <a:gd name="connsiteY319" fmla="*/ 505492 h 621411"/>
                <a:gd name="connsiteX320" fmla="*/ 259080 w 616458"/>
                <a:gd name="connsiteY320" fmla="*/ 456343 h 621411"/>
                <a:gd name="connsiteX321" fmla="*/ 238887 w 616458"/>
                <a:gd name="connsiteY321" fmla="*/ 456343 h 621411"/>
                <a:gd name="connsiteX322" fmla="*/ 238887 w 616458"/>
                <a:gd name="connsiteY322" fmla="*/ 476536 h 621411"/>
                <a:gd name="connsiteX323" fmla="*/ 298133 w 616458"/>
                <a:gd name="connsiteY323" fmla="*/ 535781 h 621411"/>
                <a:gd name="connsiteX324" fmla="*/ 308229 w 616458"/>
                <a:gd name="connsiteY324" fmla="*/ 539972 h 621411"/>
                <a:gd name="connsiteX325" fmla="*/ 318326 w 616458"/>
                <a:gd name="connsiteY325" fmla="*/ 535781 h 621411"/>
                <a:gd name="connsiteX326" fmla="*/ 377571 w 616458"/>
                <a:gd name="connsiteY326" fmla="*/ 476536 h 621411"/>
                <a:gd name="connsiteX327" fmla="*/ 377571 w 616458"/>
                <a:gd name="connsiteY327" fmla="*/ 456343 h 621411"/>
                <a:gd name="connsiteX328" fmla="*/ 246793 w 616458"/>
                <a:gd name="connsiteY328" fmla="*/ 291656 h 621411"/>
                <a:gd name="connsiteX329" fmla="*/ 227743 w 616458"/>
                <a:gd name="connsiteY329" fmla="*/ 310706 h 621411"/>
                <a:gd name="connsiteX330" fmla="*/ 246793 w 616458"/>
                <a:gd name="connsiteY330" fmla="*/ 329756 h 621411"/>
                <a:gd name="connsiteX331" fmla="*/ 247269 w 616458"/>
                <a:gd name="connsiteY331" fmla="*/ 329756 h 621411"/>
                <a:gd name="connsiteX332" fmla="*/ 266129 w 616458"/>
                <a:gd name="connsiteY332" fmla="*/ 310706 h 621411"/>
                <a:gd name="connsiteX333" fmla="*/ 246793 w 616458"/>
                <a:gd name="connsiteY333" fmla="*/ 291656 h 621411"/>
                <a:gd name="connsiteX334" fmla="*/ 183261 w 616458"/>
                <a:gd name="connsiteY334" fmla="*/ 291656 h 621411"/>
                <a:gd name="connsiteX335" fmla="*/ 164211 w 616458"/>
                <a:gd name="connsiteY335" fmla="*/ 310706 h 621411"/>
                <a:gd name="connsiteX336" fmla="*/ 183261 w 616458"/>
                <a:gd name="connsiteY336" fmla="*/ 329756 h 621411"/>
                <a:gd name="connsiteX337" fmla="*/ 183737 w 616458"/>
                <a:gd name="connsiteY337" fmla="*/ 329756 h 621411"/>
                <a:gd name="connsiteX338" fmla="*/ 202502 w 616458"/>
                <a:gd name="connsiteY338" fmla="*/ 310706 h 621411"/>
                <a:gd name="connsiteX339" fmla="*/ 183261 w 616458"/>
                <a:gd name="connsiteY339" fmla="*/ 291656 h 621411"/>
                <a:gd name="connsiteX340" fmla="*/ 162592 w 616458"/>
                <a:gd name="connsiteY340" fmla="*/ 359855 h 621411"/>
                <a:gd name="connsiteX341" fmla="*/ 113443 w 616458"/>
                <a:gd name="connsiteY341" fmla="*/ 310706 h 621411"/>
                <a:gd name="connsiteX342" fmla="*/ 162592 w 616458"/>
                <a:gd name="connsiteY342" fmla="*/ 261557 h 621411"/>
                <a:gd name="connsiteX343" fmla="*/ 166783 w 616458"/>
                <a:gd name="connsiteY343" fmla="*/ 251460 h 621411"/>
                <a:gd name="connsiteX344" fmla="*/ 162592 w 616458"/>
                <a:gd name="connsiteY344" fmla="*/ 241364 h 621411"/>
                <a:gd name="connsiteX345" fmla="*/ 142399 w 616458"/>
                <a:gd name="connsiteY345" fmla="*/ 241364 h 621411"/>
                <a:gd name="connsiteX346" fmla="*/ 83153 w 616458"/>
                <a:gd name="connsiteY346" fmla="*/ 300609 h 621411"/>
                <a:gd name="connsiteX347" fmla="*/ 83153 w 616458"/>
                <a:gd name="connsiteY347" fmla="*/ 320802 h 621411"/>
                <a:gd name="connsiteX348" fmla="*/ 142399 w 616458"/>
                <a:gd name="connsiteY348" fmla="*/ 380048 h 621411"/>
                <a:gd name="connsiteX349" fmla="*/ 162592 w 616458"/>
                <a:gd name="connsiteY349" fmla="*/ 380048 h 621411"/>
                <a:gd name="connsiteX350" fmla="*/ 162592 w 616458"/>
                <a:gd name="connsiteY350" fmla="*/ 359855 h 621411"/>
                <a:gd name="connsiteX351" fmla="*/ 308229 w 616458"/>
                <a:gd name="connsiteY351" fmla="*/ 166688 h 621411"/>
                <a:gd name="connsiteX352" fmla="*/ 289179 w 616458"/>
                <a:gd name="connsiteY352" fmla="*/ 185738 h 621411"/>
                <a:gd name="connsiteX353" fmla="*/ 289179 w 616458"/>
                <a:gd name="connsiteY353" fmla="*/ 186214 h 621411"/>
                <a:gd name="connsiteX354" fmla="*/ 308229 w 616458"/>
                <a:gd name="connsiteY354" fmla="*/ 204978 h 621411"/>
                <a:gd name="connsiteX355" fmla="*/ 327279 w 616458"/>
                <a:gd name="connsiteY355" fmla="*/ 185738 h 621411"/>
                <a:gd name="connsiteX356" fmla="*/ 308229 w 616458"/>
                <a:gd name="connsiteY356" fmla="*/ 166688 h 621411"/>
                <a:gd name="connsiteX357" fmla="*/ 308229 w 616458"/>
                <a:gd name="connsiteY357" fmla="*/ 230219 h 621411"/>
                <a:gd name="connsiteX358" fmla="*/ 289179 w 616458"/>
                <a:gd name="connsiteY358" fmla="*/ 249269 h 621411"/>
                <a:gd name="connsiteX359" fmla="*/ 289179 w 616458"/>
                <a:gd name="connsiteY359" fmla="*/ 249746 h 621411"/>
                <a:gd name="connsiteX360" fmla="*/ 308229 w 616458"/>
                <a:gd name="connsiteY360" fmla="*/ 268605 h 621411"/>
                <a:gd name="connsiteX361" fmla="*/ 327279 w 616458"/>
                <a:gd name="connsiteY361" fmla="*/ 249269 h 621411"/>
                <a:gd name="connsiteX362" fmla="*/ 308229 w 616458"/>
                <a:gd name="connsiteY362" fmla="*/ 230219 h 621411"/>
                <a:gd name="connsiteX363" fmla="*/ 308229 w 616458"/>
                <a:gd name="connsiteY363" fmla="*/ 416433 h 621411"/>
                <a:gd name="connsiteX364" fmla="*/ 289179 w 616458"/>
                <a:gd name="connsiteY364" fmla="*/ 435674 h 621411"/>
                <a:gd name="connsiteX365" fmla="*/ 308229 w 616458"/>
                <a:gd name="connsiteY365" fmla="*/ 454724 h 621411"/>
                <a:gd name="connsiteX366" fmla="*/ 327279 w 616458"/>
                <a:gd name="connsiteY366" fmla="*/ 435674 h 621411"/>
                <a:gd name="connsiteX367" fmla="*/ 327279 w 616458"/>
                <a:gd name="connsiteY367" fmla="*/ 435197 h 621411"/>
                <a:gd name="connsiteX368" fmla="*/ 308229 w 616458"/>
                <a:gd name="connsiteY368" fmla="*/ 416433 h 621411"/>
                <a:gd name="connsiteX369" fmla="*/ 308229 w 616458"/>
                <a:gd name="connsiteY369" fmla="*/ 352806 h 621411"/>
                <a:gd name="connsiteX370" fmla="*/ 289179 w 616458"/>
                <a:gd name="connsiteY370" fmla="*/ 372142 h 621411"/>
                <a:gd name="connsiteX371" fmla="*/ 308229 w 616458"/>
                <a:gd name="connsiteY371" fmla="*/ 391192 h 621411"/>
                <a:gd name="connsiteX372" fmla="*/ 327279 w 616458"/>
                <a:gd name="connsiteY372" fmla="*/ 372142 h 621411"/>
                <a:gd name="connsiteX373" fmla="*/ 327279 w 616458"/>
                <a:gd name="connsiteY373" fmla="*/ 371666 h 621411"/>
                <a:gd name="connsiteX374" fmla="*/ 308229 w 616458"/>
                <a:gd name="connsiteY374" fmla="*/ 352806 h 621411"/>
                <a:gd name="connsiteX375" fmla="*/ 377571 w 616458"/>
                <a:gd name="connsiteY375" fmla="*/ 144875 h 621411"/>
                <a:gd name="connsiteX376" fmla="*/ 318326 w 616458"/>
                <a:gd name="connsiteY376" fmla="*/ 85630 h 621411"/>
                <a:gd name="connsiteX377" fmla="*/ 298133 w 616458"/>
                <a:gd name="connsiteY377" fmla="*/ 85630 h 621411"/>
                <a:gd name="connsiteX378" fmla="*/ 238887 w 616458"/>
                <a:gd name="connsiteY378" fmla="*/ 144875 h 621411"/>
                <a:gd name="connsiteX379" fmla="*/ 238887 w 616458"/>
                <a:gd name="connsiteY379" fmla="*/ 165068 h 621411"/>
                <a:gd name="connsiteX380" fmla="*/ 259080 w 616458"/>
                <a:gd name="connsiteY380" fmla="*/ 165068 h 621411"/>
                <a:gd name="connsiteX381" fmla="*/ 308229 w 616458"/>
                <a:gd name="connsiteY381" fmla="*/ 115919 h 621411"/>
                <a:gd name="connsiteX382" fmla="*/ 357378 w 616458"/>
                <a:gd name="connsiteY382" fmla="*/ 165068 h 621411"/>
                <a:gd name="connsiteX383" fmla="*/ 367475 w 616458"/>
                <a:gd name="connsiteY383" fmla="*/ 169259 h 621411"/>
                <a:gd name="connsiteX384" fmla="*/ 377571 w 616458"/>
                <a:gd name="connsiteY384" fmla="*/ 165068 h 621411"/>
                <a:gd name="connsiteX385" fmla="*/ 377571 w 616458"/>
                <a:gd name="connsiteY385" fmla="*/ 144875 h 621411"/>
                <a:gd name="connsiteX386" fmla="*/ 533305 w 616458"/>
                <a:gd name="connsiteY386" fmla="*/ 300609 h 621411"/>
                <a:gd name="connsiteX387" fmla="*/ 474059 w 616458"/>
                <a:gd name="connsiteY387" fmla="*/ 241364 h 621411"/>
                <a:gd name="connsiteX388" fmla="*/ 453866 w 616458"/>
                <a:gd name="connsiteY388" fmla="*/ 241364 h 621411"/>
                <a:gd name="connsiteX389" fmla="*/ 453866 w 616458"/>
                <a:gd name="connsiteY389" fmla="*/ 261557 h 621411"/>
                <a:gd name="connsiteX390" fmla="*/ 503015 w 616458"/>
                <a:gd name="connsiteY390" fmla="*/ 310706 h 621411"/>
                <a:gd name="connsiteX391" fmla="*/ 453866 w 616458"/>
                <a:gd name="connsiteY391" fmla="*/ 359855 h 621411"/>
                <a:gd name="connsiteX392" fmla="*/ 453866 w 616458"/>
                <a:gd name="connsiteY392" fmla="*/ 380048 h 621411"/>
                <a:gd name="connsiteX393" fmla="*/ 474059 w 616458"/>
                <a:gd name="connsiteY393" fmla="*/ 380048 h 621411"/>
                <a:gd name="connsiteX394" fmla="*/ 533305 w 616458"/>
                <a:gd name="connsiteY394" fmla="*/ 320802 h 621411"/>
                <a:gd name="connsiteX395" fmla="*/ 537496 w 616458"/>
                <a:gd name="connsiteY395" fmla="*/ 310706 h 621411"/>
                <a:gd name="connsiteX396" fmla="*/ 533305 w 616458"/>
                <a:gd name="connsiteY396" fmla="*/ 300609 h 621411"/>
                <a:gd name="connsiteX397" fmla="*/ 433197 w 616458"/>
                <a:gd name="connsiteY397" fmla="*/ 291656 h 621411"/>
                <a:gd name="connsiteX398" fmla="*/ 432721 w 616458"/>
                <a:gd name="connsiteY398" fmla="*/ 291656 h 621411"/>
                <a:gd name="connsiteX399" fmla="*/ 413957 w 616458"/>
                <a:gd name="connsiteY399" fmla="*/ 310706 h 621411"/>
                <a:gd name="connsiteX400" fmla="*/ 433197 w 616458"/>
                <a:gd name="connsiteY400" fmla="*/ 329756 h 621411"/>
                <a:gd name="connsiteX401" fmla="*/ 452247 w 616458"/>
                <a:gd name="connsiteY401" fmla="*/ 310706 h 621411"/>
                <a:gd name="connsiteX402" fmla="*/ 433197 w 616458"/>
                <a:gd name="connsiteY402" fmla="*/ 291656 h 621411"/>
                <a:gd name="connsiteX403" fmla="*/ 369665 w 616458"/>
                <a:gd name="connsiteY403" fmla="*/ 291656 h 621411"/>
                <a:gd name="connsiteX404" fmla="*/ 369189 w 616458"/>
                <a:gd name="connsiteY404" fmla="*/ 291656 h 621411"/>
                <a:gd name="connsiteX405" fmla="*/ 350330 w 616458"/>
                <a:gd name="connsiteY405" fmla="*/ 310706 h 621411"/>
                <a:gd name="connsiteX406" fmla="*/ 369665 w 616458"/>
                <a:gd name="connsiteY406" fmla="*/ 329756 h 621411"/>
                <a:gd name="connsiteX407" fmla="*/ 388715 w 616458"/>
                <a:gd name="connsiteY407" fmla="*/ 310706 h 621411"/>
                <a:gd name="connsiteX408" fmla="*/ 369665 w 616458"/>
                <a:gd name="connsiteY408" fmla="*/ 291656 h 621411"/>
                <a:gd name="connsiteX409" fmla="*/ 259080 w 616458"/>
                <a:gd name="connsiteY409" fmla="*/ 165068 h 621411"/>
                <a:gd name="connsiteX410" fmla="*/ 308229 w 616458"/>
                <a:gd name="connsiteY410" fmla="*/ 115919 h 621411"/>
                <a:gd name="connsiteX411" fmla="*/ 357378 w 616458"/>
                <a:gd name="connsiteY411" fmla="*/ 165068 h 621411"/>
                <a:gd name="connsiteX412" fmla="*/ 367475 w 616458"/>
                <a:gd name="connsiteY412" fmla="*/ 169259 h 621411"/>
                <a:gd name="connsiteX413" fmla="*/ 377571 w 616458"/>
                <a:gd name="connsiteY413" fmla="*/ 165068 h 621411"/>
                <a:gd name="connsiteX414" fmla="*/ 377571 w 616458"/>
                <a:gd name="connsiteY414" fmla="*/ 144875 h 621411"/>
                <a:gd name="connsiteX415" fmla="*/ 318326 w 616458"/>
                <a:gd name="connsiteY415" fmla="*/ 85630 h 621411"/>
                <a:gd name="connsiteX416" fmla="*/ 298133 w 616458"/>
                <a:gd name="connsiteY416" fmla="*/ 85630 h 621411"/>
                <a:gd name="connsiteX417" fmla="*/ 238887 w 616458"/>
                <a:gd name="connsiteY417" fmla="*/ 144875 h 621411"/>
                <a:gd name="connsiteX418" fmla="*/ 238887 w 616458"/>
                <a:gd name="connsiteY418" fmla="*/ 165068 h 621411"/>
                <a:gd name="connsiteX419" fmla="*/ 259080 w 616458"/>
                <a:gd name="connsiteY419" fmla="*/ 165068 h 621411"/>
                <a:gd name="connsiteX420" fmla="*/ 357378 w 616458"/>
                <a:gd name="connsiteY420" fmla="*/ 456343 h 621411"/>
                <a:gd name="connsiteX421" fmla="*/ 308229 w 616458"/>
                <a:gd name="connsiteY421" fmla="*/ 505492 h 621411"/>
                <a:gd name="connsiteX422" fmla="*/ 259080 w 616458"/>
                <a:gd name="connsiteY422" fmla="*/ 456343 h 621411"/>
                <a:gd name="connsiteX423" fmla="*/ 238887 w 616458"/>
                <a:gd name="connsiteY423" fmla="*/ 456343 h 621411"/>
                <a:gd name="connsiteX424" fmla="*/ 238887 w 616458"/>
                <a:gd name="connsiteY424" fmla="*/ 476536 h 621411"/>
                <a:gd name="connsiteX425" fmla="*/ 298133 w 616458"/>
                <a:gd name="connsiteY425" fmla="*/ 535781 h 621411"/>
                <a:gd name="connsiteX426" fmla="*/ 308229 w 616458"/>
                <a:gd name="connsiteY426" fmla="*/ 539972 h 621411"/>
                <a:gd name="connsiteX427" fmla="*/ 318326 w 616458"/>
                <a:gd name="connsiteY427" fmla="*/ 535781 h 621411"/>
                <a:gd name="connsiteX428" fmla="*/ 377571 w 616458"/>
                <a:gd name="connsiteY428" fmla="*/ 476536 h 621411"/>
                <a:gd name="connsiteX429" fmla="*/ 377571 w 616458"/>
                <a:gd name="connsiteY429" fmla="*/ 456343 h 621411"/>
                <a:gd name="connsiteX430" fmla="*/ 357378 w 616458"/>
                <a:gd name="connsiteY430" fmla="*/ 456343 h 621411"/>
                <a:gd name="connsiteX431" fmla="*/ 308229 w 616458"/>
                <a:gd name="connsiteY431" fmla="*/ 416433 h 621411"/>
                <a:gd name="connsiteX432" fmla="*/ 289179 w 616458"/>
                <a:gd name="connsiteY432" fmla="*/ 435674 h 621411"/>
                <a:gd name="connsiteX433" fmla="*/ 308229 w 616458"/>
                <a:gd name="connsiteY433" fmla="*/ 454724 h 621411"/>
                <a:gd name="connsiteX434" fmla="*/ 327279 w 616458"/>
                <a:gd name="connsiteY434" fmla="*/ 435674 h 621411"/>
                <a:gd name="connsiteX435" fmla="*/ 327279 w 616458"/>
                <a:gd name="connsiteY435" fmla="*/ 435197 h 621411"/>
                <a:gd name="connsiteX436" fmla="*/ 308229 w 616458"/>
                <a:gd name="connsiteY436" fmla="*/ 416433 h 621411"/>
                <a:gd name="connsiteX437" fmla="*/ 327279 w 616458"/>
                <a:gd name="connsiteY437" fmla="*/ 371666 h 621411"/>
                <a:gd name="connsiteX438" fmla="*/ 308229 w 616458"/>
                <a:gd name="connsiteY438" fmla="*/ 352806 h 621411"/>
                <a:gd name="connsiteX439" fmla="*/ 289179 w 616458"/>
                <a:gd name="connsiteY439" fmla="*/ 372142 h 621411"/>
                <a:gd name="connsiteX440" fmla="*/ 308229 w 616458"/>
                <a:gd name="connsiteY440" fmla="*/ 391192 h 621411"/>
                <a:gd name="connsiteX441" fmla="*/ 327279 w 616458"/>
                <a:gd name="connsiteY441" fmla="*/ 372142 h 621411"/>
                <a:gd name="connsiteX442" fmla="*/ 327279 w 616458"/>
                <a:gd name="connsiteY442" fmla="*/ 371666 h 621411"/>
                <a:gd name="connsiteX443" fmla="*/ 308229 w 616458"/>
                <a:gd name="connsiteY443" fmla="*/ 166688 h 621411"/>
                <a:gd name="connsiteX444" fmla="*/ 289179 w 616458"/>
                <a:gd name="connsiteY444" fmla="*/ 185738 h 621411"/>
                <a:gd name="connsiteX445" fmla="*/ 289179 w 616458"/>
                <a:gd name="connsiteY445" fmla="*/ 186214 h 621411"/>
                <a:gd name="connsiteX446" fmla="*/ 308229 w 616458"/>
                <a:gd name="connsiteY446" fmla="*/ 204978 h 621411"/>
                <a:gd name="connsiteX447" fmla="*/ 327279 w 616458"/>
                <a:gd name="connsiteY447" fmla="*/ 185738 h 621411"/>
                <a:gd name="connsiteX448" fmla="*/ 308229 w 616458"/>
                <a:gd name="connsiteY448" fmla="*/ 166688 h 621411"/>
                <a:gd name="connsiteX449" fmla="*/ 308229 w 616458"/>
                <a:gd name="connsiteY449" fmla="*/ 230219 h 621411"/>
                <a:gd name="connsiteX450" fmla="*/ 289179 w 616458"/>
                <a:gd name="connsiteY450" fmla="*/ 249269 h 621411"/>
                <a:gd name="connsiteX451" fmla="*/ 289179 w 616458"/>
                <a:gd name="connsiteY451" fmla="*/ 249746 h 621411"/>
                <a:gd name="connsiteX452" fmla="*/ 308229 w 616458"/>
                <a:gd name="connsiteY452" fmla="*/ 268605 h 621411"/>
                <a:gd name="connsiteX453" fmla="*/ 327279 w 616458"/>
                <a:gd name="connsiteY453" fmla="*/ 249269 h 621411"/>
                <a:gd name="connsiteX454" fmla="*/ 308229 w 616458"/>
                <a:gd name="connsiteY454" fmla="*/ 230219 h 621411"/>
                <a:gd name="connsiteX455" fmla="*/ 247269 w 616458"/>
                <a:gd name="connsiteY455" fmla="*/ 329756 h 621411"/>
                <a:gd name="connsiteX456" fmla="*/ 266129 w 616458"/>
                <a:gd name="connsiteY456" fmla="*/ 310706 h 621411"/>
                <a:gd name="connsiteX457" fmla="*/ 246793 w 616458"/>
                <a:gd name="connsiteY457" fmla="*/ 291656 h 621411"/>
                <a:gd name="connsiteX458" fmla="*/ 227743 w 616458"/>
                <a:gd name="connsiteY458" fmla="*/ 310706 h 621411"/>
                <a:gd name="connsiteX459" fmla="*/ 246793 w 616458"/>
                <a:gd name="connsiteY459" fmla="*/ 329756 h 621411"/>
                <a:gd name="connsiteX460" fmla="*/ 247269 w 616458"/>
                <a:gd name="connsiteY460" fmla="*/ 329756 h 621411"/>
                <a:gd name="connsiteX461" fmla="*/ 183261 w 616458"/>
                <a:gd name="connsiteY461" fmla="*/ 291656 h 621411"/>
                <a:gd name="connsiteX462" fmla="*/ 164211 w 616458"/>
                <a:gd name="connsiteY462" fmla="*/ 310706 h 621411"/>
                <a:gd name="connsiteX463" fmla="*/ 183261 w 616458"/>
                <a:gd name="connsiteY463" fmla="*/ 329756 h 621411"/>
                <a:gd name="connsiteX464" fmla="*/ 183737 w 616458"/>
                <a:gd name="connsiteY464" fmla="*/ 329756 h 621411"/>
                <a:gd name="connsiteX465" fmla="*/ 202502 w 616458"/>
                <a:gd name="connsiteY465" fmla="*/ 310706 h 621411"/>
                <a:gd name="connsiteX466" fmla="*/ 183261 w 616458"/>
                <a:gd name="connsiteY466" fmla="*/ 291656 h 621411"/>
                <a:gd name="connsiteX467" fmla="*/ 113443 w 616458"/>
                <a:gd name="connsiteY467" fmla="*/ 310706 h 621411"/>
                <a:gd name="connsiteX468" fmla="*/ 162592 w 616458"/>
                <a:gd name="connsiteY468" fmla="*/ 261557 h 621411"/>
                <a:gd name="connsiteX469" fmla="*/ 166783 w 616458"/>
                <a:gd name="connsiteY469" fmla="*/ 251460 h 621411"/>
                <a:gd name="connsiteX470" fmla="*/ 162592 w 616458"/>
                <a:gd name="connsiteY470" fmla="*/ 241364 h 621411"/>
                <a:gd name="connsiteX471" fmla="*/ 142399 w 616458"/>
                <a:gd name="connsiteY471" fmla="*/ 241364 h 621411"/>
                <a:gd name="connsiteX472" fmla="*/ 83153 w 616458"/>
                <a:gd name="connsiteY472" fmla="*/ 300609 h 621411"/>
                <a:gd name="connsiteX473" fmla="*/ 83153 w 616458"/>
                <a:gd name="connsiteY473" fmla="*/ 320802 h 621411"/>
                <a:gd name="connsiteX474" fmla="*/ 142399 w 616458"/>
                <a:gd name="connsiteY474" fmla="*/ 380048 h 621411"/>
                <a:gd name="connsiteX475" fmla="*/ 162592 w 616458"/>
                <a:gd name="connsiteY475" fmla="*/ 380048 h 621411"/>
                <a:gd name="connsiteX476" fmla="*/ 162592 w 616458"/>
                <a:gd name="connsiteY476" fmla="*/ 359855 h 621411"/>
                <a:gd name="connsiteX477" fmla="*/ 113443 w 616458"/>
                <a:gd name="connsiteY477" fmla="*/ 310706 h 62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</a:cxnLst>
              <a:rect l="l" t="t" r="r" b="b"/>
              <a:pathLst>
                <a:path w="616458" h="621411">
                  <a:moveTo>
                    <a:pt x="533305" y="300609"/>
                  </a:moveTo>
                  <a:lnTo>
                    <a:pt x="474059" y="241364"/>
                  </a:lnTo>
                  <a:cubicBezTo>
                    <a:pt x="468440" y="235744"/>
                    <a:pt x="459391" y="235744"/>
                    <a:pt x="453866" y="241364"/>
                  </a:cubicBezTo>
                  <a:cubicBezTo>
                    <a:pt x="448246" y="246888"/>
                    <a:pt x="448246" y="255937"/>
                    <a:pt x="453866" y="261557"/>
                  </a:cubicBezTo>
                  <a:lnTo>
                    <a:pt x="503015" y="310706"/>
                  </a:lnTo>
                  <a:lnTo>
                    <a:pt x="453866" y="359855"/>
                  </a:lnTo>
                  <a:cubicBezTo>
                    <a:pt x="448246" y="365474"/>
                    <a:pt x="448246" y="374523"/>
                    <a:pt x="453866" y="380048"/>
                  </a:cubicBezTo>
                  <a:cubicBezTo>
                    <a:pt x="459391" y="385667"/>
                    <a:pt x="468440" y="385667"/>
                    <a:pt x="474059" y="380048"/>
                  </a:cubicBezTo>
                  <a:lnTo>
                    <a:pt x="533305" y="320802"/>
                  </a:lnTo>
                  <a:cubicBezTo>
                    <a:pt x="536162" y="318040"/>
                    <a:pt x="537496" y="314325"/>
                    <a:pt x="537496" y="310706"/>
                  </a:cubicBezTo>
                  <a:cubicBezTo>
                    <a:pt x="537496" y="307086"/>
                    <a:pt x="536162" y="303371"/>
                    <a:pt x="533305" y="300609"/>
                  </a:cubicBezTo>
                  <a:close/>
                  <a:moveTo>
                    <a:pt x="433197" y="291656"/>
                  </a:moveTo>
                  <a:lnTo>
                    <a:pt x="432721" y="291656"/>
                  </a:lnTo>
                  <a:cubicBezTo>
                    <a:pt x="422243" y="291656"/>
                    <a:pt x="413957" y="300228"/>
                    <a:pt x="413957" y="310706"/>
                  </a:cubicBezTo>
                  <a:cubicBezTo>
                    <a:pt x="413957" y="321183"/>
                    <a:pt x="422719" y="329756"/>
                    <a:pt x="433197" y="329756"/>
                  </a:cubicBezTo>
                  <a:cubicBezTo>
                    <a:pt x="443675" y="329756"/>
                    <a:pt x="452247" y="321183"/>
                    <a:pt x="452247" y="310706"/>
                  </a:cubicBezTo>
                  <a:cubicBezTo>
                    <a:pt x="452247" y="300228"/>
                    <a:pt x="443770" y="291656"/>
                    <a:pt x="433197" y="291656"/>
                  </a:cubicBezTo>
                  <a:close/>
                  <a:moveTo>
                    <a:pt x="369665" y="291656"/>
                  </a:moveTo>
                  <a:lnTo>
                    <a:pt x="369189" y="291656"/>
                  </a:lnTo>
                  <a:cubicBezTo>
                    <a:pt x="358616" y="291656"/>
                    <a:pt x="350330" y="300228"/>
                    <a:pt x="350330" y="310706"/>
                  </a:cubicBezTo>
                  <a:cubicBezTo>
                    <a:pt x="350330" y="321183"/>
                    <a:pt x="359092" y="329756"/>
                    <a:pt x="369665" y="329756"/>
                  </a:cubicBezTo>
                  <a:cubicBezTo>
                    <a:pt x="380238" y="329756"/>
                    <a:pt x="388715" y="321183"/>
                    <a:pt x="388715" y="310706"/>
                  </a:cubicBezTo>
                  <a:cubicBezTo>
                    <a:pt x="388715" y="300228"/>
                    <a:pt x="380143" y="291656"/>
                    <a:pt x="369665" y="291656"/>
                  </a:cubicBezTo>
                  <a:close/>
                  <a:moveTo>
                    <a:pt x="259080" y="165068"/>
                  </a:moveTo>
                  <a:lnTo>
                    <a:pt x="308229" y="115919"/>
                  </a:lnTo>
                  <a:lnTo>
                    <a:pt x="357378" y="165068"/>
                  </a:lnTo>
                  <a:cubicBezTo>
                    <a:pt x="360236" y="167831"/>
                    <a:pt x="363855" y="169259"/>
                    <a:pt x="367475" y="169259"/>
                  </a:cubicBezTo>
                  <a:cubicBezTo>
                    <a:pt x="371094" y="169259"/>
                    <a:pt x="374809" y="167831"/>
                    <a:pt x="377571" y="165068"/>
                  </a:cubicBezTo>
                  <a:cubicBezTo>
                    <a:pt x="383191" y="159544"/>
                    <a:pt x="383191" y="150495"/>
                    <a:pt x="377571" y="144875"/>
                  </a:cubicBezTo>
                  <a:lnTo>
                    <a:pt x="318326" y="85630"/>
                  </a:lnTo>
                  <a:cubicBezTo>
                    <a:pt x="312706" y="80010"/>
                    <a:pt x="303752" y="80010"/>
                    <a:pt x="298133" y="85630"/>
                  </a:cubicBezTo>
                  <a:lnTo>
                    <a:pt x="238887" y="144875"/>
                  </a:lnTo>
                  <a:cubicBezTo>
                    <a:pt x="233267" y="150495"/>
                    <a:pt x="233267" y="159544"/>
                    <a:pt x="238887" y="165068"/>
                  </a:cubicBezTo>
                  <a:cubicBezTo>
                    <a:pt x="244412" y="170688"/>
                    <a:pt x="253460" y="170688"/>
                    <a:pt x="259080" y="165068"/>
                  </a:cubicBezTo>
                  <a:close/>
                  <a:moveTo>
                    <a:pt x="357378" y="456343"/>
                  </a:moveTo>
                  <a:lnTo>
                    <a:pt x="308229" y="505492"/>
                  </a:lnTo>
                  <a:lnTo>
                    <a:pt x="259080" y="456343"/>
                  </a:lnTo>
                  <a:cubicBezTo>
                    <a:pt x="253460" y="450723"/>
                    <a:pt x="244412" y="450723"/>
                    <a:pt x="238887" y="456343"/>
                  </a:cubicBezTo>
                  <a:cubicBezTo>
                    <a:pt x="233267" y="461867"/>
                    <a:pt x="233267" y="470916"/>
                    <a:pt x="238887" y="476536"/>
                  </a:cubicBezTo>
                  <a:lnTo>
                    <a:pt x="298133" y="535781"/>
                  </a:lnTo>
                  <a:cubicBezTo>
                    <a:pt x="300895" y="538639"/>
                    <a:pt x="304610" y="539972"/>
                    <a:pt x="308229" y="539972"/>
                  </a:cubicBezTo>
                  <a:cubicBezTo>
                    <a:pt x="311849" y="539972"/>
                    <a:pt x="315563" y="538639"/>
                    <a:pt x="318326" y="535781"/>
                  </a:cubicBezTo>
                  <a:lnTo>
                    <a:pt x="377571" y="476536"/>
                  </a:lnTo>
                  <a:cubicBezTo>
                    <a:pt x="383191" y="470916"/>
                    <a:pt x="383191" y="461867"/>
                    <a:pt x="377571" y="456343"/>
                  </a:cubicBezTo>
                  <a:cubicBezTo>
                    <a:pt x="372046" y="450723"/>
                    <a:pt x="362998" y="450723"/>
                    <a:pt x="357378" y="456343"/>
                  </a:cubicBezTo>
                  <a:close/>
                  <a:moveTo>
                    <a:pt x="308229" y="416433"/>
                  </a:moveTo>
                  <a:cubicBezTo>
                    <a:pt x="297752" y="416433"/>
                    <a:pt x="289179" y="425196"/>
                    <a:pt x="289179" y="435674"/>
                  </a:cubicBezTo>
                  <a:cubicBezTo>
                    <a:pt x="289179" y="446151"/>
                    <a:pt x="297752" y="454724"/>
                    <a:pt x="308229" y="454724"/>
                  </a:cubicBezTo>
                  <a:cubicBezTo>
                    <a:pt x="318707" y="454724"/>
                    <a:pt x="327279" y="446246"/>
                    <a:pt x="327279" y="435674"/>
                  </a:cubicBezTo>
                  <a:lnTo>
                    <a:pt x="327279" y="435197"/>
                  </a:lnTo>
                  <a:cubicBezTo>
                    <a:pt x="327279" y="424720"/>
                    <a:pt x="318707" y="416433"/>
                    <a:pt x="308229" y="416433"/>
                  </a:cubicBezTo>
                  <a:close/>
                  <a:moveTo>
                    <a:pt x="327279" y="371666"/>
                  </a:moveTo>
                  <a:cubicBezTo>
                    <a:pt x="327279" y="361093"/>
                    <a:pt x="318707" y="352806"/>
                    <a:pt x="308229" y="352806"/>
                  </a:cubicBezTo>
                  <a:cubicBezTo>
                    <a:pt x="297752" y="352806"/>
                    <a:pt x="289179" y="361569"/>
                    <a:pt x="289179" y="372142"/>
                  </a:cubicBezTo>
                  <a:cubicBezTo>
                    <a:pt x="289179" y="382715"/>
                    <a:pt x="297752" y="391192"/>
                    <a:pt x="308229" y="391192"/>
                  </a:cubicBezTo>
                  <a:cubicBezTo>
                    <a:pt x="318707" y="391192"/>
                    <a:pt x="327279" y="382619"/>
                    <a:pt x="327279" y="372142"/>
                  </a:cubicBezTo>
                  <a:lnTo>
                    <a:pt x="327279" y="371666"/>
                  </a:lnTo>
                  <a:close/>
                  <a:moveTo>
                    <a:pt x="308229" y="166688"/>
                  </a:moveTo>
                  <a:cubicBezTo>
                    <a:pt x="297752" y="166688"/>
                    <a:pt x="289179" y="175165"/>
                    <a:pt x="289179" y="185738"/>
                  </a:cubicBezTo>
                  <a:lnTo>
                    <a:pt x="289179" y="186214"/>
                  </a:lnTo>
                  <a:cubicBezTo>
                    <a:pt x="289179" y="196691"/>
                    <a:pt x="297752" y="204978"/>
                    <a:pt x="308229" y="204978"/>
                  </a:cubicBezTo>
                  <a:cubicBezTo>
                    <a:pt x="318707" y="204978"/>
                    <a:pt x="327279" y="196215"/>
                    <a:pt x="327279" y="185738"/>
                  </a:cubicBezTo>
                  <a:cubicBezTo>
                    <a:pt x="327279" y="175260"/>
                    <a:pt x="318707" y="166688"/>
                    <a:pt x="308229" y="166688"/>
                  </a:cubicBezTo>
                  <a:close/>
                  <a:moveTo>
                    <a:pt x="308229" y="230219"/>
                  </a:moveTo>
                  <a:cubicBezTo>
                    <a:pt x="297752" y="230219"/>
                    <a:pt x="289179" y="238792"/>
                    <a:pt x="289179" y="249269"/>
                  </a:cubicBezTo>
                  <a:lnTo>
                    <a:pt x="289179" y="249746"/>
                  </a:lnTo>
                  <a:cubicBezTo>
                    <a:pt x="289179" y="260318"/>
                    <a:pt x="297752" y="268605"/>
                    <a:pt x="308229" y="268605"/>
                  </a:cubicBezTo>
                  <a:cubicBezTo>
                    <a:pt x="318707" y="268605"/>
                    <a:pt x="327279" y="259842"/>
                    <a:pt x="327279" y="249269"/>
                  </a:cubicBezTo>
                  <a:cubicBezTo>
                    <a:pt x="327279" y="238697"/>
                    <a:pt x="318707" y="230219"/>
                    <a:pt x="308229" y="230219"/>
                  </a:cubicBezTo>
                  <a:close/>
                  <a:moveTo>
                    <a:pt x="247269" y="329756"/>
                  </a:moveTo>
                  <a:cubicBezTo>
                    <a:pt x="257842" y="329756"/>
                    <a:pt x="266129" y="321183"/>
                    <a:pt x="266129" y="310706"/>
                  </a:cubicBezTo>
                  <a:cubicBezTo>
                    <a:pt x="266129" y="300228"/>
                    <a:pt x="257366" y="291656"/>
                    <a:pt x="246793" y="291656"/>
                  </a:cubicBezTo>
                  <a:cubicBezTo>
                    <a:pt x="236220" y="291656"/>
                    <a:pt x="227743" y="300228"/>
                    <a:pt x="227743" y="310706"/>
                  </a:cubicBezTo>
                  <a:cubicBezTo>
                    <a:pt x="227743" y="321183"/>
                    <a:pt x="236315" y="329756"/>
                    <a:pt x="246793" y="329756"/>
                  </a:cubicBezTo>
                  <a:lnTo>
                    <a:pt x="247269" y="329756"/>
                  </a:lnTo>
                  <a:close/>
                  <a:moveTo>
                    <a:pt x="183261" y="291656"/>
                  </a:moveTo>
                  <a:cubicBezTo>
                    <a:pt x="172688" y="291656"/>
                    <a:pt x="164211" y="300228"/>
                    <a:pt x="164211" y="310706"/>
                  </a:cubicBezTo>
                  <a:cubicBezTo>
                    <a:pt x="164211" y="321183"/>
                    <a:pt x="172688" y="329756"/>
                    <a:pt x="183261" y="329756"/>
                  </a:cubicBezTo>
                  <a:lnTo>
                    <a:pt x="183737" y="329756"/>
                  </a:lnTo>
                  <a:cubicBezTo>
                    <a:pt x="194215" y="329756"/>
                    <a:pt x="202502" y="321183"/>
                    <a:pt x="202502" y="310706"/>
                  </a:cubicBezTo>
                  <a:cubicBezTo>
                    <a:pt x="202502" y="300228"/>
                    <a:pt x="193739" y="291656"/>
                    <a:pt x="183261" y="291656"/>
                  </a:cubicBezTo>
                  <a:close/>
                  <a:moveTo>
                    <a:pt x="113443" y="310706"/>
                  </a:moveTo>
                  <a:lnTo>
                    <a:pt x="162592" y="261557"/>
                  </a:lnTo>
                  <a:cubicBezTo>
                    <a:pt x="165354" y="258699"/>
                    <a:pt x="166783" y="255080"/>
                    <a:pt x="166783" y="251460"/>
                  </a:cubicBezTo>
                  <a:cubicBezTo>
                    <a:pt x="166783" y="247841"/>
                    <a:pt x="165354" y="244126"/>
                    <a:pt x="162592" y="241364"/>
                  </a:cubicBezTo>
                  <a:cubicBezTo>
                    <a:pt x="157067" y="235744"/>
                    <a:pt x="148019" y="235744"/>
                    <a:pt x="142399" y="241364"/>
                  </a:cubicBezTo>
                  <a:lnTo>
                    <a:pt x="83153" y="300609"/>
                  </a:lnTo>
                  <a:cubicBezTo>
                    <a:pt x="77533" y="306229"/>
                    <a:pt x="77533" y="315182"/>
                    <a:pt x="83153" y="320802"/>
                  </a:cubicBezTo>
                  <a:lnTo>
                    <a:pt x="142399" y="380048"/>
                  </a:lnTo>
                  <a:cubicBezTo>
                    <a:pt x="148019" y="385667"/>
                    <a:pt x="157067" y="385667"/>
                    <a:pt x="162592" y="380048"/>
                  </a:cubicBezTo>
                  <a:cubicBezTo>
                    <a:pt x="168212" y="374523"/>
                    <a:pt x="168212" y="365474"/>
                    <a:pt x="162592" y="359855"/>
                  </a:cubicBezTo>
                  <a:lnTo>
                    <a:pt x="113443" y="310706"/>
                  </a:lnTo>
                  <a:close/>
                  <a:moveTo>
                    <a:pt x="533114" y="0"/>
                  </a:moveTo>
                  <a:lnTo>
                    <a:pt x="83344" y="0"/>
                  </a:lnTo>
                  <a:cubicBezTo>
                    <a:pt x="37433" y="0"/>
                    <a:pt x="0" y="37338"/>
                    <a:pt x="0" y="83344"/>
                  </a:cubicBezTo>
                  <a:lnTo>
                    <a:pt x="0" y="538067"/>
                  </a:lnTo>
                  <a:cubicBezTo>
                    <a:pt x="0" y="584073"/>
                    <a:pt x="37433" y="621411"/>
                    <a:pt x="83344" y="621411"/>
                  </a:cubicBezTo>
                  <a:lnTo>
                    <a:pt x="533114" y="621411"/>
                  </a:lnTo>
                  <a:cubicBezTo>
                    <a:pt x="579025" y="621411"/>
                    <a:pt x="616458" y="584073"/>
                    <a:pt x="616458" y="538067"/>
                  </a:cubicBezTo>
                  <a:lnTo>
                    <a:pt x="616458" y="83344"/>
                  </a:lnTo>
                  <a:cubicBezTo>
                    <a:pt x="616458" y="37338"/>
                    <a:pt x="579025" y="0"/>
                    <a:pt x="533114" y="0"/>
                  </a:cubicBezTo>
                  <a:close/>
                  <a:moveTo>
                    <a:pt x="587883" y="538067"/>
                  </a:moveTo>
                  <a:cubicBezTo>
                    <a:pt x="587883" y="568262"/>
                    <a:pt x="563309" y="592836"/>
                    <a:pt x="533114" y="592836"/>
                  </a:cubicBezTo>
                  <a:lnTo>
                    <a:pt x="83344" y="592836"/>
                  </a:lnTo>
                  <a:cubicBezTo>
                    <a:pt x="53150" y="592836"/>
                    <a:pt x="28575" y="568262"/>
                    <a:pt x="28575" y="538067"/>
                  </a:cubicBezTo>
                  <a:lnTo>
                    <a:pt x="28575" y="83344"/>
                  </a:lnTo>
                  <a:cubicBezTo>
                    <a:pt x="28575" y="53150"/>
                    <a:pt x="53150" y="28575"/>
                    <a:pt x="83344" y="28575"/>
                  </a:cubicBezTo>
                  <a:lnTo>
                    <a:pt x="533114" y="28575"/>
                  </a:lnTo>
                  <a:cubicBezTo>
                    <a:pt x="563309" y="28575"/>
                    <a:pt x="587883" y="53150"/>
                    <a:pt x="587883" y="83344"/>
                  </a:cubicBezTo>
                  <a:lnTo>
                    <a:pt x="587883" y="538067"/>
                  </a:lnTo>
                  <a:close/>
                  <a:moveTo>
                    <a:pt x="474059" y="241364"/>
                  </a:moveTo>
                  <a:cubicBezTo>
                    <a:pt x="468440" y="235744"/>
                    <a:pt x="459391" y="235744"/>
                    <a:pt x="453866" y="241364"/>
                  </a:cubicBezTo>
                  <a:cubicBezTo>
                    <a:pt x="448246" y="246888"/>
                    <a:pt x="448246" y="255937"/>
                    <a:pt x="453866" y="261557"/>
                  </a:cubicBezTo>
                  <a:lnTo>
                    <a:pt x="503015" y="310706"/>
                  </a:lnTo>
                  <a:lnTo>
                    <a:pt x="453866" y="359855"/>
                  </a:lnTo>
                  <a:cubicBezTo>
                    <a:pt x="448246" y="365474"/>
                    <a:pt x="448246" y="374523"/>
                    <a:pt x="453866" y="380048"/>
                  </a:cubicBezTo>
                  <a:cubicBezTo>
                    <a:pt x="459391" y="385667"/>
                    <a:pt x="468440" y="385667"/>
                    <a:pt x="474059" y="380048"/>
                  </a:cubicBezTo>
                  <a:lnTo>
                    <a:pt x="533305" y="320802"/>
                  </a:lnTo>
                  <a:cubicBezTo>
                    <a:pt x="536162" y="318040"/>
                    <a:pt x="537496" y="314325"/>
                    <a:pt x="537496" y="310706"/>
                  </a:cubicBezTo>
                  <a:cubicBezTo>
                    <a:pt x="537496" y="307086"/>
                    <a:pt x="536162" y="303371"/>
                    <a:pt x="533305" y="300609"/>
                  </a:cubicBezTo>
                  <a:lnTo>
                    <a:pt x="474059" y="241364"/>
                  </a:lnTo>
                  <a:close/>
                  <a:moveTo>
                    <a:pt x="433197" y="291656"/>
                  </a:moveTo>
                  <a:lnTo>
                    <a:pt x="432721" y="291656"/>
                  </a:lnTo>
                  <a:cubicBezTo>
                    <a:pt x="422243" y="291656"/>
                    <a:pt x="413957" y="300228"/>
                    <a:pt x="413957" y="310706"/>
                  </a:cubicBezTo>
                  <a:cubicBezTo>
                    <a:pt x="413957" y="321183"/>
                    <a:pt x="422719" y="329756"/>
                    <a:pt x="433197" y="329756"/>
                  </a:cubicBezTo>
                  <a:cubicBezTo>
                    <a:pt x="443675" y="329756"/>
                    <a:pt x="452247" y="321183"/>
                    <a:pt x="452247" y="310706"/>
                  </a:cubicBezTo>
                  <a:cubicBezTo>
                    <a:pt x="452247" y="300228"/>
                    <a:pt x="443770" y="291656"/>
                    <a:pt x="433197" y="291656"/>
                  </a:cubicBezTo>
                  <a:close/>
                  <a:moveTo>
                    <a:pt x="369665" y="291656"/>
                  </a:moveTo>
                  <a:lnTo>
                    <a:pt x="369189" y="291656"/>
                  </a:lnTo>
                  <a:cubicBezTo>
                    <a:pt x="358616" y="291656"/>
                    <a:pt x="350330" y="300228"/>
                    <a:pt x="350330" y="310706"/>
                  </a:cubicBezTo>
                  <a:cubicBezTo>
                    <a:pt x="350330" y="321183"/>
                    <a:pt x="359092" y="329756"/>
                    <a:pt x="369665" y="329756"/>
                  </a:cubicBezTo>
                  <a:cubicBezTo>
                    <a:pt x="380238" y="329756"/>
                    <a:pt x="388715" y="321183"/>
                    <a:pt x="388715" y="310706"/>
                  </a:cubicBezTo>
                  <a:cubicBezTo>
                    <a:pt x="388715" y="300228"/>
                    <a:pt x="380143" y="291656"/>
                    <a:pt x="369665" y="291656"/>
                  </a:cubicBezTo>
                  <a:close/>
                  <a:moveTo>
                    <a:pt x="259080" y="165068"/>
                  </a:moveTo>
                  <a:lnTo>
                    <a:pt x="308229" y="115919"/>
                  </a:lnTo>
                  <a:lnTo>
                    <a:pt x="357378" y="165068"/>
                  </a:lnTo>
                  <a:cubicBezTo>
                    <a:pt x="360236" y="167831"/>
                    <a:pt x="363855" y="169259"/>
                    <a:pt x="367475" y="169259"/>
                  </a:cubicBezTo>
                  <a:cubicBezTo>
                    <a:pt x="371094" y="169259"/>
                    <a:pt x="374809" y="167831"/>
                    <a:pt x="377571" y="165068"/>
                  </a:cubicBezTo>
                  <a:cubicBezTo>
                    <a:pt x="383191" y="159544"/>
                    <a:pt x="383191" y="150495"/>
                    <a:pt x="377571" y="144875"/>
                  </a:cubicBezTo>
                  <a:lnTo>
                    <a:pt x="318326" y="85630"/>
                  </a:lnTo>
                  <a:cubicBezTo>
                    <a:pt x="312706" y="80010"/>
                    <a:pt x="303752" y="80010"/>
                    <a:pt x="298133" y="85630"/>
                  </a:cubicBezTo>
                  <a:lnTo>
                    <a:pt x="238887" y="144875"/>
                  </a:lnTo>
                  <a:cubicBezTo>
                    <a:pt x="233267" y="150495"/>
                    <a:pt x="233267" y="159544"/>
                    <a:pt x="238887" y="165068"/>
                  </a:cubicBezTo>
                  <a:cubicBezTo>
                    <a:pt x="244412" y="170688"/>
                    <a:pt x="253460" y="170688"/>
                    <a:pt x="259080" y="165068"/>
                  </a:cubicBezTo>
                  <a:close/>
                  <a:moveTo>
                    <a:pt x="357378" y="456343"/>
                  </a:moveTo>
                  <a:lnTo>
                    <a:pt x="308229" y="505492"/>
                  </a:lnTo>
                  <a:lnTo>
                    <a:pt x="259080" y="456343"/>
                  </a:lnTo>
                  <a:cubicBezTo>
                    <a:pt x="253460" y="450723"/>
                    <a:pt x="244412" y="450723"/>
                    <a:pt x="238887" y="456343"/>
                  </a:cubicBezTo>
                  <a:cubicBezTo>
                    <a:pt x="233267" y="461867"/>
                    <a:pt x="233267" y="470916"/>
                    <a:pt x="238887" y="476536"/>
                  </a:cubicBezTo>
                  <a:lnTo>
                    <a:pt x="298133" y="535781"/>
                  </a:lnTo>
                  <a:cubicBezTo>
                    <a:pt x="300895" y="538639"/>
                    <a:pt x="304610" y="539972"/>
                    <a:pt x="308229" y="539972"/>
                  </a:cubicBezTo>
                  <a:cubicBezTo>
                    <a:pt x="311849" y="539972"/>
                    <a:pt x="315563" y="538639"/>
                    <a:pt x="318326" y="535781"/>
                  </a:cubicBezTo>
                  <a:lnTo>
                    <a:pt x="377571" y="476536"/>
                  </a:lnTo>
                  <a:cubicBezTo>
                    <a:pt x="383191" y="470916"/>
                    <a:pt x="383191" y="461867"/>
                    <a:pt x="377571" y="456343"/>
                  </a:cubicBezTo>
                  <a:cubicBezTo>
                    <a:pt x="372046" y="450723"/>
                    <a:pt x="362998" y="450723"/>
                    <a:pt x="357378" y="456343"/>
                  </a:cubicBezTo>
                  <a:close/>
                  <a:moveTo>
                    <a:pt x="308229" y="416433"/>
                  </a:moveTo>
                  <a:cubicBezTo>
                    <a:pt x="297752" y="416433"/>
                    <a:pt x="289179" y="425196"/>
                    <a:pt x="289179" y="435674"/>
                  </a:cubicBezTo>
                  <a:cubicBezTo>
                    <a:pt x="289179" y="446151"/>
                    <a:pt x="297752" y="454724"/>
                    <a:pt x="308229" y="454724"/>
                  </a:cubicBezTo>
                  <a:cubicBezTo>
                    <a:pt x="318707" y="454724"/>
                    <a:pt x="327279" y="446246"/>
                    <a:pt x="327279" y="435674"/>
                  </a:cubicBezTo>
                  <a:lnTo>
                    <a:pt x="327279" y="435197"/>
                  </a:lnTo>
                  <a:cubicBezTo>
                    <a:pt x="327279" y="424720"/>
                    <a:pt x="318707" y="416433"/>
                    <a:pt x="308229" y="416433"/>
                  </a:cubicBezTo>
                  <a:close/>
                  <a:moveTo>
                    <a:pt x="327279" y="371666"/>
                  </a:moveTo>
                  <a:cubicBezTo>
                    <a:pt x="327279" y="361093"/>
                    <a:pt x="318707" y="352806"/>
                    <a:pt x="308229" y="352806"/>
                  </a:cubicBezTo>
                  <a:cubicBezTo>
                    <a:pt x="297752" y="352806"/>
                    <a:pt x="289179" y="361569"/>
                    <a:pt x="289179" y="372142"/>
                  </a:cubicBezTo>
                  <a:cubicBezTo>
                    <a:pt x="289179" y="382715"/>
                    <a:pt x="297752" y="391192"/>
                    <a:pt x="308229" y="391192"/>
                  </a:cubicBezTo>
                  <a:cubicBezTo>
                    <a:pt x="318707" y="391192"/>
                    <a:pt x="327279" y="382619"/>
                    <a:pt x="327279" y="372142"/>
                  </a:cubicBezTo>
                  <a:lnTo>
                    <a:pt x="327279" y="371666"/>
                  </a:lnTo>
                  <a:close/>
                  <a:moveTo>
                    <a:pt x="308229" y="166688"/>
                  </a:moveTo>
                  <a:cubicBezTo>
                    <a:pt x="297752" y="166688"/>
                    <a:pt x="289179" y="175165"/>
                    <a:pt x="289179" y="185738"/>
                  </a:cubicBezTo>
                  <a:lnTo>
                    <a:pt x="289179" y="186214"/>
                  </a:lnTo>
                  <a:cubicBezTo>
                    <a:pt x="289179" y="196691"/>
                    <a:pt x="297752" y="204978"/>
                    <a:pt x="308229" y="204978"/>
                  </a:cubicBezTo>
                  <a:cubicBezTo>
                    <a:pt x="318707" y="204978"/>
                    <a:pt x="327279" y="196215"/>
                    <a:pt x="327279" y="185738"/>
                  </a:cubicBezTo>
                  <a:cubicBezTo>
                    <a:pt x="327279" y="175260"/>
                    <a:pt x="318707" y="166688"/>
                    <a:pt x="308229" y="166688"/>
                  </a:cubicBezTo>
                  <a:close/>
                  <a:moveTo>
                    <a:pt x="308229" y="230219"/>
                  </a:moveTo>
                  <a:cubicBezTo>
                    <a:pt x="297752" y="230219"/>
                    <a:pt x="289179" y="238792"/>
                    <a:pt x="289179" y="249269"/>
                  </a:cubicBezTo>
                  <a:lnTo>
                    <a:pt x="289179" y="249746"/>
                  </a:lnTo>
                  <a:cubicBezTo>
                    <a:pt x="289179" y="260318"/>
                    <a:pt x="297752" y="268605"/>
                    <a:pt x="308229" y="268605"/>
                  </a:cubicBezTo>
                  <a:cubicBezTo>
                    <a:pt x="318707" y="268605"/>
                    <a:pt x="327279" y="259842"/>
                    <a:pt x="327279" y="249269"/>
                  </a:cubicBezTo>
                  <a:cubicBezTo>
                    <a:pt x="327279" y="238697"/>
                    <a:pt x="318707" y="230219"/>
                    <a:pt x="308229" y="230219"/>
                  </a:cubicBezTo>
                  <a:close/>
                  <a:moveTo>
                    <a:pt x="247269" y="329756"/>
                  </a:moveTo>
                  <a:cubicBezTo>
                    <a:pt x="257842" y="329756"/>
                    <a:pt x="266129" y="321183"/>
                    <a:pt x="266129" y="310706"/>
                  </a:cubicBezTo>
                  <a:cubicBezTo>
                    <a:pt x="266129" y="300228"/>
                    <a:pt x="257366" y="291656"/>
                    <a:pt x="246793" y="291656"/>
                  </a:cubicBezTo>
                  <a:cubicBezTo>
                    <a:pt x="236220" y="291656"/>
                    <a:pt x="227743" y="300228"/>
                    <a:pt x="227743" y="310706"/>
                  </a:cubicBezTo>
                  <a:cubicBezTo>
                    <a:pt x="227743" y="321183"/>
                    <a:pt x="236315" y="329756"/>
                    <a:pt x="246793" y="329756"/>
                  </a:cubicBezTo>
                  <a:lnTo>
                    <a:pt x="247269" y="329756"/>
                  </a:lnTo>
                  <a:close/>
                  <a:moveTo>
                    <a:pt x="183261" y="291656"/>
                  </a:moveTo>
                  <a:cubicBezTo>
                    <a:pt x="172688" y="291656"/>
                    <a:pt x="164211" y="300228"/>
                    <a:pt x="164211" y="310706"/>
                  </a:cubicBezTo>
                  <a:cubicBezTo>
                    <a:pt x="164211" y="321183"/>
                    <a:pt x="172688" y="329756"/>
                    <a:pt x="183261" y="329756"/>
                  </a:cubicBezTo>
                  <a:lnTo>
                    <a:pt x="183737" y="329756"/>
                  </a:lnTo>
                  <a:cubicBezTo>
                    <a:pt x="194215" y="329756"/>
                    <a:pt x="202502" y="321183"/>
                    <a:pt x="202502" y="310706"/>
                  </a:cubicBezTo>
                  <a:cubicBezTo>
                    <a:pt x="202502" y="300228"/>
                    <a:pt x="193739" y="291656"/>
                    <a:pt x="183261" y="291656"/>
                  </a:cubicBezTo>
                  <a:close/>
                  <a:moveTo>
                    <a:pt x="113443" y="310706"/>
                  </a:moveTo>
                  <a:lnTo>
                    <a:pt x="162592" y="261557"/>
                  </a:lnTo>
                  <a:cubicBezTo>
                    <a:pt x="165354" y="258699"/>
                    <a:pt x="166783" y="255080"/>
                    <a:pt x="166783" y="251460"/>
                  </a:cubicBezTo>
                  <a:cubicBezTo>
                    <a:pt x="166783" y="247841"/>
                    <a:pt x="165354" y="244126"/>
                    <a:pt x="162592" y="241364"/>
                  </a:cubicBezTo>
                  <a:cubicBezTo>
                    <a:pt x="157067" y="235744"/>
                    <a:pt x="148019" y="235744"/>
                    <a:pt x="142399" y="241364"/>
                  </a:cubicBezTo>
                  <a:lnTo>
                    <a:pt x="83153" y="300609"/>
                  </a:lnTo>
                  <a:cubicBezTo>
                    <a:pt x="77533" y="306229"/>
                    <a:pt x="77533" y="315182"/>
                    <a:pt x="83153" y="320802"/>
                  </a:cubicBezTo>
                  <a:lnTo>
                    <a:pt x="142399" y="380048"/>
                  </a:lnTo>
                  <a:cubicBezTo>
                    <a:pt x="148019" y="385667"/>
                    <a:pt x="157067" y="385667"/>
                    <a:pt x="162592" y="380048"/>
                  </a:cubicBezTo>
                  <a:cubicBezTo>
                    <a:pt x="168212" y="374523"/>
                    <a:pt x="168212" y="365474"/>
                    <a:pt x="162592" y="359855"/>
                  </a:cubicBezTo>
                  <a:lnTo>
                    <a:pt x="113443" y="310706"/>
                  </a:lnTo>
                  <a:close/>
                  <a:moveTo>
                    <a:pt x="433197" y="291656"/>
                  </a:moveTo>
                  <a:lnTo>
                    <a:pt x="432721" y="291656"/>
                  </a:lnTo>
                  <a:cubicBezTo>
                    <a:pt x="422243" y="291656"/>
                    <a:pt x="413957" y="300228"/>
                    <a:pt x="413957" y="310706"/>
                  </a:cubicBezTo>
                  <a:cubicBezTo>
                    <a:pt x="413957" y="321183"/>
                    <a:pt x="422719" y="329756"/>
                    <a:pt x="433197" y="329756"/>
                  </a:cubicBezTo>
                  <a:cubicBezTo>
                    <a:pt x="443675" y="329756"/>
                    <a:pt x="452247" y="321183"/>
                    <a:pt x="452247" y="310706"/>
                  </a:cubicBezTo>
                  <a:cubicBezTo>
                    <a:pt x="452247" y="300228"/>
                    <a:pt x="443770" y="291656"/>
                    <a:pt x="433197" y="291656"/>
                  </a:cubicBezTo>
                  <a:close/>
                  <a:moveTo>
                    <a:pt x="533305" y="300609"/>
                  </a:moveTo>
                  <a:lnTo>
                    <a:pt x="474059" y="241364"/>
                  </a:lnTo>
                  <a:cubicBezTo>
                    <a:pt x="468440" y="235744"/>
                    <a:pt x="459391" y="235744"/>
                    <a:pt x="453866" y="241364"/>
                  </a:cubicBezTo>
                  <a:cubicBezTo>
                    <a:pt x="448246" y="246888"/>
                    <a:pt x="448246" y="255937"/>
                    <a:pt x="453866" y="261557"/>
                  </a:cubicBezTo>
                  <a:lnTo>
                    <a:pt x="503015" y="310706"/>
                  </a:lnTo>
                  <a:lnTo>
                    <a:pt x="453866" y="359855"/>
                  </a:lnTo>
                  <a:cubicBezTo>
                    <a:pt x="448246" y="365474"/>
                    <a:pt x="448246" y="374523"/>
                    <a:pt x="453866" y="380048"/>
                  </a:cubicBezTo>
                  <a:cubicBezTo>
                    <a:pt x="459391" y="385667"/>
                    <a:pt x="468440" y="385667"/>
                    <a:pt x="474059" y="380048"/>
                  </a:cubicBezTo>
                  <a:lnTo>
                    <a:pt x="533305" y="320802"/>
                  </a:lnTo>
                  <a:cubicBezTo>
                    <a:pt x="536162" y="318040"/>
                    <a:pt x="537496" y="314325"/>
                    <a:pt x="537496" y="310706"/>
                  </a:cubicBezTo>
                  <a:cubicBezTo>
                    <a:pt x="537496" y="307086"/>
                    <a:pt x="536162" y="303371"/>
                    <a:pt x="533305" y="300609"/>
                  </a:cubicBezTo>
                  <a:close/>
                  <a:moveTo>
                    <a:pt x="162592" y="359855"/>
                  </a:moveTo>
                  <a:lnTo>
                    <a:pt x="113443" y="310706"/>
                  </a:lnTo>
                  <a:lnTo>
                    <a:pt x="162592" y="261557"/>
                  </a:lnTo>
                  <a:cubicBezTo>
                    <a:pt x="165354" y="258699"/>
                    <a:pt x="166783" y="255080"/>
                    <a:pt x="166783" y="251460"/>
                  </a:cubicBezTo>
                  <a:cubicBezTo>
                    <a:pt x="166783" y="247841"/>
                    <a:pt x="165354" y="244126"/>
                    <a:pt x="162592" y="241364"/>
                  </a:cubicBezTo>
                  <a:cubicBezTo>
                    <a:pt x="157067" y="235744"/>
                    <a:pt x="148019" y="235744"/>
                    <a:pt x="142399" y="241364"/>
                  </a:cubicBezTo>
                  <a:lnTo>
                    <a:pt x="83153" y="300609"/>
                  </a:lnTo>
                  <a:cubicBezTo>
                    <a:pt x="77533" y="306229"/>
                    <a:pt x="77533" y="315182"/>
                    <a:pt x="83153" y="320802"/>
                  </a:cubicBezTo>
                  <a:lnTo>
                    <a:pt x="142399" y="380048"/>
                  </a:lnTo>
                  <a:cubicBezTo>
                    <a:pt x="148019" y="385667"/>
                    <a:pt x="157067" y="385667"/>
                    <a:pt x="162592" y="380048"/>
                  </a:cubicBezTo>
                  <a:cubicBezTo>
                    <a:pt x="168212" y="374523"/>
                    <a:pt x="168212" y="365474"/>
                    <a:pt x="162592" y="359855"/>
                  </a:cubicBezTo>
                  <a:close/>
                  <a:moveTo>
                    <a:pt x="369665" y="291656"/>
                  </a:moveTo>
                  <a:lnTo>
                    <a:pt x="369189" y="291656"/>
                  </a:lnTo>
                  <a:cubicBezTo>
                    <a:pt x="358616" y="291656"/>
                    <a:pt x="350330" y="300228"/>
                    <a:pt x="350330" y="310706"/>
                  </a:cubicBezTo>
                  <a:cubicBezTo>
                    <a:pt x="350330" y="321183"/>
                    <a:pt x="359092" y="329756"/>
                    <a:pt x="369665" y="329756"/>
                  </a:cubicBezTo>
                  <a:cubicBezTo>
                    <a:pt x="380238" y="329756"/>
                    <a:pt x="388715" y="321183"/>
                    <a:pt x="388715" y="310706"/>
                  </a:cubicBezTo>
                  <a:cubicBezTo>
                    <a:pt x="388715" y="300228"/>
                    <a:pt x="380143" y="291656"/>
                    <a:pt x="369665" y="291656"/>
                  </a:cubicBezTo>
                  <a:close/>
                  <a:moveTo>
                    <a:pt x="246793" y="291656"/>
                  </a:moveTo>
                  <a:cubicBezTo>
                    <a:pt x="236315" y="291656"/>
                    <a:pt x="227743" y="300228"/>
                    <a:pt x="227743" y="310706"/>
                  </a:cubicBezTo>
                  <a:cubicBezTo>
                    <a:pt x="227743" y="321183"/>
                    <a:pt x="236315" y="329756"/>
                    <a:pt x="246793" y="329756"/>
                  </a:cubicBezTo>
                  <a:lnTo>
                    <a:pt x="247269" y="329756"/>
                  </a:lnTo>
                  <a:cubicBezTo>
                    <a:pt x="257842" y="329756"/>
                    <a:pt x="266129" y="321183"/>
                    <a:pt x="266129" y="310706"/>
                  </a:cubicBezTo>
                  <a:cubicBezTo>
                    <a:pt x="266129" y="300228"/>
                    <a:pt x="257366" y="291656"/>
                    <a:pt x="246793" y="291656"/>
                  </a:cubicBezTo>
                  <a:close/>
                  <a:moveTo>
                    <a:pt x="183261" y="291656"/>
                  </a:moveTo>
                  <a:cubicBezTo>
                    <a:pt x="172688" y="291656"/>
                    <a:pt x="164211" y="300228"/>
                    <a:pt x="164211" y="310706"/>
                  </a:cubicBezTo>
                  <a:cubicBezTo>
                    <a:pt x="164211" y="321183"/>
                    <a:pt x="172688" y="329756"/>
                    <a:pt x="183261" y="329756"/>
                  </a:cubicBezTo>
                  <a:lnTo>
                    <a:pt x="183737" y="329756"/>
                  </a:lnTo>
                  <a:cubicBezTo>
                    <a:pt x="194215" y="329756"/>
                    <a:pt x="202502" y="321183"/>
                    <a:pt x="202502" y="310706"/>
                  </a:cubicBezTo>
                  <a:cubicBezTo>
                    <a:pt x="202502" y="300228"/>
                    <a:pt x="193739" y="291656"/>
                    <a:pt x="183261" y="291656"/>
                  </a:cubicBezTo>
                  <a:close/>
                  <a:moveTo>
                    <a:pt x="308229" y="230219"/>
                  </a:moveTo>
                  <a:cubicBezTo>
                    <a:pt x="297752" y="230219"/>
                    <a:pt x="289179" y="238792"/>
                    <a:pt x="289179" y="249269"/>
                  </a:cubicBezTo>
                  <a:lnTo>
                    <a:pt x="289179" y="249746"/>
                  </a:lnTo>
                  <a:cubicBezTo>
                    <a:pt x="289179" y="260318"/>
                    <a:pt x="297752" y="268605"/>
                    <a:pt x="308229" y="268605"/>
                  </a:cubicBezTo>
                  <a:cubicBezTo>
                    <a:pt x="318707" y="268605"/>
                    <a:pt x="327279" y="259842"/>
                    <a:pt x="327279" y="249269"/>
                  </a:cubicBezTo>
                  <a:cubicBezTo>
                    <a:pt x="327279" y="238697"/>
                    <a:pt x="318707" y="230219"/>
                    <a:pt x="308229" y="230219"/>
                  </a:cubicBezTo>
                  <a:close/>
                  <a:moveTo>
                    <a:pt x="308229" y="166688"/>
                  </a:moveTo>
                  <a:cubicBezTo>
                    <a:pt x="297752" y="166688"/>
                    <a:pt x="289179" y="175165"/>
                    <a:pt x="289179" y="185738"/>
                  </a:cubicBezTo>
                  <a:lnTo>
                    <a:pt x="289179" y="186214"/>
                  </a:lnTo>
                  <a:cubicBezTo>
                    <a:pt x="289179" y="196691"/>
                    <a:pt x="297752" y="204978"/>
                    <a:pt x="308229" y="204978"/>
                  </a:cubicBezTo>
                  <a:cubicBezTo>
                    <a:pt x="318707" y="204978"/>
                    <a:pt x="327279" y="196215"/>
                    <a:pt x="327279" y="185738"/>
                  </a:cubicBezTo>
                  <a:cubicBezTo>
                    <a:pt x="327279" y="175260"/>
                    <a:pt x="318707" y="166688"/>
                    <a:pt x="308229" y="166688"/>
                  </a:cubicBezTo>
                  <a:close/>
                  <a:moveTo>
                    <a:pt x="377571" y="456343"/>
                  </a:moveTo>
                  <a:cubicBezTo>
                    <a:pt x="372046" y="450723"/>
                    <a:pt x="362998" y="450723"/>
                    <a:pt x="357378" y="456343"/>
                  </a:cubicBezTo>
                  <a:lnTo>
                    <a:pt x="308229" y="505492"/>
                  </a:lnTo>
                  <a:lnTo>
                    <a:pt x="259080" y="456343"/>
                  </a:lnTo>
                  <a:cubicBezTo>
                    <a:pt x="253460" y="450723"/>
                    <a:pt x="244412" y="450723"/>
                    <a:pt x="238887" y="456343"/>
                  </a:cubicBezTo>
                  <a:cubicBezTo>
                    <a:pt x="233267" y="461867"/>
                    <a:pt x="233267" y="470916"/>
                    <a:pt x="238887" y="476536"/>
                  </a:cubicBezTo>
                  <a:lnTo>
                    <a:pt x="298133" y="535781"/>
                  </a:lnTo>
                  <a:cubicBezTo>
                    <a:pt x="300895" y="538639"/>
                    <a:pt x="304610" y="539972"/>
                    <a:pt x="308229" y="539972"/>
                  </a:cubicBezTo>
                  <a:cubicBezTo>
                    <a:pt x="311849" y="539972"/>
                    <a:pt x="315563" y="538639"/>
                    <a:pt x="318326" y="535781"/>
                  </a:cubicBezTo>
                  <a:lnTo>
                    <a:pt x="377571" y="476536"/>
                  </a:lnTo>
                  <a:cubicBezTo>
                    <a:pt x="383191" y="470916"/>
                    <a:pt x="383191" y="461867"/>
                    <a:pt x="377571" y="456343"/>
                  </a:cubicBezTo>
                  <a:close/>
                  <a:moveTo>
                    <a:pt x="308229" y="416433"/>
                  </a:moveTo>
                  <a:cubicBezTo>
                    <a:pt x="297752" y="416433"/>
                    <a:pt x="289179" y="425196"/>
                    <a:pt x="289179" y="435674"/>
                  </a:cubicBezTo>
                  <a:cubicBezTo>
                    <a:pt x="289179" y="446151"/>
                    <a:pt x="297752" y="454724"/>
                    <a:pt x="308229" y="454724"/>
                  </a:cubicBezTo>
                  <a:cubicBezTo>
                    <a:pt x="318707" y="454724"/>
                    <a:pt x="327279" y="446246"/>
                    <a:pt x="327279" y="435674"/>
                  </a:cubicBezTo>
                  <a:lnTo>
                    <a:pt x="327279" y="435197"/>
                  </a:lnTo>
                  <a:cubicBezTo>
                    <a:pt x="327279" y="424720"/>
                    <a:pt x="318707" y="416433"/>
                    <a:pt x="308229" y="416433"/>
                  </a:cubicBezTo>
                  <a:close/>
                  <a:moveTo>
                    <a:pt x="377571" y="144875"/>
                  </a:moveTo>
                  <a:lnTo>
                    <a:pt x="318326" y="85630"/>
                  </a:lnTo>
                  <a:cubicBezTo>
                    <a:pt x="312706" y="80010"/>
                    <a:pt x="303752" y="80010"/>
                    <a:pt x="298133" y="85630"/>
                  </a:cubicBezTo>
                  <a:lnTo>
                    <a:pt x="238887" y="144875"/>
                  </a:lnTo>
                  <a:cubicBezTo>
                    <a:pt x="233267" y="150495"/>
                    <a:pt x="233267" y="159544"/>
                    <a:pt x="238887" y="165068"/>
                  </a:cubicBezTo>
                  <a:cubicBezTo>
                    <a:pt x="244412" y="170688"/>
                    <a:pt x="253460" y="170688"/>
                    <a:pt x="259080" y="165068"/>
                  </a:cubicBezTo>
                  <a:lnTo>
                    <a:pt x="308229" y="115919"/>
                  </a:lnTo>
                  <a:lnTo>
                    <a:pt x="357378" y="165068"/>
                  </a:lnTo>
                  <a:cubicBezTo>
                    <a:pt x="360236" y="167831"/>
                    <a:pt x="363855" y="169259"/>
                    <a:pt x="367475" y="169259"/>
                  </a:cubicBezTo>
                  <a:cubicBezTo>
                    <a:pt x="371094" y="169259"/>
                    <a:pt x="374809" y="167831"/>
                    <a:pt x="377571" y="165068"/>
                  </a:cubicBezTo>
                  <a:cubicBezTo>
                    <a:pt x="383191" y="159544"/>
                    <a:pt x="383191" y="150495"/>
                    <a:pt x="377571" y="144875"/>
                  </a:cubicBezTo>
                  <a:close/>
                  <a:moveTo>
                    <a:pt x="308229" y="352806"/>
                  </a:moveTo>
                  <a:cubicBezTo>
                    <a:pt x="297752" y="352806"/>
                    <a:pt x="289179" y="361569"/>
                    <a:pt x="289179" y="372142"/>
                  </a:cubicBezTo>
                  <a:cubicBezTo>
                    <a:pt x="289179" y="382715"/>
                    <a:pt x="297752" y="391192"/>
                    <a:pt x="308229" y="391192"/>
                  </a:cubicBezTo>
                  <a:cubicBezTo>
                    <a:pt x="318707" y="391192"/>
                    <a:pt x="327279" y="382619"/>
                    <a:pt x="327279" y="372142"/>
                  </a:cubicBezTo>
                  <a:lnTo>
                    <a:pt x="327279" y="371666"/>
                  </a:lnTo>
                  <a:cubicBezTo>
                    <a:pt x="327279" y="361093"/>
                    <a:pt x="318707" y="352806"/>
                    <a:pt x="308229" y="352806"/>
                  </a:cubicBezTo>
                  <a:close/>
                  <a:moveTo>
                    <a:pt x="533305" y="300609"/>
                  </a:moveTo>
                  <a:lnTo>
                    <a:pt x="474059" y="241364"/>
                  </a:lnTo>
                  <a:cubicBezTo>
                    <a:pt x="468440" y="235744"/>
                    <a:pt x="459391" y="235744"/>
                    <a:pt x="453866" y="241364"/>
                  </a:cubicBezTo>
                  <a:cubicBezTo>
                    <a:pt x="448246" y="246888"/>
                    <a:pt x="448246" y="255937"/>
                    <a:pt x="453866" y="261557"/>
                  </a:cubicBezTo>
                  <a:lnTo>
                    <a:pt x="503015" y="310706"/>
                  </a:lnTo>
                  <a:lnTo>
                    <a:pt x="453866" y="359855"/>
                  </a:lnTo>
                  <a:cubicBezTo>
                    <a:pt x="448246" y="365474"/>
                    <a:pt x="448246" y="374523"/>
                    <a:pt x="453866" y="380048"/>
                  </a:cubicBezTo>
                  <a:cubicBezTo>
                    <a:pt x="459391" y="385667"/>
                    <a:pt x="468440" y="385667"/>
                    <a:pt x="474059" y="380048"/>
                  </a:cubicBezTo>
                  <a:lnTo>
                    <a:pt x="533305" y="320802"/>
                  </a:lnTo>
                  <a:cubicBezTo>
                    <a:pt x="536162" y="318040"/>
                    <a:pt x="537496" y="314325"/>
                    <a:pt x="537496" y="310706"/>
                  </a:cubicBezTo>
                  <a:cubicBezTo>
                    <a:pt x="537496" y="307086"/>
                    <a:pt x="536162" y="303371"/>
                    <a:pt x="533305" y="300609"/>
                  </a:cubicBezTo>
                  <a:close/>
                  <a:moveTo>
                    <a:pt x="433197" y="291656"/>
                  </a:moveTo>
                  <a:lnTo>
                    <a:pt x="432721" y="291656"/>
                  </a:lnTo>
                  <a:cubicBezTo>
                    <a:pt x="422243" y="291656"/>
                    <a:pt x="413957" y="300228"/>
                    <a:pt x="413957" y="310706"/>
                  </a:cubicBezTo>
                  <a:cubicBezTo>
                    <a:pt x="413957" y="321183"/>
                    <a:pt x="422719" y="329756"/>
                    <a:pt x="433197" y="329756"/>
                  </a:cubicBezTo>
                  <a:cubicBezTo>
                    <a:pt x="443675" y="329756"/>
                    <a:pt x="452247" y="321183"/>
                    <a:pt x="452247" y="310706"/>
                  </a:cubicBezTo>
                  <a:cubicBezTo>
                    <a:pt x="452247" y="300228"/>
                    <a:pt x="443770" y="291656"/>
                    <a:pt x="433197" y="291656"/>
                  </a:cubicBezTo>
                  <a:close/>
                  <a:moveTo>
                    <a:pt x="369665" y="291656"/>
                  </a:moveTo>
                  <a:lnTo>
                    <a:pt x="369189" y="291656"/>
                  </a:lnTo>
                  <a:cubicBezTo>
                    <a:pt x="358616" y="291656"/>
                    <a:pt x="350330" y="300228"/>
                    <a:pt x="350330" y="310706"/>
                  </a:cubicBezTo>
                  <a:cubicBezTo>
                    <a:pt x="350330" y="321183"/>
                    <a:pt x="359092" y="329756"/>
                    <a:pt x="369665" y="329756"/>
                  </a:cubicBezTo>
                  <a:cubicBezTo>
                    <a:pt x="380238" y="329756"/>
                    <a:pt x="388715" y="321183"/>
                    <a:pt x="388715" y="310706"/>
                  </a:cubicBezTo>
                  <a:cubicBezTo>
                    <a:pt x="388715" y="300228"/>
                    <a:pt x="380143" y="291656"/>
                    <a:pt x="369665" y="291656"/>
                  </a:cubicBezTo>
                  <a:close/>
                  <a:moveTo>
                    <a:pt x="377571" y="456343"/>
                  </a:moveTo>
                  <a:cubicBezTo>
                    <a:pt x="372046" y="450723"/>
                    <a:pt x="362998" y="450723"/>
                    <a:pt x="357378" y="456343"/>
                  </a:cubicBezTo>
                  <a:lnTo>
                    <a:pt x="308229" y="505492"/>
                  </a:lnTo>
                  <a:lnTo>
                    <a:pt x="259080" y="456343"/>
                  </a:lnTo>
                  <a:cubicBezTo>
                    <a:pt x="253460" y="450723"/>
                    <a:pt x="244412" y="450723"/>
                    <a:pt x="238887" y="456343"/>
                  </a:cubicBezTo>
                  <a:cubicBezTo>
                    <a:pt x="233267" y="461867"/>
                    <a:pt x="233267" y="470916"/>
                    <a:pt x="238887" y="476536"/>
                  </a:cubicBezTo>
                  <a:lnTo>
                    <a:pt x="298133" y="535781"/>
                  </a:lnTo>
                  <a:cubicBezTo>
                    <a:pt x="300895" y="538639"/>
                    <a:pt x="304610" y="539972"/>
                    <a:pt x="308229" y="539972"/>
                  </a:cubicBezTo>
                  <a:cubicBezTo>
                    <a:pt x="311849" y="539972"/>
                    <a:pt x="315563" y="538639"/>
                    <a:pt x="318326" y="535781"/>
                  </a:cubicBezTo>
                  <a:lnTo>
                    <a:pt x="377571" y="476536"/>
                  </a:lnTo>
                  <a:cubicBezTo>
                    <a:pt x="383191" y="470916"/>
                    <a:pt x="383191" y="461867"/>
                    <a:pt x="377571" y="456343"/>
                  </a:cubicBezTo>
                  <a:close/>
                  <a:moveTo>
                    <a:pt x="246793" y="291656"/>
                  </a:moveTo>
                  <a:cubicBezTo>
                    <a:pt x="236315" y="291656"/>
                    <a:pt x="227743" y="300228"/>
                    <a:pt x="227743" y="310706"/>
                  </a:cubicBezTo>
                  <a:cubicBezTo>
                    <a:pt x="227743" y="321183"/>
                    <a:pt x="236315" y="329756"/>
                    <a:pt x="246793" y="329756"/>
                  </a:cubicBezTo>
                  <a:lnTo>
                    <a:pt x="247269" y="329756"/>
                  </a:lnTo>
                  <a:cubicBezTo>
                    <a:pt x="257842" y="329756"/>
                    <a:pt x="266129" y="321183"/>
                    <a:pt x="266129" y="310706"/>
                  </a:cubicBezTo>
                  <a:cubicBezTo>
                    <a:pt x="266129" y="300228"/>
                    <a:pt x="257366" y="291656"/>
                    <a:pt x="246793" y="291656"/>
                  </a:cubicBezTo>
                  <a:close/>
                  <a:moveTo>
                    <a:pt x="183261" y="291656"/>
                  </a:moveTo>
                  <a:cubicBezTo>
                    <a:pt x="172688" y="291656"/>
                    <a:pt x="164211" y="300228"/>
                    <a:pt x="164211" y="310706"/>
                  </a:cubicBezTo>
                  <a:cubicBezTo>
                    <a:pt x="164211" y="321183"/>
                    <a:pt x="172688" y="329756"/>
                    <a:pt x="183261" y="329756"/>
                  </a:cubicBezTo>
                  <a:lnTo>
                    <a:pt x="183737" y="329756"/>
                  </a:lnTo>
                  <a:cubicBezTo>
                    <a:pt x="194215" y="329756"/>
                    <a:pt x="202502" y="321183"/>
                    <a:pt x="202502" y="310706"/>
                  </a:cubicBezTo>
                  <a:cubicBezTo>
                    <a:pt x="202502" y="300228"/>
                    <a:pt x="193739" y="291656"/>
                    <a:pt x="183261" y="291656"/>
                  </a:cubicBezTo>
                  <a:close/>
                  <a:moveTo>
                    <a:pt x="162592" y="359855"/>
                  </a:moveTo>
                  <a:lnTo>
                    <a:pt x="113443" y="310706"/>
                  </a:lnTo>
                  <a:lnTo>
                    <a:pt x="162592" y="261557"/>
                  </a:lnTo>
                  <a:cubicBezTo>
                    <a:pt x="165354" y="258699"/>
                    <a:pt x="166783" y="255080"/>
                    <a:pt x="166783" y="251460"/>
                  </a:cubicBezTo>
                  <a:cubicBezTo>
                    <a:pt x="166783" y="247841"/>
                    <a:pt x="165354" y="244126"/>
                    <a:pt x="162592" y="241364"/>
                  </a:cubicBezTo>
                  <a:cubicBezTo>
                    <a:pt x="157067" y="235744"/>
                    <a:pt x="148019" y="235744"/>
                    <a:pt x="142399" y="241364"/>
                  </a:cubicBezTo>
                  <a:lnTo>
                    <a:pt x="83153" y="300609"/>
                  </a:lnTo>
                  <a:cubicBezTo>
                    <a:pt x="77533" y="306229"/>
                    <a:pt x="77533" y="315182"/>
                    <a:pt x="83153" y="320802"/>
                  </a:cubicBezTo>
                  <a:lnTo>
                    <a:pt x="142399" y="380048"/>
                  </a:lnTo>
                  <a:cubicBezTo>
                    <a:pt x="148019" y="385667"/>
                    <a:pt x="157067" y="385667"/>
                    <a:pt x="162592" y="380048"/>
                  </a:cubicBezTo>
                  <a:cubicBezTo>
                    <a:pt x="168212" y="374523"/>
                    <a:pt x="168212" y="365474"/>
                    <a:pt x="162592" y="359855"/>
                  </a:cubicBezTo>
                  <a:close/>
                  <a:moveTo>
                    <a:pt x="308229" y="166688"/>
                  </a:moveTo>
                  <a:cubicBezTo>
                    <a:pt x="297752" y="166688"/>
                    <a:pt x="289179" y="175165"/>
                    <a:pt x="289179" y="185738"/>
                  </a:cubicBezTo>
                  <a:lnTo>
                    <a:pt x="289179" y="186214"/>
                  </a:lnTo>
                  <a:cubicBezTo>
                    <a:pt x="289179" y="196691"/>
                    <a:pt x="297752" y="204978"/>
                    <a:pt x="308229" y="204978"/>
                  </a:cubicBezTo>
                  <a:cubicBezTo>
                    <a:pt x="318707" y="204978"/>
                    <a:pt x="327279" y="196215"/>
                    <a:pt x="327279" y="185738"/>
                  </a:cubicBezTo>
                  <a:cubicBezTo>
                    <a:pt x="327279" y="175260"/>
                    <a:pt x="318707" y="166688"/>
                    <a:pt x="308229" y="166688"/>
                  </a:cubicBezTo>
                  <a:close/>
                  <a:moveTo>
                    <a:pt x="308229" y="230219"/>
                  </a:moveTo>
                  <a:cubicBezTo>
                    <a:pt x="297752" y="230219"/>
                    <a:pt x="289179" y="238792"/>
                    <a:pt x="289179" y="249269"/>
                  </a:cubicBezTo>
                  <a:lnTo>
                    <a:pt x="289179" y="249746"/>
                  </a:lnTo>
                  <a:cubicBezTo>
                    <a:pt x="289179" y="260318"/>
                    <a:pt x="297752" y="268605"/>
                    <a:pt x="308229" y="268605"/>
                  </a:cubicBezTo>
                  <a:cubicBezTo>
                    <a:pt x="318707" y="268605"/>
                    <a:pt x="327279" y="259842"/>
                    <a:pt x="327279" y="249269"/>
                  </a:cubicBezTo>
                  <a:cubicBezTo>
                    <a:pt x="327279" y="238697"/>
                    <a:pt x="318707" y="230219"/>
                    <a:pt x="308229" y="230219"/>
                  </a:cubicBezTo>
                  <a:close/>
                  <a:moveTo>
                    <a:pt x="308229" y="416433"/>
                  </a:moveTo>
                  <a:cubicBezTo>
                    <a:pt x="297752" y="416433"/>
                    <a:pt x="289179" y="425196"/>
                    <a:pt x="289179" y="435674"/>
                  </a:cubicBezTo>
                  <a:cubicBezTo>
                    <a:pt x="289179" y="446151"/>
                    <a:pt x="297752" y="454724"/>
                    <a:pt x="308229" y="454724"/>
                  </a:cubicBezTo>
                  <a:cubicBezTo>
                    <a:pt x="318707" y="454724"/>
                    <a:pt x="327279" y="446246"/>
                    <a:pt x="327279" y="435674"/>
                  </a:cubicBezTo>
                  <a:lnTo>
                    <a:pt x="327279" y="435197"/>
                  </a:lnTo>
                  <a:cubicBezTo>
                    <a:pt x="327279" y="424720"/>
                    <a:pt x="318707" y="416433"/>
                    <a:pt x="308229" y="416433"/>
                  </a:cubicBezTo>
                  <a:close/>
                  <a:moveTo>
                    <a:pt x="308229" y="352806"/>
                  </a:moveTo>
                  <a:cubicBezTo>
                    <a:pt x="297752" y="352806"/>
                    <a:pt x="289179" y="361569"/>
                    <a:pt x="289179" y="372142"/>
                  </a:cubicBezTo>
                  <a:cubicBezTo>
                    <a:pt x="289179" y="382715"/>
                    <a:pt x="297752" y="391192"/>
                    <a:pt x="308229" y="391192"/>
                  </a:cubicBezTo>
                  <a:cubicBezTo>
                    <a:pt x="318707" y="391192"/>
                    <a:pt x="327279" y="382619"/>
                    <a:pt x="327279" y="372142"/>
                  </a:cubicBezTo>
                  <a:lnTo>
                    <a:pt x="327279" y="371666"/>
                  </a:lnTo>
                  <a:cubicBezTo>
                    <a:pt x="327279" y="361093"/>
                    <a:pt x="318707" y="352806"/>
                    <a:pt x="308229" y="352806"/>
                  </a:cubicBezTo>
                  <a:close/>
                  <a:moveTo>
                    <a:pt x="377571" y="144875"/>
                  </a:moveTo>
                  <a:lnTo>
                    <a:pt x="318326" y="85630"/>
                  </a:lnTo>
                  <a:cubicBezTo>
                    <a:pt x="312706" y="80010"/>
                    <a:pt x="303752" y="80010"/>
                    <a:pt x="298133" y="85630"/>
                  </a:cubicBezTo>
                  <a:lnTo>
                    <a:pt x="238887" y="144875"/>
                  </a:lnTo>
                  <a:cubicBezTo>
                    <a:pt x="233267" y="150495"/>
                    <a:pt x="233267" y="159544"/>
                    <a:pt x="238887" y="165068"/>
                  </a:cubicBezTo>
                  <a:cubicBezTo>
                    <a:pt x="244412" y="170688"/>
                    <a:pt x="253460" y="170688"/>
                    <a:pt x="259080" y="165068"/>
                  </a:cubicBezTo>
                  <a:lnTo>
                    <a:pt x="308229" y="115919"/>
                  </a:lnTo>
                  <a:lnTo>
                    <a:pt x="357378" y="165068"/>
                  </a:lnTo>
                  <a:cubicBezTo>
                    <a:pt x="360236" y="167831"/>
                    <a:pt x="363855" y="169259"/>
                    <a:pt x="367475" y="169259"/>
                  </a:cubicBezTo>
                  <a:cubicBezTo>
                    <a:pt x="371094" y="169259"/>
                    <a:pt x="374809" y="167831"/>
                    <a:pt x="377571" y="165068"/>
                  </a:cubicBezTo>
                  <a:cubicBezTo>
                    <a:pt x="383191" y="159544"/>
                    <a:pt x="383191" y="150495"/>
                    <a:pt x="377571" y="144875"/>
                  </a:cubicBezTo>
                  <a:close/>
                  <a:moveTo>
                    <a:pt x="533305" y="300609"/>
                  </a:moveTo>
                  <a:lnTo>
                    <a:pt x="474059" y="241364"/>
                  </a:lnTo>
                  <a:cubicBezTo>
                    <a:pt x="468440" y="235744"/>
                    <a:pt x="459391" y="235744"/>
                    <a:pt x="453866" y="241364"/>
                  </a:cubicBezTo>
                  <a:cubicBezTo>
                    <a:pt x="448246" y="246888"/>
                    <a:pt x="448246" y="255937"/>
                    <a:pt x="453866" y="261557"/>
                  </a:cubicBezTo>
                  <a:lnTo>
                    <a:pt x="503015" y="310706"/>
                  </a:lnTo>
                  <a:lnTo>
                    <a:pt x="453866" y="359855"/>
                  </a:lnTo>
                  <a:cubicBezTo>
                    <a:pt x="448246" y="365474"/>
                    <a:pt x="448246" y="374523"/>
                    <a:pt x="453866" y="380048"/>
                  </a:cubicBezTo>
                  <a:cubicBezTo>
                    <a:pt x="459391" y="385667"/>
                    <a:pt x="468440" y="385667"/>
                    <a:pt x="474059" y="380048"/>
                  </a:cubicBezTo>
                  <a:lnTo>
                    <a:pt x="533305" y="320802"/>
                  </a:lnTo>
                  <a:cubicBezTo>
                    <a:pt x="536162" y="318040"/>
                    <a:pt x="537496" y="314325"/>
                    <a:pt x="537496" y="310706"/>
                  </a:cubicBezTo>
                  <a:cubicBezTo>
                    <a:pt x="537496" y="307086"/>
                    <a:pt x="536162" y="303371"/>
                    <a:pt x="533305" y="300609"/>
                  </a:cubicBezTo>
                  <a:close/>
                  <a:moveTo>
                    <a:pt x="433197" y="291656"/>
                  </a:moveTo>
                  <a:lnTo>
                    <a:pt x="432721" y="291656"/>
                  </a:lnTo>
                  <a:cubicBezTo>
                    <a:pt x="422243" y="291656"/>
                    <a:pt x="413957" y="300228"/>
                    <a:pt x="413957" y="310706"/>
                  </a:cubicBezTo>
                  <a:cubicBezTo>
                    <a:pt x="413957" y="321183"/>
                    <a:pt x="422719" y="329756"/>
                    <a:pt x="433197" y="329756"/>
                  </a:cubicBezTo>
                  <a:cubicBezTo>
                    <a:pt x="443675" y="329756"/>
                    <a:pt x="452247" y="321183"/>
                    <a:pt x="452247" y="310706"/>
                  </a:cubicBezTo>
                  <a:cubicBezTo>
                    <a:pt x="452247" y="300228"/>
                    <a:pt x="443770" y="291656"/>
                    <a:pt x="433197" y="291656"/>
                  </a:cubicBezTo>
                  <a:close/>
                  <a:moveTo>
                    <a:pt x="369665" y="291656"/>
                  </a:moveTo>
                  <a:lnTo>
                    <a:pt x="369189" y="291656"/>
                  </a:lnTo>
                  <a:cubicBezTo>
                    <a:pt x="358616" y="291656"/>
                    <a:pt x="350330" y="300228"/>
                    <a:pt x="350330" y="310706"/>
                  </a:cubicBezTo>
                  <a:cubicBezTo>
                    <a:pt x="350330" y="321183"/>
                    <a:pt x="359092" y="329756"/>
                    <a:pt x="369665" y="329756"/>
                  </a:cubicBezTo>
                  <a:cubicBezTo>
                    <a:pt x="380238" y="329756"/>
                    <a:pt x="388715" y="321183"/>
                    <a:pt x="388715" y="310706"/>
                  </a:cubicBezTo>
                  <a:cubicBezTo>
                    <a:pt x="388715" y="300228"/>
                    <a:pt x="380143" y="291656"/>
                    <a:pt x="369665" y="291656"/>
                  </a:cubicBezTo>
                  <a:close/>
                  <a:moveTo>
                    <a:pt x="259080" y="165068"/>
                  </a:moveTo>
                  <a:lnTo>
                    <a:pt x="308229" y="115919"/>
                  </a:lnTo>
                  <a:lnTo>
                    <a:pt x="357378" y="165068"/>
                  </a:lnTo>
                  <a:cubicBezTo>
                    <a:pt x="360236" y="167831"/>
                    <a:pt x="363855" y="169259"/>
                    <a:pt x="367475" y="169259"/>
                  </a:cubicBezTo>
                  <a:cubicBezTo>
                    <a:pt x="371094" y="169259"/>
                    <a:pt x="374809" y="167831"/>
                    <a:pt x="377571" y="165068"/>
                  </a:cubicBezTo>
                  <a:cubicBezTo>
                    <a:pt x="383191" y="159544"/>
                    <a:pt x="383191" y="150495"/>
                    <a:pt x="377571" y="144875"/>
                  </a:cubicBezTo>
                  <a:lnTo>
                    <a:pt x="318326" y="85630"/>
                  </a:lnTo>
                  <a:cubicBezTo>
                    <a:pt x="312706" y="80010"/>
                    <a:pt x="303752" y="80010"/>
                    <a:pt x="298133" y="85630"/>
                  </a:cubicBezTo>
                  <a:lnTo>
                    <a:pt x="238887" y="144875"/>
                  </a:lnTo>
                  <a:cubicBezTo>
                    <a:pt x="233267" y="150495"/>
                    <a:pt x="233267" y="159544"/>
                    <a:pt x="238887" y="165068"/>
                  </a:cubicBezTo>
                  <a:cubicBezTo>
                    <a:pt x="244412" y="170688"/>
                    <a:pt x="253460" y="170688"/>
                    <a:pt x="259080" y="165068"/>
                  </a:cubicBezTo>
                  <a:close/>
                  <a:moveTo>
                    <a:pt x="357378" y="456343"/>
                  </a:moveTo>
                  <a:lnTo>
                    <a:pt x="308229" y="505492"/>
                  </a:lnTo>
                  <a:lnTo>
                    <a:pt x="259080" y="456343"/>
                  </a:lnTo>
                  <a:cubicBezTo>
                    <a:pt x="253460" y="450723"/>
                    <a:pt x="244412" y="450723"/>
                    <a:pt x="238887" y="456343"/>
                  </a:cubicBezTo>
                  <a:cubicBezTo>
                    <a:pt x="233267" y="461867"/>
                    <a:pt x="233267" y="470916"/>
                    <a:pt x="238887" y="476536"/>
                  </a:cubicBezTo>
                  <a:lnTo>
                    <a:pt x="298133" y="535781"/>
                  </a:lnTo>
                  <a:cubicBezTo>
                    <a:pt x="300895" y="538639"/>
                    <a:pt x="304610" y="539972"/>
                    <a:pt x="308229" y="539972"/>
                  </a:cubicBezTo>
                  <a:cubicBezTo>
                    <a:pt x="311849" y="539972"/>
                    <a:pt x="315563" y="538639"/>
                    <a:pt x="318326" y="535781"/>
                  </a:cubicBezTo>
                  <a:lnTo>
                    <a:pt x="377571" y="476536"/>
                  </a:lnTo>
                  <a:cubicBezTo>
                    <a:pt x="383191" y="470916"/>
                    <a:pt x="383191" y="461867"/>
                    <a:pt x="377571" y="456343"/>
                  </a:cubicBezTo>
                  <a:cubicBezTo>
                    <a:pt x="372046" y="450723"/>
                    <a:pt x="362998" y="450723"/>
                    <a:pt x="357378" y="456343"/>
                  </a:cubicBezTo>
                  <a:close/>
                  <a:moveTo>
                    <a:pt x="308229" y="416433"/>
                  </a:moveTo>
                  <a:cubicBezTo>
                    <a:pt x="297752" y="416433"/>
                    <a:pt x="289179" y="425196"/>
                    <a:pt x="289179" y="435674"/>
                  </a:cubicBezTo>
                  <a:cubicBezTo>
                    <a:pt x="289179" y="446151"/>
                    <a:pt x="297752" y="454724"/>
                    <a:pt x="308229" y="454724"/>
                  </a:cubicBezTo>
                  <a:cubicBezTo>
                    <a:pt x="318707" y="454724"/>
                    <a:pt x="327279" y="446246"/>
                    <a:pt x="327279" y="435674"/>
                  </a:cubicBezTo>
                  <a:lnTo>
                    <a:pt x="327279" y="435197"/>
                  </a:lnTo>
                  <a:cubicBezTo>
                    <a:pt x="327279" y="424720"/>
                    <a:pt x="318707" y="416433"/>
                    <a:pt x="308229" y="416433"/>
                  </a:cubicBezTo>
                  <a:close/>
                  <a:moveTo>
                    <a:pt x="327279" y="371666"/>
                  </a:moveTo>
                  <a:cubicBezTo>
                    <a:pt x="327279" y="361093"/>
                    <a:pt x="318707" y="352806"/>
                    <a:pt x="308229" y="352806"/>
                  </a:cubicBezTo>
                  <a:cubicBezTo>
                    <a:pt x="297752" y="352806"/>
                    <a:pt x="289179" y="361569"/>
                    <a:pt x="289179" y="372142"/>
                  </a:cubicBezTo>
                  <a:cubicBezTo>
                    <a:pt x="289179" y="382715"/>
                    <a:pt x="297752" y="391192"/>
                    <a:pt x="308229" y="391192"/>
                  </a:cubicBezTo>
                  <a:cubicBezTo>
                    <a:pt x="318707" y="391192"/>
                    <a:pt x="327279" y="382619"/>
                    <a:pt x="327279" y="372142"/>
                  </a:cubicBezTo>
                  <a:lnTo>
                    <a:pt x="327279" y="371666"/>
                  </a:lnTo>
                  <a:close/>
                  <a:moveTo>
                    <a:pt x="308229" y="166688"/>
                  </a:moveTo>
                  <a:cubicBezTo>
                    <a:pt x="297752" y="166688"/>
                    <a:pt x="289179" y="175165"/>
                    <a:pt x="289179" y="185738"/>
                  </a:cubicBezTo>
                  <a:lnTo>
                    <a:pt x="289179" y="186214"/>
                  </a:lnTo>
                  <a:cubicBezTo>
                    <a:pt x="289179" y="196691"/>
                    <a:pt x="297752" y="204978"/>
                    <a:pt x="308229" y="204978"/>
                  </a:cubicBezTo>
                  <a:cubicBezTo>
                    <a:pt x="318707" y="204978"/>
                    <a:pt x="327279" y="196215"/>
                    <a:pt x="327279" y="185738"/>
                  </a:cubicBezTo>
                  <a:cubicBezTo>
                    <a:pt x="327279" y="175260"/>
                    <a:pt x="318707" y="166688"/>
                    <a:pt x="308229" y="166688"/>
                  </a:cubicBezTo>
                  <a:close/>
                  <a:moveTo>
                    <a:pt x="308229" y="230219"/>
                  </a:moveTo>
                  <a:cubicBezTo>
                    <a:pt x="297752" y="230219"/>
                    <a:pt x="289179" y="238792"/>
                    <a:pt x="289179" y="249269"/>
                  </a:cubicBezTo>
                  <a:lnTo>
                    <a:pt x="289179" y="249746"/>
                  </a:lnTo>
                  <a:cubicBezTo>
                    <a:pt x="289179" y="260318"/>
                    <a:pt x="297752" y="268605"/>
                    <a:pt x="308229" y="268605"/>
                  </a:cubicBezTo>
                  <a:cubicBezTo>
                    <a:pt x="318707" y="268605"/>
                    <a:pt x="327279" y="259842"/>
                    <a:pt x="327279" y="249269"/>
                  </a:cubicBezTo>
                  <a:cubicBezTo>
                    <a:pt x="327279" y="238697"/>
                    <a:pt x="318707" y="230219"/>
                    <a:pt x="308229" y="230219"/>
                  </a:cubicBezTo>
                  <a:close/>
                  <a:moveTo>
                    <a:pt x="247269" y="329756"/>
                  </a:moveTo>
                  <a:cubicBezTo>
                    <a:pt x="257842" y="329756"/>
                    <a:pt x="266129" y="321183"/>
                    <a:pt x="266129" y="310706"/>
                  </a:cubicBezTo>
                  <a:cubicBezTo>
                    <a:pt x="266129" y="300228"/>
                    <a:pt x="257366" y="291656"/>
                    <a:pt x="246793" y="291656"/>
                  </a:cubicBezTo>
                  <a:cubicBezTo>
                    <a:pt x="236220" y="291656"/>
                    <a:pt x="227743" y="300228"/>
                    <a:pt x="227743" y="310706"/>
                  </a:cubicBezTo>
                  <a:cubicBezTo>
                    <a:pt x="227743" y="321183"/>
                    <a:pt x="236315" y="329756"/>
                    <a:pt x="246793" y="329756"/>
                  </a:cubicBezTo>
                  <a:lnTo>
                    <a:pt x="247269" y="329756"/>
                  </a:lnTo>
                  <a:close/>
                  <a:moveTo>
                    <a:pt x="183261" y="291656"/>
                  </a:moveTo>
                  <a:cubicBezTo>
                    <a:pt x="172688" y="291656"/>
                    <a:pt x="164211" y="300228"/>
                    <a:pt x="164211" y="310706"/>
                  </a:cubicBezTo>
                  <a:cubicBezTo>
                    <a:pt x="164211" y="321183"/>
                    <a:pt x="172688" y="329756"/>
                    <a:pt x="183261" y="329756"/>
                  </a:cubicBezTo>
                  <a:lnTo>
                    <a:pt x="183737" y="329756"/>
                  </a:lnTo>
                  <a:cubicBezTo>
                    <a:pt x="194215" y="329756"/>
                    <a:pt x="202502" y="321183"/>
                    <a:pt x="202502" y="310706"/>
                  </a:cubicBezTo>
                  <a:cubicBezTo>
                    <a:pt x="202502" y="300228"/>
                    <a:pt x="193739" y="291656"/>
                    <a:pt x="183261" y="291656"/>
                  </a:cubicBezTo>
                  <a:close/>
                  <a:moveTo>
                    <a:pt x="113443" y="310706"/>
                  </a:moveTo>
                  <a:lnTo>
                    <a:pt x="162592" y="261557"/>
                  </a:lnTo>
                  <a:cubicBezTo>
                    <a:pt x="165354" y="258699"/>
                    <a:pt x="166783" y="255080"/>
                    <a:pt x="166783" y="251460"/>
                  </a:cubicBezTo>
                  <a:cubicBezTo>
                    <a:pt x="166783" y="247841"/>
                    <a:pt x="165354" y="244126"/>
                    <a:pt x="162592" y="241364"/>
                  </a:cubicBezTo>
                  <a:cubicBezTo>
                    <a:pt x="157067" y="235744"/>
                    <a:pt x="148019" y="235744"/>
                    <a:pt x="142399" y="241364"/>
                  </a:cubicBezTo>
                  <a:lnTo>
                    <a:pt x="83153" y="300609"/>
                  </a:lnTo>
                  <a:cubicBezTo>
                    <a:pt x="77533" y="306229"/>
                    <a:pt x="77533" y="315182"/>
                    <a:pt x="83153" y="320802"/>
                  </a:cubicBezTo>
                  <a:lnTo>
                    <a:pt x="142399" y="380048"/>
                  </a:lnTo>
                  <a:cubicBezTo>
                    <a:pt x="148019" y="385667"/>
                    <a:pt x="157067" y="385667"/>
                    <a:pt x="162592" y="380048"/>
                  </a:cubicBezTo>
                  <a:cubicBezTo>
                    <a:pt x="168212" y="374523"/>
                    <a:pt x="168212" y="365474"/>
                    <a:pt x="162592" y="359855"/>
                  </a:cubicBezTo>
                  <a:lnTo>
                    <a:pt x="113443" y="310706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493206-F011-7C01-8D50-E81C4F306904}"/>
              </a:ext>
            </a:extLst>
          </p:cNvPr>
          <p:cNvCxnSpPr>
            <a:cxnSpLocks/>
          </p:cNvCxnSpPr>
          <p:nvPr/>
        </p:nvCxnSpPr>
        <p:spPr>
          <a:xfrm>
            <a:off x="2159061" y="5696700"/>
            <a:ext cx="19450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9F375B1-FF3D-DE5A-FADB-90D5D6BC3D95}"/>
              </a:ext>
            </a:extLst>
          </p:cNvPr>
          <p:cNvSpPr/>
          <p:nvPr/>
        </p:nvSpPr>
        <p:spPr>
          <a:xfrm>
            <a:off x="2594493" y="4935958"/>
            <a:ext cx="156946" cy="193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45E6DCA-AB64-63DB-AC06-C21700D37FDA}"/>
              </a:ext>
            </a:extLst>
          </p:cNvPr>
          <p:cNvSpPr/>
          <p:nvPr/>
        </p:nvSpPr>
        <p:spPr>
          <a:xfrm>
            <a:off x="1751540" y="1401049"/>
            <a:ext cx="2018275" cy="1041779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DC1</a:t>
            </a:r>
          </a:p>
        </p:txBody>
      </p:sp>
      <p:sp>
        <p:nvSpPr>
          <p:cNvPr id="26" name="Google Shape;209;p7">
            <a:extLst>
              <a:ext uri="{FF2B5EF4-FFF2-40B4-BE49-F238E27FC236}">
                <a16:creationId xmlns:a16="http://schemas.microsoft.com/office/drawing/2014/main" id="{33BF5A2E-464A-717D-4637-F96EB3B11309}"/>
              </a:ext>
            </a:extLst>
          </p:cNvPr>
          <p:cNvSpPr/>
          <p:nvPr/>
        </p:nvSpPr>
        <p:spPr>
          <a:xfrm>
            <a:off x="3347302" y="1679773"/>
            <a:ext cx="255041" cy="264950"/>
          </a:xfrm>
          <a:custGeom>
            <a:avLst/>
            <a:gdLst/>
            <a:ahLst/>
            <a:cxnLst/>
            <a:rect l="l" t="t" r="r" b="b"/>
            <a:pathLst>
              <a:path w="619314" h="622000" extrusionOk="0">
                <a:moveTo>
                  <a:pt x="557021" y="622000"/>
                </a:moveTo>
                <a:lnTo>
                  <a:pt x="220313" y="622000"/>
                </a:lnTo>
                <a:cubicBezTo>
                  <a:pt x="185909" y="622000"/>
                  <a:pt x="158019" y="594110"/>
                  <a:pt x="158019" y="559707"/>
                </a:cubicBezTo>
                <a:lnTo>
                  <a:pt x="158019" y="223474"/>
                </a:lnTo>
                <a:cubicBezTo>
                  <a:pt x="158072" y="189092"/>
                  <a:pt x="185930" y="161233"/>
                  <a:pt x="220313" y="161181"/>
                </a:cubicBezTo>
                <a:lnTo>
                  <a:pt x="557021" y="161181"/>
                </a:lnTo>
                <a:cubicBezTo>
                  <a:pt x="591382" y="161285"/>
                  <a:pt x="619210" y="189114"/>
                  <a:pt x="619315" y="223474"/>
                </a:cubicBezTo>
                <a:lnTo>
                  <a:pt x="619315" y="559707"/>
                </a:lnTo>
                <a:cubicBezTo>
                  <a:pt x="619263" y="594089"/>
                  <a:pt x="591404" y="621948"/>
                  <a:pt x="557021" y="622000"/>
                </a:cubicBezTo>
                <a:close/>
                <a:moveTo>
                  <a:pt x="220313" y="189756"/>
                </a:moveTo>
                <a:cubicBezTo>
                  <a:pt x="201712" y="189808"/>
                  <a:pt x="186647" y="204874"/>
                  <a:pt x="186594" y="223474"/>
                </a:cubicBezTo>
                <a:lnTo>
                  <a:pt x="186594" y="559707"/>
                </a:lnTo>
                <a:cubicBezTo>
                  <a:pt x="186647" y="578307"/>
                  <a:pt x="201712" y="593373"/>
                  <a:pt x="220313" y="593425"/>
                </a:cubicBezTo>
                <a:lnTo>
                  <a:pt x="557021" y="593425"/>
                </a:lnTo>
                <a:cubicBezTo>
                  <a:pt x="575622" y="593373"/>
                  <a:pt x="590688" y="578307"/>
                  <a:pt x="590740" y="559707"/>
                </a:cubicBezTo>
                <a:lnTo>
                  <a:pt x="590740" y="223474"/>
                </a:lnTo>
                <a:cubicBezTo>
                  <a:pt x="590688" y="204874"/>
                  <a:pt x="575622" y="189808"/>
                  <a:pt x="557021" y="189756"/>
                </a:cubicBezTo>
                <a:close/>
                <a:moveTo>
                  <a:pt x="331660" y="428547"/>
                </a:moveTo>
                <a:lnTo>
                  <a:pt x="325373" y="414736"/>
                </a:lnTo>
                <a:lnTo>
                  <a:pt x="279844" y="414736"/>
                </a:lnTo>
                <a:lnTo>
                  <a:pt x="273462" y="428547"/>
                </a:lnTo>
                <a:lnTo>
                  <a:pt x="254412" y="428547"/>
                </a:lnTo>
                <a:lnTo>
                  <a:pt x="294512" y="341870"/>
                </a:lnTo>
                <a:lnTo>
                  <a:pt x="310610" y="341870"/>
                </a:lnTo>
                <a:lnTo>
                  <a:pt x="350805" y="428547"/>
                </a:lnTo>
                <a:close/>
                <a:moveTo>
                  <a:pt x="287845" y="397401"/>
                </a:moveTo>
                <a:lnTo>
                  <a:pt x="317372" y="397401"/>
                </a:lnTo>
                <a:lnTo>
                  <a:pt x="302609" y="365587"/>
                </a:lnTo>
                <a:close/>
                <a:moveTo>
                  <a:pt x="366998" y="428547"/>
                </a:moveTo>
                <a:lnTo>
                  <a:pt x="366998" y="341870"/>
                </a:lnTo>
                <a:lnTo>
                  <a:pt x="400907" y="341870"/>
                </a:lnTo>
                <a:cubicBezTo>
                  <a:pt x="417609" y="340933"/>
                  <a:pt x="431909" y="353711"/>
                  <a:pt x="432847" y="370413"/>
                </a:cubicBezTo>
                <a:cubicBezTo>
                  <a:pt x="433784" y="387116"/>
                  <a:pt x="421004" y="401416"/>
                  <a:pt x="404302" y="402354"/>
                </a:cubicBezTo>
                <a:cubicBezTo>
                  <a:pt x="403172" y="402417"/>
                  <a:pt x="402037" y="402417"/>
                  <a:pt x="400907" y="402354"/>
                </a:cubicBezTo>
                <a:lnTo>
                  <a:pt x="384333" y="402354"/>
                </a:lnTo>
                <a:lnTo>
                  <a:pt x="384333" y="428547"/>
                </a:lnTo>
                <a:close/>
                <a:moveTo>
                  <a:pt x="384333" y="385018"/>
                </a:moveTo>
                <a:lnTo>
                  <a:pt x="400907" y="385018"/>
                </a:lnTo>
                <a:cubicBezTo>
                  <a:pt x="408034" y="385631"/>
                  <a:pt x="414310" y="380350"/>
                  <a:pt x="414923" y="373221"/>
                </a:cubicBezTo>
                <a:cubicBezTo>
                  <a:pt x="415536" y="366094"/>
                  <a:pt x="410255" y="359818"/>
                  <a:pt x="403126" y="359205"/>
                </a:cubicBezTo>
                <a:cubicBezTo>
                  <a:pt x="402388" y="359142"/>
                  <a:pt x="401645" y="359142"/>
                  <a:pt x="400907" y="359205"/>
                </a:cubicBezTo>
                <a:lnTo>
                  <a:pt x="384333" y="359205"/>
                </a:lnTo>
                <a:close/>
                <a:moveTo>
                  <a:pt x="449675" y="428547"/>
                </a:moveTo>
                <a:lnTo>
                  <a:pt x="449675" y="341870"/>
                </a:lnTo>
                <a:lnTo>
                  <a:pt x="483584" y="341870"/>
                </a:lnTo>
                <a:cubicBezTo>
                  <a:pt x="500286" y="340933"/>
                  <a:pt x="514586" y="353711"/>
                  <a:pt x="515524" y="370413"/>
                </a:cubicBezTo>
                <a:cubicBezTo>
                  <a:pt x="516461" y="387116"/>
                  <a:pt x="503681" y="401416"/>
                  <a:pt x="486979" y="402354"/>
                </a:cubicBezTo>
                <a:cubicBezTo>
                  <a:pt x="485849" y="402417"/>
                  <a:pt x="484714" y="402417"/>
                  <a:pt x="483584" y="402354"/>
                </a:cubicBezTo>
                <a:lnTo>
                  <a:pt x="467010" y="402354"/>
                </a:lnTo>
                <a:lnTo>
                  <a:pt x="467010" y="428547"/>
                </a:lnTo>
                <a:close/>
                <a:moveTo>
                  <a:pt x="467010" y="385018"/>
                </a:moveTo>
                <a:lnTo>
                  <a:pt x="483584" y="385018"/>
                </a:lnTo>
                <a:cubicBezTo>
                  <a:pt x="490711" y="385631"/>
                  <a:pt x="496987" y="380350"/>
                  <a:pt x="497600" y="373221"/>
                </a:cubicBezTo>
                <a:cubicBezTo>
                  <a:pt x="498213" y="366094"/>
                  <a:pt x="492932" y="359818"/>
                  <a:pt x="485803" y="359205"/>
                </a:cubicBezTo>
                <a:cubicBezTo>
                  <a:pt x="485065" y="359142"/>
                  <a:pt x="484322" y="359142"/>
                  <a:pt x="483584" y="359205"/>
                </a:cubicBezTo>
                <a:lnTo>
                  <a:pt x="467010" y="359205"/>
                </a:lnTo>
                <a:close/>
                <a:moveTo>
                  <a:pt x="415004" y="140988"/>
                </a:moveTo>
                <a:cubicBezTo>
                  <a:pt x="425348" y="139982"/>
                  <a:pt x="432977" y="130869"/>
                  <a:pt x="432149" y="120509"/>
                </a:cubicBezTo>
                <a:cubicBezTo>
                  <a:pt x="431860" y="116772"/>
                  <a:pt x="430430" y="113215"/>
                  <a:pt x="428053" y="110317"/>
                </a:cubicBezTo>
                <a:cubicBezTo>
                  <a:pt x="423000" y="103653"/>
                  <a:pt x="414191" y="101065"/>
                  <a:pt x="406336" y="103935"/>
                </a:cubicBezTo>
                <a:cubicBezTo>
                  <a:pt x="396465" y="107577"/>
                  <a:pt x="391415" y="118531"/>
                  <a:pt x="395055" y="128401"/>
                </a:cubicBezTo>
                <a:cubicBezTo>
                  <a:pt x="395069" y="128437"/>
                  <a:pt x="395083" y="128474"/>
                  <a:pt x="395096" y="128510"/>
                </a:cubicBezTo>
                <a:cubicBezTo>
                  <a:pt x="398030" y="136090"/>
                  <a:pt x="405352" y="141060"/>
                  <a:pt x="413480" y="140988"/>
                </a:cubicBezTo>
                <a:close/>
                <a:moveTo>
                  <a:pt x="133254" y="332821"/>
                </a:moveTo>
                <a:cubicBezTo>
                  <a:pt x="133254" y="322300"/>
                  <a:pt x="124726" y="313771"/>
                  <a:pt x="114204" y="313771"/>
                </a:cubicBezTo>
                <a:cubicBezTo>
                  <a:pt x="103683" y="313771"/>
                  <a:pt x="95154" y="322300"/>
                  <a:pt x="95154" y="332821"/>
                </a:cubicBezTo>
                <a:cubicBezTo>
                  <a:pt x="95154" y="343342"/>
                  <a:pt x="103683" y="351871"/>
                  <a:pt x="114204" y="351871"/>
                </a:cubicBezTo>
                <a:lnTo>
                  <a:pt x="114680" y="351871"/>
                </a:lnTo>
                <a:cubicBezTo>
                  <a:pt x="125015" y="351613"/>
                  <a:pt x="133257" y="343159"/>
                  <a:pt x="133254" y="332821"/>
                </a:cubicBezTo>
                <a:close/>
                <a:moveTo>
                  <a:pt x="85629" y="173849"/>
                </a:moveTo>
                <a:cubicBezTo>
                  <a:pt x="82021" y="173850"/>
                  <a:pt x="78486" y="172826"/>
                  <a:pt x="75437" y="170896"/>
                </a:cubicBezTo>
                <a:cubicBezTo>
                  <a:pt x="66844" y="165224"/>
                  <a:pt x="64312" y="153749"/>
                  <a:pt x="69722" y="144988"/>
                </a:cubicBezTo>
                <a:lnTo>
                  <a:pt x="70294" y="144036"/>
                </a:lnTo>
                <a:cubicBezTo>
                  <a:pt x="75935" y="135155"/>
                  <a:pt x="87708" y="132528"/>
                  <a:pt x="96588" y="138169"/>
                </a:cubicBezTo>
                <a:cubicBezTo>
                  <a:pt x="105469" y="143810"/>
                  <a:pt x="108096" y="155582"/>
                  <a:pt x="102455" y="164463"/>
                </a:cubicBezTo>
                <a:cubicBezTo>
                  <a:pt x="102342" y="164641"/>
                  <a:pt x="102227" y="164816"/>
                  <a:pt x="102107" y="164991"/>
                </a:cubicBezTo>
                <a:cubicBezTo>
                  <a:pt x="98350" y="170657"/>
                  <a:pt x="91950" y="174001"/>
                  <a:pt x="85153" y="173849"/>
                </a:cubicBezTo>
                <a:close/>
                <a:moveTo>
                  <a:pt x="52196" y="332535"/>
                </a:moveTo>
                <a:cubicBezTo>
                  <a:pt x="48078" y="332502"/>
                  <a:pt x="44089" y="331094"/>
                  <a:pt x="40862" y="328535"/>
                </a:cubicBezTo>
                <a:lnTo>
                  <a:pt x="39909" y="327773"/>
                </a:lnTo>
                <a:cubicBezTo>
                  <a:pt x="31729" y="321144"/>
                  <a:pt x="30471" y="309140"/>
                  <a:pt x="37099" y="300960"/>
                </a:cubicBezTo>
                <a:cubicBezTo>
                  <a:pt x="43728" y="292780"/>
                  <a:pt x="55732" y="291522"/>
                  <a:pt x="63912" y="298150"/>
                </a:cubicBezTo>
                <a:cubicBezTo>
                  <a:pt x="72143" y="304801"/>
                  <a:pt x="73579" y="316796"/>
                  <a:pt x="67151" y="325201"/>
                </a:cubicBezTo>
                <a:cubicBezTo>
                  <a:pt x="63555" y="329811"/>
                  <a:pt x="58043" y="332514"/>
                  <a:pt x="52196" y="332535"/>
                </a:cubicBezTo>
                <a:close/>
                <a:moveTo>
                  <a:pt x="18859" y="276147"/>
                </a:moveTo>
                <a:cubicBezTo>
                  <a:pt x="9704" y="276265"/>
                  <a:pt x="1843" y="269660"/>
                  <a:pt x="380" y="260622"/>
                </a:cubicBezTo>
                <a:cubicBezTo>
                  <a:pt x="335" y="260242"/>
                  <a:pt x="335" y="259859"/>
                  <a:pt x="380" y="259479"/>
                </a:cubicBezTo>
                <a:cubicBezTo>
                  <a:pt x="-1702" y="249166"/>
                  <a:pt x="4972" y="239118"/>
                  <a:pt x="15284" y="237036"/>
                </a:cubicBezTo>
                <a:cubicBezTo>
                  <a:pt x="25598" y="234955"/>
                  <a:pt x="35646" y="241627"/>
                  <a:pt x="37727" y="251940"/>
                </a:cubicBezTo>
                <a:cubicBezTo>
                  <a:pt x="37849" y="252543"/>
                  <a:pt x="37941" y="253152"/>
                  <a:pt x="38004" y="253764"/>
                </a:cubicBezTo>
                <a:cubicBezTo>
                  <a:pt x="39823" y="264126"/>
                  <a:pt x="32897" y="274001"/>
                  <a:pt x="22535" y="275820"/>
                </a:cubicBezTo>
                <a:cubicBezTo>
                  <a:pt x="22453" y="275834"/>
                  <a:pt x="22370" y="275848"/>
                  <a:pt x="22288" y="275862"/>
                </a:cubicBezTo>
                <a:close/>
                <a:moveTo>
                  <a:pt x="32289" y="212235"/>
                </a:moveTo>
                <a:cubicBezTo>
                  <a:pt x="28681" y="212236"/>
                  <a:pt x="25146" y="211212"/>
                  <a:pt x="22097" y="209282"/>
                </a:cubicBezTo>
                <a:cubicBezTo>
                  <a:pt x="13470" y="203640"/>
                  <a:pt x="10895" y="192160"/>
                  <a:pt x="16287" y="183374"/>
                </a:cubicBezTo>
                <a:cubicBezTo>
                  <a:pt x="16287" y="183374"/>
                  <a:pt x="16859" y="182421"/>
                  <a:pt x="16954" y="182421"/>
                </a:cubicBezTo>
                <a:cubicBezTo>
                  <a:pt x="22156" y="173276"/>
                  <a:pt x="33786" y="170079"/>
                  <a:pt x="42932" y="175280"/>
                </a:cubicBezTo>
                <a:cubicBezTo>
                  <a:pt x="52076" y="180481"/>
                  <a:pt x="55274" y="192112"/>
                  <a:pt x="50072" y="201257"/>
                </a:cubicBezTo>
                <a:cubicBezTo>
                  <a:pt x="49653" y="201994"/>
                  <a:pt x="49186" y="202702"/>
                  <a:pt x="48672" y="203376"/>
                </a:cubicBezTo>
                <a:cubicBezTo>
                  <a:pt x="45062" y="208911"/>
                  <a:pt x="38898" y="212244"/>
                  <a:pt x="32289" y="212235"/>
                </a:cubicBezTo>
                <a:close/>
                <a:moveTo>
                  <a:pt x="98964" y="112413"/>
                </a:moveTo>
                <a:cubicBezTo>
                  <a:pt x="88445" y="112234"/>
                  <a:pt x="80062" y="103561"/>
                  <a:pt x="80241" y="93041"/>
                </a:cubicBezTo>
                <a:cubicBezTo>
                  <a:pt x="80286" y="90458"/>
                  <a:pt x="80854" y="87910"/>
                  <a:pt x="81914" y="85552"/>
                </a:cubicBezTo>
                <a:lnTo>
                  <a:pt x="81914" y="84504"/>
                </a:lnTo>
                <a:cubicBezTo>
                  <a:pt x="86596" y="75009"/>
                  <a:pt x="98089" y="71107"/>
                  <a:pt x="107584" y="75789"/>
                </a:cubicBezTo>
                <a:cubicBezTo>
                  <a:pt x="117080" y="80471"/>
                  <a:pt x="120981" y="91963"/>
                  <a:pt x="116300" y="101459"/>
                </a:cubicBezTo>
                <a:cubicBezTo>
                  <a:pt x="112993" y="108124"/>
                  <a:pt x="106215" y="112361"/>
                  <a:pt x="98774" y="112413"/>
                </a:cubicBezTo>
                <a:close/>
                <a:moveTo>
                  <a:pt x="314705" y="73646"/>
                </a:moveTo>
                <a:cubicBezTo>
                  <a:pt x="309801" y="73626"/>
                  <a:pt x="305093" y="71716"/>
                  <a:pt x="301561" y="68312"/>
                </a:cubicBezTo>
                <a:cubicBezTo>
                  <a:pt x="293806" y="61201"/>
                  <a:pt x="293284" y="49151"/>
                  <a:pt x="300393" y="41396"/>
                </a:cubicBezTo>
                <a:cubicBezTo>
                  <a:pt x="300465" y="41319"/>
                  <a:pt x="300536" y="41242"/>
                  <a:pt x="300608" y="41166"/>
                </a:cubicBezTo>
                <a:cubicBezTo>
                  <a:pt x="307680" y="33701"/>
                  <a:pt x="319399" y="33195"/>
                  <a:pt x="327088" y="40023"/>
                </a:cubicBezTo>
                <a:lnTo>
                  <a:pt x="327945" y="40785"/>
                </a:lnTo>
                <a:cubicBezTo>
                  <a:pt x="335573" y="48030"/>
                  <a:pt x="335882" y="60089"/>
                  <a:pt x="328637" y="67717"/>
                </a:cubicBezTo>
                <a:cubicBezTo>
                  <a:pt x="325012" y="71532"/>
                  <a:pt x="319969" y="73679"/>
                  <a:pt x="314705" y="73646"/>
                </a:cubicBezTo>
                <a:close/>
                <a:moveTo>
                  <a:pt x="138969" y="63359"/>
                </a:moveTo>
                <a:cubicBezTo>
                  <a:pt x="128449" y="63286"/>
                  <a:pt x="119979" y="54698"/>
                  <a:pt x="120052" y="44177"/>
                </a:cubicBezTo>
                <a:cubicBezTo>
                  <a:pt x="120091" y="38499"/>
                  <a:pt x="122661" y="33134"/>
                  <a:pt x="127063" y="29545"/>
                </a:cubicBezTo>
                <a:lnTo>
                  <a:pt x="127825" y="29545"/>
                </a:lnTo>
                <a:cubicBezTo>
                  <a:pt x="135819" y="22705"/>
                  <a:pt x="147845" y="23641"/>
                  <a:pt x="154685" y="31634"/>
                </a:cubicBezTo>
                <a:cubicBezTo>
                  <a:pt x="161524" y="39628"/>
                  <a:pt x="160589" y="51654"/>
                  <a:pt x="152596" y="58494"/>
                </a:cubicBezTo>
                <a:cubicBezTo>
                  <a:pt x="152077" y="58938"/>
                  <a:pt x="151535" y="59354"/>
                  <a:pt x="150971" y="59739"/>
                </a:cubicBezTo>
                <a:cubicBezTo>
                  <a:pt x="147493" y="62265"/>
                  <a:pt x="143263" y="63541"/>
                  <a:pt x="138969" y="63359"/>
                </a:cubicBezTo>
                <a:close/>
                <a:moveTo>
                  <a:pt x="260127" y="41547"/>
                </a:moveTo>
                <a:cubicBezTo>
                  <a:pt x="258159" y="41542"/>
                  <a:pt x="256203" y="41253"/>
                  <a:pt x="254317" y="40689"/>
                </a:cubicBezTo>
                <a:cubicBezTo>
                  <a:pt x="244286" y="37490"/>
                  <a:pt x="238598" y="26914"/>
                  <a:pt x="241458" y="16782"/>
                </a:cubicBezTo>
                <a:cubicBezTo>
                  <a:pt x="244447" y="6958"/>
                  <a:pt x="254684" y="1270"/>
                  <a:pt x="264604" y="3923"/>
                </a:cubicBezTo>
                <a:lnTo>
                  <a:pt x="266033" y="3923"/>
                </a:lnTo>
                <a:cubicBezTo>
                  <a:pt x="276027" y="7208"/>
                  <a:pt x="281467" y="17973"/>
                  <a:pt x="278182" y="27969"/>
                </a:cubicBezTo>
                <a:cubicBezTo>
                  <a:pt x="275618" y="35772"/>
                  <a:pt x="268341" y="41052"/>
                  <a:pt x="260127" y="41070"/>
                </a:cubicBezTo>
                <a:close/>
                <a:moveTo>
                  <a:pt x="197072" y="37927"/>
                </a:moveTo>
                <a:cubicBezTo>
                  <a:pt x="187786" y="38087"/>
                  <a:pt x="179738" y="31528"/>
                  <a:pt x="178022" y="22401"/>
                </a:cubicBezTo>
                <a:cubicBezTo>
                  <a:pt x="176143" y="12252"/>
                  <a:pt x="182690" y="2453"/>
                  <a:pt x="192785" y="303"/>
                </a:cubicBezTo>
                <a:lnTo>
                  <a:pt x="193928" y="303"/>
                </a:lnTo>
                <a:cubicBezTo>
                  <a:pt x="204284" y="-1557"/>
                  <a:pt x="214186" y="5331"/>
                  <a:pt x="216046" y="15686"/>
                </a:cubicBezTo>
                <a:cubicBezTo>
                  <a:pt x="217906" y="26041"/>
                  <a:pt x="211018" y="35944"/>
                  <a:pt x="200664" y="37803"/>
                </a:cubicBezTo>
                <a:cubicBezTo>
                  <a:pt x="200609" y="37813"/>
                  <a:pt x="200555" y="37822"/>
                  <a:pt x="200501" y="37832"/>
                </a:cubicBezTo>
                <a:cubicBezTo>
                  <a:pt x="199368" y="38027"/>
                  <a:pt x="198221" y="38122"/>
                  <a:pt x="197072" y="38118"/>
                </a:cubicBezTo>
                <a:close/>
                <a:moveTo>
                  <a:pt x="350519" y="126319"/>
                </a:moveTo>
                <a:cubicBezTo>
                  <a:pt x="360905" y="125313"/>
                  <a:pt x="368547" y="116141"/>
                  <a:pt x="367665" y="105745"/>
                </a:cubicBezTo>
                <a:cubicBezTo>
                  <a:pt x="367376" y="102008"/>
                  <a:pt x="365946" y="98451"/>
                  <a:pt x="363569" y="95553"/>
                </a:cubicBezTo>
                <a:cubicBezTo>
                  <a:pt x="358490" y="88924"/>
                  <a:pt x="349686" y="86376"/>
                  <a:pt x="341852" y="89267"/>
                </a:cubicBezTo>
                <a:cubicBezTo>
                  <a:pt x="331964" y="92862"/>
                  <a:pt x="326862" y="103792"/>
                  <a:pt x="330457" y="113679"/>
                </a:cubicBezTo>
                <a:cubicBezTo>
                  <a:pt x="330477" y="113734"/>
                  <a:pt x="330497" y="113787"/>
                  <a:pt x="330517" y="113841"/>
                </a:cubicBezTo>
                <a:cubicBezTo>
                  <a:pt x="333451" y="121421"/>
                  <a:pt x="340773" y="126392"/>
                  <a:pt x="348900" y="12631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19" tIns="45697" rIns="91419" bIns="45697" anchor="ctr" anchorCtr="0">
            <a:no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Arial"/>
              <a:cs typeface="Arial"/>
              <a:sym typeface="Arial"/>
            </a:endParaRP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DCE93634-A9A2-2C63-DF05-A963EFE3D498}"/>
              </a:ext>
            </a:extLst>
          </p:cNvPr>
          <p:cNvCxnSpPr>
            <a:cxnSpLocks/>
            <a:stCxn id="54" idx="6"/>
          </p:cNvCxnSpPr>
          <p:nvPr/>
        </p:nvCxnSpPr>
        <p:spPr>
          <a:xfrm flipV="1">
            <a:off x="2980643" y="1820192"/>
            <a:ext cx="354879" cy="1165"/>
          </a:xfrm>
          <a:prstGeom prst="bentConnector3">
            <a:avLst>
              <a:gd name="adj1" fmla="val 50000"/>
            </a:avLst>
          </a:prstGeom>
          <a:ln w="12700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875B343-C9BF-D187-8F75-E7FF0529DB2F}"/>
              </a:ext>
            </a:extLst>
          </p:cNvPr>
          <p:cNvSpPr txBox="1"/>
          <p:nvPr/>
        </p:nvSpPr>
        <p:spPr>
          <a:xfrm>
            <a:off x="3171975" y="1910056"/>
            <a:ext cx="561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App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CF5FAEB-9D0D-84E5-41C7-C9018027C57D}"/>
              </a:ext>
            </a:extLst>
          </p:cNvPr>
          <p:cNvSpPr/>
          <p:nvPr/>
        </p:nvSpPr>
        <p:spPr>
          <a:xfrm>
            <a:off x="1751540" y="2480474"/>
            <a:ext cx="2018275" cy="452388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31" name="Google Shape;209;p7">
            <a:extLst>
              <a:ext uri="{FF2B5EF4-FFF2-40B4-BE49-F238E27FC236}">
                <a16:creationId xmlns:a16="http://schemas.microsoft.com/office/drawing/2014/main" id="{D9914A91-2305-BA91-9AA6-E2FB80F4A3CB}"/>
              </a:ext>
            </a:extLst>
          </p:cNvPr>
          <p:cNvSpPr/>
          <p:nvPr/>
        </p:nvSpPr>
        <p:spPr>
          <a:xfrm>
            <a:off x="2325844" y="1687716"/>
            <a:ext cx="255041" cy="264950"/>
          </a:xfrm>
          <a:custGeom>
            <a:avLst/>
            <a:gdLst/>
            <a:ahLst/>
            <a:cxnLst/>
            <a:rect l="l" t="t" r="r" b="b"/>
            <a:pathLst>
              <a:path w="619314" h="622000" extrusionOk="0">
                <a:moveTo>
                  <a:pt x="557021" y="622000"/>
                </a:moveTo>
                <a:lnTo>
                  <a:pt x="220313" y="622000"/>
                </a:lnTo>
                <a:cubicBezTo>
                  <a:pt x="185909" y="622000"/>
                  <a:pt x="158019" y="594110"/>
                  <a:pt x="158019" y="559707"/>
                </a:cubicBezTo>
                <a:lnTo>
                  <a:pt x="158019" y="223474"/>
                </a:lnTo>
                <a:cubicBezTo>
                  <a:pt x="158072" y="189092"/>
                  <a:pt x="185930" y="161233"/>
                  <a:pt x="220313" y="161181"/>
                </a:cubicBezTo>
                <a:lnTo>
                  <a:pt x="557021" y="161181"/>
                </a:lnTo>
                <a:cubicBezTo>
                  <a:pt x="591382" y="161285"/>
                  <a:pt x="619210" y="189114"/>
                  <a:pt x="619315" y="223474"/>
                </a:cubicBezTo>
                <a:lnTo>
                  <a:pt x="619315" y="559707"/>
                </a:lnTo>
                <a:cubicBezTo>
                  <a:pt x="619263" y="594089"/>
                  <a:pt x="591404" y="621948"/>
                  <a:pt x="557021" y="622000"/>
                </a:cubicBezTo>
                <a:close/>
                <a:moveTo>
                  <a:pt x="220313" y="189756"/>
                </a:moveTo>
                <a:cubicBezTo>
                  <a:pt x="201712" y="189808"/>
                  <a:pt x="186647" y="204874"/>
                  <a:pt x="186594" y="223474"/>
                </a:cubicBezTo>
                <a:lnTo>
                  <a:pt x="186594" y="559707"/>
                </a:lnTo>
                <a:cubicBezTo>
                  <a:pt x="186647" y="578307"/>
                  <a:pt x="201712" y="593373"/>
                  <a:pt x="220313" y="593425"/>
                </a:cubicBezTo>
                <a:lnTo>
                  <a:pt x="557021" y="593425"/>
                </a:lnTo>
                <a:cubicBezTo>
                  <a:pt x="575622" y="593373"/>
                  <a:pt x="590688" y="578307"/>
                  <a:pt x="590740" y="559707"/>
                </a:cubicBezTo>
                <a:lnTo>
                  <a:pt x="590740" y="223474"/>
                </a:lnTo>
                <a:cubicBezTo>
                  <a:pt x="590688" y="204874"/>
                  <a:pt x="575622" y="189808"/>
                  <a:pt x="557021" y="189756"/>
                </a:cubicBezTo>
                <a:close/>
                <a:moveTo>
                  <a:pt x="331660" y="428547"/>
                </a:moveTo>
                <a:lnTo>
                  <a:pt x="325373" y="414736"/>
                </a:lnTo>
                <a:lnTo>
                  <a:pt x="279844" y="414736"/>
                </a:lnTo>
                <a:lnTo>
                  <a:pt x="273462" y="428547"/>
                </a:lnTo>
                <a:lnTo>
                  <a:pt x="254412" y="428547"/>
                </a:lnTo>
                <a:lnTo>
                  <a:pt x="294512" y="341870"/>
                </a:lnTo>
                <a:lnTo>
                  <a:pt x="310610" y="341870"/>
                </a:lnTo>
                <a:lnTo>
                  <a:pt x="350805" y="428547"/>
                </a:lnTo>
                <a:close/>
                <a:moveTo>
                  <a:pt x="287845" y="397401"/>
                </a:moveTo>
                <a:lnTo>
                  <a:pt x="317372" y="397401"/>
                </a:lnTo>
                <a:lnTo>
                  <a:pt x="302609" y="365587"/>
                </a:lnTo>
                <a:close/>
                <a:moveTo>
                  <a:pt x="366998" y="428547"/>
                </a:moveTo>
                <a:lnTo>
                  <a:pt x="366998" y="341870"/>
                </a:lnTo>
                <a:lnTo>
                  <a:pt x="400907" y="341870"/>
                </a:lnTo>
                <a:cubicBezTo>
                  <a:pt x="417609" y="340933"/>
                  <a:pt x="431909" y="353711"/>
                  <a:pt x="432847" y="370413"/>
                </a:cubicBezTo>
                <a:cubicBezTo>
                  <a:pt x="433784" y="387116"/>
                  <a:pt x="421004" y="401416"/>
                  <a:pt x="404302" y="402354"/>
                </a:cubicBezTo>
                <a:cubicBezTo>
                  <a:pt x="403172" y="402417"/>
                  <a:pt x="402037" y="402417"/>
                  <a:pt x="400907" y="402354"/>
                </a:cubicBezTo>
                <a:lnTo>
                  <a:pt x="384333" y="402354"/>
                </a:lnTo>
                <a:lnTo>
                  <a:pt x="384333" y="428547"/>
                </a:lnTo>
                <a:close/>
                <a:moveTo>
                  <a:pt x="384333" y="385018"/>
                </a:moveTo>
                <a:lnTo>
                  <a:pt x="400907" y="385018"/>
                </a:lnTo>
                <a:cubicBezTo>
                  <a:pt x="408034" y="385631"/>
                  <a:pt x="414310" y="380350"/>
                  <a:pt x="414923" y="373221"/>
                </a:cubicBezTo>
                <a:cubicBezTo>
                  <a:pt x="415536" y="366094"/>
                  <a:pt x="410255" y="359818"/>
                  <a:pt x="403126" y="359205"/>
                </a:cubicBezTo>
                <a:cubicBezTo>
                  <a:pt x="402388" y="359142"/>
                  <a:pt x="401645" y="359142"/>
                  <a:pt x="400907" y="359205"/>
                </a:cubicBezTo>
                <a:lnTo>
                  <a:pt x="384333" y="359205"/>
                </a:lnTo>
                <a:close/>
                <a:moveTo>
                  <a:pt x="449675" y="428547"/>
                </a:moveTo>
                <a:lnTo>
                  <a:pt x="449675" y="341870"/>
                </a:lnTo>
                <a:lnTo>
                  <a:pt x="483584" y="341870"/>
                </a:lnTo>
                <a:cubicBezTo>
                  <a:pt x="500286" y="340933"/>
                  <a:pt x="514586" y="353711"/>
                  <a:pt x="515524" y="370413"/>
                </a:cubicBezTo>
                <a:cubicBezTo>
                  <a:pt x="516461" y="387116"/>
                  <a:pt x="503681" y="401416"/>
                  <a:pt x="486979" y="402354"/>
                </a:cubicBezTo>
                <a:cubicBezTo>
                  <a:pt x="485849" y="402417"/>
                  <a:pt x="484714" y="402417"/>
                  <a:pt x="483584" y="402354"/>
                </a:cubicBezTo>
                <a:lnTo>
                  <a:pt x="467010" y="402354"/>
                </a:lnTo>
                <a:lnTo>
                  <a:pt x="467010" y="428547"/>
                </a:lnTo>
                <a:close/>
                <a:moveTo>
                  <a:pt x="467010" y="385018"/>
                </a:moveTo>
                <a:lnTo>
                  <a:pt x="483584" y="385018"/>
                </a:lnTo>
                <a:cubicBezTo>
                  <a:pt x="490711" y="385631"/>
                  <a:pt x="496987" y="380350"/>
                  <a:pt x="497600" y="373221"/>
                </a:cubicBezTo>
                <a:cubicBezTo>
                  <a:pt x="498213" y="366094"/>
                  <a:pt x="492932" y="359818"/>
                  <a:pt x="485803" y="359205"/>
                </a:cubicBezTo>
                <a:cubicBezTo>
                  <a:pt x="485065" y="359142"/>
                  <a:pt x="484322" y="359142"/>
                  <a:pt x="483584" y="359205"/>
                </a:cubicBezTo>
                <a:lnTo>
                  <a:pt x="467010" y="359205"/>
                </a:lnTo>
                <a:close/>
                <a:moveTo>
                  <a:pt x="415004" y="140988"/>
                </a:moveTo>
                <a:cubicBezTo>
                  <a:pt x="425348" y="139982"/>
                  <a:pt x="432977" y="130869"/>
                  <a:pt x="432149" y="120509"/>
                </a:cubicBezTo>
                <a:cubicBezTo>
                  <a:pt x="431860" y="116772"/>
                  <a:pt x="430430" y="113215"/>
                  <a:pt x="428053" y="110317"/>
                </a:cubicBezTo>
                <a:cubicBezTo>
                  <a:pt x="423000" y="103653"/>
                  <a:pt x="414191" y="101065"/>
                  <a:pt x="406336" y="103935"/>
                </a:cubicBezTo>
                <a:cubicBezTo>
                  <a:pt x="396465" y="107577"/>
                  <a:pt x="391415" y="118531"/>
                  <a:pt x="395055" y="128401"/>
                </a:cubicBezTo>
                <a:cubicBezTo>
                  <a:pt x="395069" y="128437"/>
                  <a:pt x="395083" y="128474"/>
                  <a:pt x="395096" y="128510"/>
                </a:cubicBezTo>
                <a:cubicBezTo>
                  <a:pt x="398030" y="136090"/>
                  <a:pt x="405352" y="141060"/>
                  <a:pt x="413480" y="140988"/>
                </a:cubicBezTo>
                <a:close/>
                <a:moveTo>
                  <a:pt x="133254" y="332821"/>
                </a:moveTo>
                <a:cubicBezTo>
                  <a:pt x="133254" y="322300"/>
                  <a:pt x="124726" y="313771"/>
                  <a:pt x="114204" y="313771"/>
                </a:cubicBezTo>
                <a:cubicBezTo>
                  <a:pt x="103683" y="313771"/>
                  <a:pt x="95154" y="322300"/>
                  <a:pt x="95154" y="332821"/>
                </a:cubicBezTo>
                <a:cubicBezTo>
                  <a:pt x="95154" y="343342"/>
                  <a:pt x="103683" y="351871"/>
                  <a:pt x="114204" y="351871"/>
                </a:cubicBezTo>
                <a:lnTo>
                  <a:pt x="114680" y="351871"/>
                </a:lnTo>
                <a:cubicBezTo>
                  <a:pt x="125015" y="351613"/>
                  <a:pt x="133257" y="343159"/>
                  <a:pt x="133254" y="332821"/>
                </a:cubicBezTo>
                <a:close/>
                <a:moveTo>
                  <a:pt x="85629" y="173849"/>
                </a:moveTo>
                <a:cubicBezTo>
                  <a:pt x="82021" y="173850"/>
                  <a:pt x="78486" y="172826"/>
                  <a:pt x="75437" y="170896"/>
                </a:cubicBezTo>
                <a:cubicBezTo>
                  <a:pt x="66844" y="165224"/>
                  <a:pt x="64312" y="153749"/>
                  <a:pt x="69722" y="144988"/>
                </a:cubicBezTo>
                <a:lnTo>
                  <a:pt x="70294" y="144036"/>
                </a:lnTo>
                <a:cubicBezTo>
                  <a:pt x="75935" y="135155"/>
                  <a:pt x="87708" y="132528"/>
                  <a:pt x="96588" y="138169"/>
                </a:cubicBezTo>
                <a:cubicBezTo>
                  <a:pt x="105469" y="143810"/>
                  <a:pt x="108096" y="155582"/>
                  <a:pt x="102455" y="164463"/>
                </a:cubicBezTo>
                <a:cubicBezTo>
                  <a:pt x="102342" y="164641"/>
                  <a:pt x="102227" y="164816"/>
                  <a:pt x="102107" y="164991"/>
                </a:cubicBezTo>
                <a:cubicBezTo>
                  <a:pt x="98350" y="170657"/>
                  <a:pt x="91950" y="174001"/>
                  <a:pt x="85153" y="173849"/>
                </a:cubicBezTo>
                <a:close/>
                <a:moveTo>
                  <a:pt x="52196" y="332535"/>
                </a:moveTo>
                <a:cubicBezTo>
                  <a:pt x="48078" y="332502"/>
                  <a:pt x="44089" y="331094"/>
                  <a:pt x="40862" y="328535"/>
                </a:cubicBezTo>
                <a:lnTo>
                  <a:pt x="39909" y="327773"/>
                </a:lnTo>
                <a:cubicBezTo>
                  <a:pt x="31729" y="321144"/>
                  <a:pt x="30471" y="309140"/>
                  <a:pt x="37099" y="300960"/>
                </a:cubicBezTo>
                <a:cubicBezTo>
                  <a:pt x="43728" y="292780"/>
                  <a:pt x="55732" y="291522"/>
                  <a:pt x="63912" y="298150"/>
                </a:cubicBezTo>
                <a:cubicBezTo>
                  <a:pt x="72143" y="304801"/>
                  <a:pt x="73579" y="316796"/>
                  <a:pt x="67151" y="325201"/>
                </a:cubicBezTo>
                <a:cubicBezTo>
                  <a:pt x="63555" y="329811"/>
                  <a:pt x="58043" y="332514"/>
                  <a:pt x="52196" y="332535"/>
                </a:cubicBezTo>
                <a:close/>
                <a:moveTo>
                  <a:pt x="18859" y="276147"/>
                </a:moveTo>
                <a:cubicBezTo>
                  <a:pt x="9704" y="276265"/>
                  <a:pt x="1843" y="269660"/>
                  <a:pt x="380" y="260622"/>
                </a:cubicBezTo>
                <a:cubicBezTo>
                  <a:pt x="335" y="260242"/>
                  <a:pt x="335" y="259859"/>
                  <a:pt x="380" y="259479"/>
                </a:cubicBezTo>
                <a:cubicBezTo>
                  <a:pt x="-1702" y="249166"/>
                  <a:pt x="4972" y="239118"/>
                  <a:pt x="15284" y="237036"/>
                </a:cubicBezTo>
                <a:cubicBezTo>
                  <a:pt x="25598" y="234955"/>
                  <a:pt x="35646" y="241627"/>
                  <a:pt x="37727" y="251940"/>
                </a:cubicBezTo>
                <a:cubicBezTo>
                  <a:pt x="37849" y="252543"/>
                  <a:pt x="37941" y="253152"/>
                  <a:pt x="38004" y="253764"/>
                </a:cubicBezTo>
                <a:cubicBezTo>
                  <a:pt x="39823" y="264126"/>
                  <a:pt x="32897" y="274001"/>
                  <a:pt x="22535" y="275820"/>
                </a:cubicBezTo>
                <a:cubicBezTo>
                  <a:pt x="22453" y="275834"/>
                  <a:pt x="22370" y="275848"/>
                  <a:pt x="22288" y="275862"/>
                </a:cubicBezTo>
                <a:close/>
                <a:moveTo>
                  <a:pt x="32289" y="212235"/>
                </a:moveTo>
                <a:cubicBezTo>
                  <a:pt x="28681" y="212236"/>
                  <a:pt x="25146" y="211212"/>
                  <a:pt x="22097" y="209282"/>
                </a:cubicBezTo>
                <a:cubicBezTo>
                  <a:pt x="13470" y="203640"/>
                  <a:pt x="10895" y="192160"/>
                  <a:pt x="16287" y="183374"/>
                </a:cubicBezTo>
                <a:cubicBezTo>
                  <a:pt x="16287" y="183374"/>
                  <a:pt x="16859" y="182421"/>
                  <a:pt x="16954" y="182421"/>
                </a:cubicBezTo>
                <a:cubicBezTo>
                  <a:pt x="22156" y="173276"/>
                  <a:pt x="33786" y="170079"/>
                  <a:pt x="42932" y="175280"/>
                </a:cubicBezTo>
                <a:cubicBezTo>
                  <a:pt x="52076" y="180481"/>
                  <a:pt x="55274" y="192112"/>
                  <a:pt x="50072" y="201257"/>
                </a:cubicBezTo>
                <a:cubicBezTo>
                  <a:pt x="49653" y="201994"/>
                  <a:pt x="49186" y="202702"/>
                  <a:pt x="48672" y="203376"/>
                </a:cubicBezTo>
                <a:cubicBezTo>
                  <a:pt x="45062" y="208911"/>
                  <a:pt x="38898" y="212244"/>
                  <a:pt x="32289" y="212235"/>
                </a:cubicBezTo>
                <a:close/>
                <a:moveTo>
                  <a:pt x="98964" y="112413"/>
                </a:moveTo>
                <a:cubicBezTo>
                  <a:pt x="88445" y="112234"/>
                  <a:pt x="80062" y="103561"/>
                  <a:pt x="80241" y="93041"/>
                </a:cubicBezTo>
                <a:cubicBezTo>
                  <a:pt x="80286" y="90458"/>
                  <a:pt x="80854" y="87910"/>
                  <a:pt x="81914" y="85552"/>
                </a:cubicBezTo>
                <a:lnTo>
                  <a:pt x="81914" y="84504"/>
                </a:lnTo>
                <a:cubicBezTo>
                  <a:pt x="86596" y="75009"/>
                  <a:pt x="98089" y="71107"/>
                  <a:pt x="107584" y="75789"/>
                </a:cubicBezTo>
                <a:cubicBezTo>
                  <a:pt x="117080" y="80471"/>
                  <a:pt x="120981" y="91963"/>
                  <a:pt x="116300" y="101459"/>
                </a:cubicBezTo>
                <a:cubicBezTo>
                  <a:pt x="112993" y="108124"/>
                  <a:pt x="106215" y="112361"/>
                  <a:pt x="98774" y="112413"/>
                </a:cubicBezTo>
                <a:close/>
                <a:moveTo>
                  <a:pt x="314705" y="73646"/>
                </a:moveTo>
                <a:cubicBezTo>
                  <a:pt x="309801" y="73626"/>
                  <a:pt x="305093" y="71716"/>
                  <a:pt x="301561" y="68312"/>
                </a:cubicBezTo>
                <a:cubicBezTo>
                  <a:pt x="293806" y="61201"/>
                  <a:pt x="293284" y="49151"/>
                  <a:pt x="300393" y="41396"/>
                </a:cubicBezTo>
                <a:cubicBezTo>
                  <a:pt x="300465" y="41319"/>
                  <a:pt x="300536" y="41242"/>
                  <a:pt x="300608" y="41166"/>
                </a:cubicBezTo>
                <a:cubicBezTo>
                  <a:pt x="307680" y="33701"/>
                  <a:pt x="319399" y="33195"/>
                  <a:pt x="327088" y="40023"/>
                </a:cubicBezTo>
                <a:lnTo>
                  <a:pt x="327945" y="40785"/>
                </a:lnTo>
                <a:cubicBezTo>
                  <a:pt x="335573" y="48030"/>
                  <a:pt x="335882" y="60089"/>
                  <a:pt x="328637" y="67717"/>
                </a:cubicBezTo>
                <a:cubicBezTo>
                  <a:pt x="325012" y="71532"/>
                  <a:pt x="319969" y="73679"/>
                  <a:pt x="314705" y="73646"/>
                </a:cubicBezTo>
                <a:close/>
                <a:moveTo>
                  <a:pt x="138969" y="63359"/>
                </a:moveTo>
                <a:cubicBezTo>
                  <a:pt x="128449" y="63286"/>
                  <a:pt x="119979" y="54698"/>
                  <a:pt x="120052" y="44177"/>
                </a:cubicBezTo>
                <a:cubicBezTo>
                  <a:pt x="120091" y="38499"/>
                  <a:pt x="122661" y="33134"/>
                  <a:pt x="127063" y="29545"/>
                </a:cubicBezTo>
                <a:lnTo>
                  <a:pt x="127825" y="29545"/>
                </a:lnTo>
                <a:cubicBezTo>
                  <a:pt x="135819" y="22705"/>
                  <a:pt x="147845" y="23641"/>
                  <a:pt x="154685" y="31634"/>
                </a:cubicBezTo>
                <a:cubicBezTo>
                  <a:pt x="161524" y="39628"/>
                  <a:pt x="160589" y="51654"/>
                  <a:pt x="152596" y="58494"/>
                </a:cubicBezTo>
                <a:cubicBezTo>
                  <a:pt x="152077" y="58938"/>
                  <a:pt x="151535" y="59354"/>
                  <a:pt x="150971" y="59739"/>
                </a:cubicBezTo>
                <a:cubicBezTo>
                  <a:pt x="147493" y="62265"/>
                  <a:pt x="143263" y="63541"/>
                  <a:pt x="138969" y="63359"/>
                </a:cubicBezTo>
                <a:close/>
                <a:moveTo>
                  <a:pt x="260127" y="41547"/>
                </a:moveTo>
                <a:cubicBezTo>
                  <a:pt x="258159" y="41542"/>
                  <a:pt x="256203" y="41253"/>
                  <a:pt x="254317" y="40689"/>
                </a:cubicBezTo>
                <a:cubicBezTo>
                  <a:pt x="244286" y="37490"/>
                  <a:pt x="238598" y="26914"/>
                  <a:pt x="241458" y="16782"/>
                </a:cubicBezTo>
                <a:cubicBezTo>
                  <a:pt x="244447" y="6958"/>
                  <a:pt x="254684" y="1270"/>
                  <a:pt x="264604" y="3923"/>
                </a:cubicBezTo>
                <a:lnTo>
                  <a:pt x="266033" y="3923"/>
                </a:lnTo>
                <a:cubicBezTo>
                  <a:pt x="276027" y="7208"/>
                  <a:pt x="281467" y="17973"/>
                  <a:pt x="278182" y="27969"/>
                </a:cubicBezTo>
                <a:cubicBezTo>
                  <a:pt x="275618" y="35772"/>
                  <a:pt x="268341" y="41052"/>
                  <a:pt x="260127" y="41070"/>
                </a:cubicBezTo>
                <a:close/>
                <a:moveTo>
                  <a:pt x="197072" y="37927"/>
                </a:moveTo>
                <a:cubicBezTo>
                  <a:pt x="187786" y="38087"/>
                  <a:pt x="179738" y="31528"/>
                  <a:pt x="178022" y="22401"/>
                </a:cubicBezTo>
                <a:cubicBezTo>
                  <a:pt x="176143" y="12252"/>
                  <a:pt x="182690" y="2453"/>
                  <a:pt x="192785" y="303"/>
                </a:cubicBezTo>
                <a:lnTo>
                  <a:pt x="193928" y="303"/>
                </a:lnTo>
                <a:cubicBezTo>
                  <a:pt x="204284" y="-1557"/>
                  <a:pt x="214186" y="5331"/>
                  <a:pt x="216046" y="15686"/>
                </a:cubicBezTo>
                <a:cubicBezTo>
                  <a:pt x="217906" y="26041"/>
                  <a:pt x="211018" y="35944"/>
                  <a:pt x="200664" y="37803"/>
                </a:cubicBezTo>
                <a:cubicBezTo>
                  <a:pt x="200609" y="37813"/>
                  <a:pt x="200555" y="37822"/>
                  <a:pt x="200501" y="37832"/>
                </a:cubicBezTo>
                <a:cubicBezTo>
                  <a:pt x="199368" y="38027"/>
                  <a:pt x="198221" y="38122"/>
                  <a:pt x="197072" y="38118"/>
                </a:cubicBezTo>
                <a:close/>
                <a:moveTo>
                  <a:pt x="350519" y="126319"/>
                </a:moveTo>
                <a:cubicBezTo>
                  <a:pt x="360905" y="125313"/>
                  <a:pt x="368547" y="116141"/>
                  <a:pt x="367665" y="105745"/>
                </a:cubicBezTo>
                <a:cubicBezTo>
                  <a:pt x="367376" y="102008"/>
                  <a:pt x="365946" y="98451"/>
                  <a:pt x="363569" y="95553"/>
                </a:cubicBezTo>
                <a:cubicBezTo>
                  <a:pt x="358490" y="88924"/>
                  <a:pt x="349686" y="86376"/>
                  <a:pt x="341852" y="89267"/>
                </a:cubicBezTo>
                <a:cubicBezTo>
                  <a:pt x="331964" y="92862"/>
                  <a:pt x="326862" y="103792"/>
                  <a:pt x="330457" y="113679"/>
                </a:cubicBezTo>
                <a:cubicBezTo>
                  <a:pt x="330477" y="113734"/>
                  <a:pt x="330497" y="113787"/>
                  <a:pt x="330517" y="113841"/>
                </a:cubicBezTo>
                <a:cubicBezTo>
                  <a:pt x="333451" y="121421"/>
                  <a:pt x="340773" y="126392"/>
                  <a:pt x="348900" y="12631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19" tIns="45697" rIns="91419" bIns="45697" anchor="ctr" anchorCtr="0">
            <a:no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Arial"/>
              <a:cs typeface="Arial"/>
              <a:sym typeface="Arial"/>
            </a:endParaRPr>
          </a:p>
        </p:txBody>
      </p:sp>
      <p:sp>
        <p:nvSpPr>
          <p:cNvPr id="32" name="Google Shape;209;p7">
            <a:extLst>
              <a:ext uri="{FF2B5EF4-FFF2-40B4-BE49-F238E27FC236}">
                <a16:creationId xmlns:a16="http://schemas.microsoft.com/office/drawing/2014/main" id="{30215CEF-F839-1EF4-F52C-A1CB85BE780B}"/>
              </a:ext>
            </a:extLst>
          </p:cNvPr>
          <p:cNvSpPr/>
          <p:nvPr/>
        </p:nvSpPr>
        <p:spPr>
          <a:xfrm>
            <a:off x="1928002" y="1679773"/>
            <a:ext cx="255041" cy="264950"/>
          </a:xfrm>
          <a:custGeom>
            <a:avLst/>
            <a:gdLst/>
            <a:ahLst/>
            <a:cxnLst/>
            <a:rect l="l" t="t" r="r" b="b"/>
            <a:pathLst>
              <a:path w="619314" h="622000" extrusionOk="0">
                <a:moveTo>
                  <a:pt x="557021" y="622000"/>
                </a:moveTo>
                <a:lnTo>
                  <a:pt x="220313" y="622000"/>
                </a:lnTo>
                <a:cubicBezTo>
                  <a:pt x="185909" y="622000"/>
                  <a:pt x="158019" y="594110"/>
                  <a:pt x="158019" y="559707"/>
                </a:cubicBezTo>
                <a:lnTo>
                  <a:pt x="158019" y="223474"/>
                </a:lnTo>
                <a:cubicBezTo>
                  <a:pt x="158072" y="189092"/>
                  <a:pt x="185930" y="161233"/>
                  <a:pt x="220313" y="161181"/>
                </a:cubicBezTo>
                <a:lnTo>
                  <a:pt x="557021" y="161181"/>
                </a:lnTo>
                <a:cubicBezTo>
                  <a:pt x="591382" y="161285"/>
                  <a:pt x="619210" y="189114"/>
                  <a:pt x="619315" y="223474"/>
                </a:cubicBezTo>
                <a:lnTo>
                  <a:pt x="619315" y="559707"/>
                </a:lnTo>
                <a:cubicBezTo>
                  <a:pt x="619263" y="594089"/>
                  <a:pt x="591404" y="621948"/>
                  <a:pt x="557021" y="622000"/>
                </a:cubicBezTo>
                <a:close/>
                <a:moveTo>
                  <a:pt x="220313" y="189756"/>
                </a:moveTo>
                <a:cubicBezTo>
                  <a:pt x="201712" y="189808"/>
                  <a:pt x="186647" y="204874"/>
                  <a:pt x="186594" y="223474"/>
                </a:cubicBezTo>
                <a:lnTo>
                  <a:pt x="186594" y="559707"/>
                </a:lnTo>
                <a:cubicBezTo>
                  <a:pt x="186647" y="578307"/>
                  <a:pt x="201712" y="593373"/>
                  <a:pt x="220313" y="593425"/>
                </a:cubicBezTo>
                <a:lnTo>
                  <a:pt x="557021" y="593425"/>
                </a:lnTo>
                <a:cubicBezTo>
                  <a:pt x="575622" y="593373"/>
                  <a:pt x="590688" y="578307"/>
                  <a:pt x="590740" y="559707"/>
                </a:cubicBezTo>
                <a:lnTo>
                  <a:pt x="590740" y="223474"/>
                </a:lnTo>
                <a:cubicBezTo>
                  <a:pt x="590688" y="204874"/>
                  <a:pt x="575622" y="189808"/>
                  <a:pt x="557021" y="189756"/>
                </a:cubicBezTo>
                <a:close/>
                <a:moveTo>
                  <a:pt x="331660" y="428547"/>
                </a:moveTo>
                <a:lnTo>
                  <a:pt x="325373" y="414736"/>
                </a:lnTo>
                <a:lnTo>
                  <a:pt x="279844" y="414736"/>
                </a:lnTo>
                <a:lnTo>
                  <a:pt x="273462" y="428547"/>
                </a:lnTo>
                <a:lnTo>
                  <a:pt x="254412" y="428547"/>
                </a:lnTo>
                <a:lnTo>
                  <a:pt x="294512" y="341870"/>
                </a:lnTo>
                <a:lnTo>
                  <a:pt x="310610" y="341870"/>
                </a:lnTo>
                <a:lnTo>
                  <a:pt x="350805" y="428547"/>
                </a:lnTo>
                <a:close/>
                <a:moveTo>
                  <a:pt x="287845" y="397401"/>
                </a:moveTo>
                <a:lnTo>
                  <a:pt x="317372" y="397401"/>
                </a:lnTo>
                <a:lnTo>
                  <a:pt x="302609" y="365587"/>
                </a:lnTo>
                <a:close/>
                <a:moveTo>
                  <a:pt x="366998" y="428547"/>
                </a:moveTo>
                <a:lnTo>
                  <a:pt x="366998" y="341870"/>
                </a:lnTo>
                <a:lnTo>
                  <a:pt x="400907" y="341870"/>
                </a:lnTo>
                <a:cubicBezTo>
                  <a:pt x="417609" y="340933"/>
                  <a:pt x="431909" y="353711"/>
                  <a:pt x="432847" y="370413"/>
                </a:cubicBezTo>
                <a:cubicBezTo>
                  <a:pt x="433784" y="387116"/>
                  <a:pt x="421004" y="401416"/>
                  <a:pt x="404302" y="402354"/>
                </a:cubicBezTo>
                <a:cubicBezTo>
                  <a:pt x="403172" y="402417"/>
                  <a:pt x="402037" y="402417"/>
                  <a:pt x="400907" y="402354"/>
                </a:cubicBezTo>
                <a:lnTo>
                  <a:pt x="384333" y="402354"/>
                </a:lnTo>
                <a:lnTo>
                  <a:pt x="384333" y="428547"/>
                </a:lnTo>
                <a:close/>
                <a:moveTo>
                  <a:pt x="384333" y="385018"/>
                </a:moveTo>
                <a:lnTo>
                  <a:pt x="400907" y="385018"/>
                </a:lnTo>
                <a:cubicBezTo>
                  <a:pt x="408034" y="385631"/>
                  <a:pt x="414310" y="380350"/>
                  <a:pt x="414923" y="373221"/>
                </a:cubicBezTo>
                <a:cubicBezTo>
                  <a:pt x="415536" y="366094"/>
                  <a:pt x="410255" y="359818"/>
                  <a:pt x="403126" y="359205"/>
                </a:cubicBezTo>
                <a:cubicBezTo>
                  <a:pt x="402388" y="359142"/>
                  <a:pt x="401645" y="359142"/>
                  <a:pt x="400907" y="359205"/>
                </a:cubicBezTo>
                <a:lnTo>
                  <a:pt x="384333" y="359205"/>
                </a:lnTo>
                <a:close/>
                <a:moveTo>
                  <a:pt x="449675" y="428547"/>
                </a:moveTo>
                <a:lnTo>
                  <a:pt x="449675" y="341870"/>
                </a:lnTo>
                <a:lnTo>
                  <a:pt x="483584" y="341870"/>
                </a:lnTo>
                <a:cubicBezTo>
                  <a:pt x="500286" y="340933"/>
                  <a:pt x="514586" y="353711"/>
                  <a:pt x="515524" y="370413"/>
                </a:cubicBezTo>
                <a:cubicBezTo>
                  <a:pt x="516461" y="387116"/>
                  <a:pt x="503681" y="401416"/>
                  <a:pt x="486979" y="402354"/>
                </a:cubicBezTo>
                <a:cubicBezTo>
                  <a:pt x="485849" y="402417"/>
                  <a:pt x="484714" y="402417"/>
                  <a:pt x="483584" y="402354"/>
                </a:cubicBezTo>
                <a:lnTo>
                  <a:pt x="467010" y="402354"/>
                </a:lnTo>
                <a:lnTo>
                  <a:pt x="467010" y="428547"/>
                </a:lnTo>
                <a:close/>
                <a:moveTo>
                  <a:pt x="467010" y="385018"/>
                </a:moveTo>
                <a:lnTo>
                  <a:pt x="483584" y="385018"/>
                </a:lnTo>
                <a:cubicBezTo>
                  <a:pt x="490711" y="385631"/>
                  <a:pt x="496987" y="380350"/>
                  <a:pt x="497600" y="373221"/>
                </a:cubicBezTo>
                <a:cubicBezTo>
                  <a:pt x="498213" y="366094"/>
                  <a:pt x="492932" y="359818"/>
                  <a:pt x="485803" y="359205"/>
                </a:cubicBezTo>
                <a:cubicBezTo>
                  <a:pt x="485065" y="359142"/>
                  <a:pt x="484322" y="359142"/>
                  <a:pt x="483584" y="359205"/>
                </a:cubicBezTo>
                <a:lnTo>
                  <a:pt x="467010" y="359205"/>
                </a:lnTo>
                <a:close/>
                <a:moveTo>
                  <a:pt x="415004" y="140988"/>
                </a:moveTo>
                <a:cubicBezTo>
                  <a:pt x="425348" y="139982"/>
                  <a:pt x="432977" y="130869"/>
                  <a:pt x="432149" y="120509"/>
                </a:cubicBezTo>
                <a:cubicBezTo>
                  <a:pt x="431860" y="116772"/>
                  <a:pt x="430430" y="113215"/>
                  <a:pt x="428053" y="110317"/>
                </a:cubicBezTo>
                <a:cubicBezTo>
                  <a:pt x="423000" y="103653"/>
                  <a:pt x="414191" y="101065"/>
                  <a:pt x="406336" y="103935"/>
                </a:cubicBezTo>
                <a:cubicBezTo>
                  <a:pt x="396465" y="107577"/>
                  <a:pt x="391415" y="118531"/>
                  <a:pt x="395055" y="128401"/>
                </a:cubicBezTo>
                <a:cubicBezTo>
                  <a:pt x="395069" y="128437"/>
                  <a:pt x="395083" y="128474"/>
                  <a:pt x="395096" y="128510"/>
                </a:cubicBezTo>
                <a:cubicBezTo>
                  <a:pt x="398030" y="136090"/>
                  <a:pt x="405352" y="141060"/>
                  <a:pt x="413480" y="140988"/>
                </a:cubicBezTo>
                <a:close/>
                <a:moveTo>
                  <a:pt x="133254" y="332821"/>
                </a:moveTo>
                <a:cubicBezTo>
                  <a:pt x="133254" y="322300"/>
                  <a:pt x="124726" y="313771"/>
                  <a:pt x="114204" y="313771"/>
                </a:cubicBezTo>
                <a:cubicBezTo>
                  <a:pt x="103683" y="313771"/>
                  <a:pt x="95154" y="322300"/>
                  <a:pt x="95154" y="332821"/>
                </a:cubicBezTo>
                <a:cubicBezTo>
                  <a:pt x="95154" y="343342"/>
                  <a:pt x="103683" y="351871"/>
                  <a:pt x="114204" y="351871"/>
                </a:cubicBezTo>
                <a:lnTo>
                  <a:pt x="114680" y="351871"/>
                </a:lnTo>
                <a:cubicBezTo>
                  <a:pt x="125015" y="351613"/>
                  <a:pt x="133257" y="343159"/>
                  <a:pt x="133254" y="332821"/>
                </a:cubicBezTo>
                <a:close/>
                <a:moveTo>
                  <a:pt x="85629" y="173849"/>
                </a:moveTo>
                <a:cubicBezTo>
                  <a:pt x="82021" y="173850"/>
                  <a:pt x="78486" y="172826"/>
                  <a:pt x="75437" y="170896"/>
                </a:cubicBezTo>
                <a:cubicBezTo>
                  <a:pt x="66844" y="165224"/>
                  <a:pt x="64312" y="153749"/>
                  <a:pt x="69722" y="144988"/>
                </a:cubicBezTo>
                <a:lnTo>
                  <a:pt x="70294" y="144036"/>
                </a:lnTo>
                <a:cubicBezTo>
                  <a:pt x="75935" y="135155"/>
                  <a:pt x="87708" y="132528"/>
                  <a:pt x="96588" y="138169"/>
                </a:cubicBezTo>
                <a:cubicBezTo>
                  <a:pt x="105469" y="143810"/>
                  <a:pt x="108096" y="155582"/>
                  <a:pt x="102455" y="164463"/>
                </a:cubicBezTo>
                <a:cubicBezTo>
                  <a:pt x="102342" y="164641"/>
                  <a:pt x="102227" y="164816"/>
                  <a:pt x="102107" y="164991"/>
                </a:cubicBezTo>
                <a:cubicBezTo>
                  <a:pt x="98350" y="170657"/>
                  <a:pt x="91950" y="174001"/>
                  <a:pt x="85153" y="173849"/>
                </a:cubicBezTo>
                <a:close/>
                <a:moveTo>
                  <a:pt x="52196" y="332535"/>
                </a:moveTo>
                <a:cubicBezTo>
                  <a:pt x="48078" y="332502"/>
                  <a:pt x="44089" y="331094"/>
                  <a:pt x="40862" y="328535"/>
                </a:cubicBezTo>
                <a:lnTo>
                  <a:pt x="39909" y="327773"/>
                </a:lnTo>
                <a:cubicBezTo>
                  <a:pt x="31729" y="321144"/>
                  <a:pt x="30471" y="309140"/>
                  <a:pt x="37099" y="300960"/>
                </a:cubicBezTo>
                <a:cubicBezTo>
                  <a:pt x="43728" y="292780"/>
                  <a:pt x="55732" y="291522"/>
                  <a:pt x="63912" y="298150"/>
                </a:cubicBezTo>
                <a:cubicBezTo>
                  <a:pt x="72143" y="304801"/>
                  <a:pt x="73579" y="316796"/>
                  <a:pt x="67151" y="325201"/>
                </a:cubicBezTo>
                <a:cubicBezTo>
                  <a:pt x="63555" y="329811"/>
                  <a:pt x="58043" y="332514"/>
                  <a:pt x="52196" y="332535"/>
                </a:cubicBezTo>
                <a:close/>
                <a:moveTo>
                  <a:pt x="18859" y="276147"/>
                </a:moveTo>
                <a:cubicBezTo>
                  <a:pt x="9704" y="276265"/>
                  <a:pt x="1843" y="269660"/>
                  <a:pt x="380" y="260622"/>
                </a:cubicBezTo>
                <a:cubicBezTo>
                  <a:pt x="335" y="260242"/>
                  <a:pt x="335" y="259859"/>
                  <a:pt x="380" y="259479"/>
                </a:cubicBezTo>
                <a:cubicBezTo>
                  <a:pt x="-1702" y="249166"/>
                  <a:pt x="4972" y="239118"/>
                  <a:pt x="15284" y="237036"/>
                </a:cubicBezTo>
                <a:cubicBezTo>
                  <a:pt x="25598" y="234955"/>
                  <a:pt x="35646" y="241627"/>
                  <a:pt x="37727" y="251940"/>
                </a:cubicBezTo>
                <a:cubicBezTo>
                  <a:pt x="37849" y="252543"/>
                  <a:pt x="37941" y="253152"/>
                  <a:pt x="38004" y="253764"/>
                </a:cubicBezTo>
                <a:cubicBezTo>
                  <a:pt x="39823" y="264126"/>
                  <a:pt x="32897" y="274001"/>
                  <a:pt x="22535" y="275820"/>
                </a:cubicBezTo>
                <a:cubicBezTo>
                  <a:pt x="22453" y="275834"/>
                  <a:pt x="22370" y="275848"/>
                  <a:pt x="22288" y="275862"/>
                </a:cubicBezTo>
                <a:close/>
                <a:moveTo>
                  <a:pt x="32289" y="212235"/>
                </a:moveTo>
                <a:cubicBezTo>
                  <a:pt x="28681" y="212236"/>
                  <a:pt x="25146" y="211212"/>
                  <a:pt x="22097" y="209282"/>
                </a:cubicBezTo>
                <a:cubicBezTo>
                  <a:pt x="13470" y="203640"/>
                  <a:pt x="10895" y="192160"/>
                  <a:pt x="16287" y="183374"/>
                </a:cubicBezTo>
                <a:cubicBezTo>
                  <a:pt x="16287" y="183374"/>
                  <a:pt x="16859" y="182421"/>
                  <a:pt x="16954" y="182421"/>
                </a:cubicBezTo>
                <a:cubicBezTo>
                  <a:pt x="22156" y="173276"/>
                  <a:pt x="33786" y="170079"/>
                  <a:pt x="42932" y="175280"/>
                </a:cubicBezTo>
                <a:cubicBezTo>
                  <a:pt x="52076" y="180481"/>
                  <a:pt x="55274" y="192112"/>
                  <a:pt x="50072" y="201257"/>
                </a:cubicBezTo>
                <a:cubicBezTo>
                  <a:pt x="49653" y="201994"/>
                  <a:pt x="49186" y="202702"/>
                  <a:pt x="48672" y="203376"/>
                </a:cubicBezTo>
                <a:cubicBezTo>
                  <a:pt x="45062" y="208911"/>
                  <a:pt x="38898" y="212244"/>
                  <a:pt x="32289" y="212235"/>
                </a:cubicBezTo>
                <a:close/>
                <a:moveTo>
                  <a:pt x="98964" y="112413"/>
                </a:moveTo>
                <a:cubicBezTo>
                  <a:pt x="88445" y="112234"/>
                  <a:pt x="80062" y="103561"/>
                  <a:pt x="80241" y="93041"/>
                </a:cubicBezTo>
                <a:cubicBezTo>
                  <a:pt x="80286" y="90458"/>
                  <a:pt x="80854" y="87910"/>
                  <a:pt x="81914" y="85552"/>
                </a:cubicBezTo>
                <a:lnTo>
                  <a:pt x="81914" y="84504"/>
                </a:lnTo>
                <a:cubicBezTo>
                  <a:pt x="86596" y="75009"/>
                  <a:pt x="98089" y="71107"/>
                  <a:pt x="107584" y="75789"/>
                </a:cubicBezTo>
                <a:cubicBezTo>
                  <a:pt x="117080" y="80471"/>
                  <a:pt x="120981" y="91963"/>
                  <a:pt x="116300" y="101459"/>
                </a:cubicBezTo>
                <a:cubicBezTo>
                  <a:pt x="112993" y="108124"/>
                  <a:pt x="106215" y="112361"/>
                  <a:pt x="98774" y="112413"/>
                </a:cubicBezTo>
                <a:close/>
                <a:moveTo>
                  <a:pt x="314705" y="73646"/>
                </a:moveTo>
                <a:cubicBezTo>
                  <a:pt x="309801" y="73626"/>
                  <a:pt x="305093" y="71716"/>
                  <a:pt x="301561" y="68312"/>
                </a:cubicBezTo>
                <a:cubicBezTo>
                  <a:pt x="293806" y="61201"/>
                  <a:pt x="293284" y="49151"/>
                  <a:pt x="300393" y="41396"/>
                </a:cubicBezTo>
                <a:cubicBezTo>
                  <a:pt x="300465" y="41319"/>
                  <a:pt x="300536" y="41242"/>
                  <a:pt x="300608" y="41166"/>
                </a:cubicBezTo>
                <a:cubicBezTo>
                  <a:pt x="307680" y="33701"/>
                  <a:pt x="319399" y="33195"/>
                  <a:pt x="327088" y="40023"/>
                </a:cubicBezTo>
                <a:lnTo>
                  <a:pt x="327945" y="40785"/>
                </a:lnTo>
                <a:cubicBezTo>
                  <a:pt x="335573" y="48030"/>
                  <a:pt x="335882" y="60089"/>
                  <a:pt x="328637" y="67717"/>
                </a:cubicBezTo>
                <a:cubicBezTo>
                  <a:pt x="325012" y="71532"/>
                  <a:pt x="319969" y="73679"/>
                  <a:pt x="314705" y="73646"/>
                </a:cubicBezTo>
                <a:close/>
                <a:moveTo>
                  <a:pt x="138969" y="63359"/>
                </a:moveTo>
                <a:cubicBezTo>
                  <a:pt x="128449" y="63286"/>
                  <a:pt x="119979" y="54698"/>
                  <a:pt x="120052" y="44177"/>
                </a:cubicBezTo>
                <a:cubicBezTo>
                  <a:pt x="120091" y="38499"/>
                  <a:pt x="122661" y="33134"/>
                  <a:pt x="127063" y="29545"/>
                </a:cubicBezTo>
                <a:lnTo>
                  <a:pt x="127825" y="29545"/>
                </a:lnTo>
                <a:cubicBezTo>
                  <a:pt x="135819" y="22705"/>
                  <a:pt x="147845" y="23641"/>
                  <a:pt x="154685" y="31634"/>
                </a:cubicBezTo>
                <a:cubicBezTo>
                  <a:pt x="161524" y="39628"/>
                  <a:pt x="160589" y="51654"/>
                  <a:pt x="152596" y="58494"/>
                </a:cubicBezTo>
                <a:cubicBezTo>
                  <a:pt x="152077" y="58938"/>
                  <a:pt x="151535" y="59354"/>
                  <a:pt x="150971" y="59739"/>
                </a:cubicBezTo>
                <a:cubicBezTo>
                  <a:pt x="147493" y="62265"/>
                  <a:pt x="143263" y="63541"/>
                  <a:pt x="138969" y="63359"/>
                </a:cubicBezTo>
                <a:close/>
                <a:moveTo>
                  <a:pt x="260127" y="41547"/>
                </a:moveTo>
                <a:cubicBezTo>
                  <a:pt x="258159" y="41542"/>
                  <a:pt x="256203" y="41253"/>
                  <a:pt x="254317" y="40689"/>
                </a:cubicBezTo>
                <a:cubicBezTo>
                  <a:pt x="244286" y="37490"/>
                  <a:pt x="238598" y="26914"/>
                  <a:pt x="241458" y="16782"/>
                </a:cubicBezTo>
                <a:cubicBezTo>
                  <a:pt x="244447" y="6958"/>
                  <a:pt x="254684" y="1270"/>
                  <a:pt x="264604" y="3923"/>
                </a:cubicBezTo>
                <a:lnTo>
                  <a:pt x="266033" y="3923"/>
                </a:lnTo>
                <a:cubicBezTo>
                  <a:pt x="276027" y="7208"/>
                  <a:pt x="281467" y="17973"/>
                  <a:pt x="278182" y="27969"/>
                </a:cubicBezTo>
                <a:cubicBezTo>
                  <a:pt x="275618" y="35772"/>
                  <a:pt x="268341" y="41052"/>
                  <a:pt x="260127" y="41070"/>
                </a:cubicBezTo>
                <a:close/>
                <a:moveTo>
                  <a:pt x="197072" y="37927"/>
                </a:moveTo>
                <a:cubicBezTo>
                  <a:pt x="187786" y="38087"/>
                  <a:pt x="179738" y="31528"/>
                  <a:pt x="178022" y="22401"/>
                </a:cubicBezTo>
                <a:cubicBezTo>
                  <a:pt x="176143" y="12252"/>
                  <a:pt x="182690" y="2453"/>
                  <a:pt x="192785" y="303"/>
                </a:cubicBezTo>
                <a:lnTo>
                  <a:pt x="193928" y="303"/>
                </a:lnTo>
                <a:cubicBezTo>
                  <a:pt x="204284" y="-1557"/>
                  <a:pt x="214186" y="5331"/>
                  <a:pt x="216046" y="15686"/>
                </a:cubicBezTo>
                <a:cubicBezTo>
                  <a:pt x="217906" y="26041"/>
                  <a:pt x="211018" y="35944"/>
                  <a:pt x="200664" y="37803"/>
                </a:cubicBezTo>
                <a:cubicBezTo>
                  <a:pt x="200609" y="37813"/>
                  <a:pt x="200555" y="37822"/>
                  <a:pt x="200501" y="37832"/>
                </a:cubicBezTo>
                <a:cubicBezTo>
                  <a:pt x="199368" y="38027"/>
                  <a:pt x="198221" y="38122"/>
                  <a:pt x="197072" y="38118"/>
                </a:cubicBezTo>
                <a:close/>
                <a:moveTo>
                  <a:pt x="350519" y="126319"/>
                </a:moveTo>
                <a:cubicBezTo>
                  <a:pt x="360905" y="125313"/>
                  <a:pt x="368547" y="116141"/>
                  <a:pt x="367665" y="105745"/>
                </a:cubicBezTo>
                <a:cubicBezTo>
                  <a:pt x="367376" y="102008"/>
                  <a:pt x="365946" y="98451"/>
                  <a:pt x="363569" y="95553"/>
                </a:cubicBezTo>
                <a:cubicBezTo>
                  <a:pt x="358490" y="88924"/>
                  <a:pt x="349686" y="86376"/>
                  <a:pt x="341852" y="89267"/>
                </a:cubicBezTo>
                <a:cubicBezTo>
                  <a:pt x="331964" y="92862"/>
                  <a:pt x="326862" y="103792"/>
                  <a:pt x="330457" y="113679"/>
                </a:cubicBezTo>
                <a:cubicBezTo>
                  <a:pt x="330477" y="113734"/>
                  <a:pt x="330497" y="113787"/>
                  <a:pt x="330517" y="113841"/>
                </a:cubicBezTo>
                <a:cubicBezTo>
                  <a:pt x="333451" y="121421"/>
                  <a:pt x="340773" y="126392"/>
                  <a:pt x="348900" y="12631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19" tIns="45697" rIns="91419" bIns="45697" anchor="ctr" anchorCtr="0">
            <a:no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Arial"/>
              <a:cs typeface="Arial"/>
              <a:sym typeface="Arial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E1334D-0BA1-3E6F-2121-17A8AE49CE92}"/>
              </a:ext>
            </a:extLst>
          </p:cNvPr>
          <p:cNvSpPr/>
          <p:nvPr/>
        </p:nvSpPr>
        <p:spPr>
          <a:xfrm rot="5400000">
            <a:off x="5741243" y="1540935"/>
            <a:ext cx="261592" cy="12313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52BCD0E-4DB4-50D9-3396-81FCFF1E7650}"/>
              </a:ext>
            </a:extLst>
          </p:cNvPr>
          <p:cNvGrpSpPr/>
          <p:nvPr/>
        </p:nvGrpSpPr>
        <p:grpSpPr>
          <a:xfrm>
            <a:off x="2687437" y="4810677"/>
            <a:ext cx="314713" cy="314713"/>
            <a:chOff x="5806912" y="3810931"/>
            <a:chExt cx="829762" cy="82976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CC07CF5-8FFA-CAFE-583D-4B698EDB698D}"/>
                </a:ext>
              </a:extLst>
            </p:cNvPr>
            <p:cNvSpPr/>
            <p:nvPr/>
          </p:nvSpPr>
          <p:spPr>
            <a:xfrm>
              <a:off x="5806912" y="3810931"/>
              <a:ext cx="829762" cy="82976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36" name="Google Shape;388;p11">
              <a:extLst>
                <a:ext uri="{FF2B5EF4-FFF2-40B4-BE49-F238E27FC236}">
                  <a16:creationId xmlns:a16="http://schemas.microsoft.com/office/drawing/2014/main" id="{6D762735-C63C-E034-746B-8D34A148FB4A}"/>
                </a:ext>
              </a:extLst>
            </p:cNvPr>
            <p:cNvSpPr/>
            <p:nvPr/>
          </p:nvSpPr>
          <p:spPr>
            <a:xfrm>
              <a:off x="5944211" y="3948230"/>
              <a:ext cx="555161" cy="555161"/>
            </a:xfrm>
            <a:custGeom>
              <a:avLst/>
              <a:gdLst/>
              <a:ahLst/>
              <a:cxnLst/>
              <a:rect l="l" t="t" r="r" b="b"/>
              <a:pathLst>
                <a:path w="644842" h="644842" extrusionOk="0">
                  <a:moveTo>
                    <a:pt x="322421" y="0"/>
                  </a:moveTo>
                  <a:cubicBezTo>
                    <a:pt x="144590" y="0"/>
                    <a:pt x="0" y="144590"/>
                    <a:pt x="0" y="322421"/>
                  </a:cubicBezTo>
                  <a:cubicBezTo>
                    <a:pt x="0" y="500253"/>
                    <a:pt x="144590" y="644843"/>
                    <a:pt x="322421" y="644843"/>
                  </a:cubicBezTo>
                  <a:cubicBezTo>
                    <a:pt x="500253" y="644843"/>
                    <a:pt x="644843" y="500253"/>
                    <a:pt x="644843" y="322421"/>
                  </a:cubicBezTo>
                  <a:cubicBezTo>
                    <a:pt x="644843" y="144590"/>
                    <a:pt x="500158" y="0"/>
                    <a:pt x="322421" y="0"/>
                  </a:cubicBezTo>
                  <a:close/>
                  <a:moveTo>
                    <a:pt x="322421" y="616172"/>
                  </a:moveTo>
                  <a:cubicBezTo>
                    <a:pt x="160401" y="616172"/>
                    <a:pt x="28575" y="484346"/>
                    <a:pt x="28575" y="322326"/>
                  </a:cubicBezTo>
                  <a:cubicBezTo>
                    <a:pt x="28575" y="160306"/>
                    <a:pt x="160401" y="28575"/>
                    <a:pt x="322421" y="28575"/>
                  </a:cubicBezTo>
                  <a:cubicBezTo>
                    <a:pt x="484442" y="28575"/>
                    <a:pt x="616268" y="160401"/>
                    <a:pt x="616268" y="322421"/>
                  </a:cubicBezTo>
                  <a:cubicBezTo>
                    <a:pt x="616268" y="484442"/>
                    <a:pt x="484442" y="616268"/>
                    <a:pt x="322421" y="616268"/>
                  </a:cubicBezTo>
                  <a:close/>
                  <a:moveTo>
                    <a:pt x="126873" y="322421"/>
                  </a:moveTo>
                  <a:cubicBezTo>
                    <a:pt x="126873" y="332899"/>
                    <a:pt x="118301" y="341471"/>
                    <a:pt x="107823" y="341471"/>
                  </a:cubicBezTo>
                  <a:cubicBezTo>
                    <a:pt x="97346" y="341471"/>
                    <a:pt x="88583" y="332899"/>
                    <a:pt x="88583" y="322421"/>
                  </a:cubicBezTo>
                  <a:cubicBezTo>
                    <a:pt x="88583" y="311944"/>
                    <a:pt x="96869" y="303371"/>
                    <a:pt x="107442" y="303371"/>
                  </a:cubicBezTo>
                  <a:lnTo>
                    <a:pt x="107918" y="303371"/>
                  </a:lnTo>
                  <a:cubicBezTo>
                    <a:pt x="118396" y="303371"/>
                    <a:pt x="126968" y="311944"/>
                    <a:pt x="126968" y="322421"/>
                  </a:cubicBezTo>
                  <a:close/>
                  <a:moveTo>
                    <a:pt x="190500" y="322421"/>
                  </a:moveTo>
                  <a:cubicBezTo>
                    <a:pt x="190500" y="332899"/>
                    <a:pt x="181928" y="341471"/>
                    <a:pt x="171450" y="341471"/>
                  </a:cubicBezTo>
                  <a:cubicBezTo>
                    <a:pt x="160973" y="341471"/>
                    <a:pt x="152210" y="332899"/>
                    <a:pt x="152210" y="322421"/>
                  </a:cubicBezTo>
                  <a:cubicBezTo>
                    <a:pt x="152210" y="311944"/>
                    <a:pt x="160496" y="303371"/>
                    <a:pt x="170974" y="303371"/>
                  </a:cubicBezTo>
                  <a:lnTo>
                    <a:pt x="171450" y="303371"/>
                  </a:lnTo>
                  <a:cubicBezTo>
                    <a:pt x="181928" y="303371"/>
                    <a:pt x="190500" y="311944"/>
                    <a:pt x="190500" y="322421"/>
                  </a:cubicBezTo>
                  <a:close/>
                  <a:moveTo>
                    <a:pt x="271558" y="332518"/>
                  </a:moveTo>
                  <a:lnTo>
                    <a:pt x="212312" y="391763"/>
                  </a:lnTo>
                  <a:cubicBezTo>
                    <a:pt x="209550" y="394525"/>
                    <a:pt x="205835" y="395954"/>
                    <a:pt x="202216" y="395954"/>
                  </a:cubicBezTo>
                  <a:cubicBezTo>
                    <a:pt x="198596" y="395954"/>
                    <a:pt x="194881" y="394525"/>
                    <a:pt x="192119" y="391763"/>
                  </a:cubicBezTo>
                  <a:cubicBezTo>
                    <a:pt x="186500" y="386144"/>
                    <a:pt x="186500" y="377095"/>
                    <a:pt x="192119" y="371570"/>
                  </a:cubicBezTo>
                  <a:lnTo>
                    <a:pt x="241268" y="322421"/>
                  </a:lnTo>
                  <a:lnTo>
                    <a:pt x="192119" y="273272"/>
                  </a:lnTo>
                  <a:cubicBezTo>
                    <a:pt x="186500" y="267653"/>
                    <a:pt x="186500" y="258604"/>
                    <a:pt x="192119" y="253079"/>
                  </a:cubicBezTo>
                  <a:cubicBezTo>
                    <a:pt x="197739" y="247460"/>
                    <a:pt x="206788" y="247460"/>
                    <a:pt x="212312" y="253079"/>
                  </a:cubicBezTo>
                  <a:lnTo>
                    <a:pt x="271558" y="312325"/>
                  </a:lnTo>
                  <a:cubicBezTo>
                    <a:pt x="277178" y="317945"/>
                    <a:pt x="277178" y="326993"/>
                    <a:pt x="271558" y="332518"/>
                  </a:cubicBezTo>
                  <a:close/>
                  <a:moveTo>
                    <a:pt x="556260" y="322421"/>
                  </a:moveTo>
                  <a:cubicBezTo>
                    <a:pt x="556260" y="332899"/>
                    <a:pt x="547973" y="341471"/>
                    <a:pt x="537401" y="341471"/>
                  </a:cubicBezTo>
                  <a:lnTo>
                    <a:pt x="536924" y="341471"/>
                  </a:lnTo>
                  <a:cubicBezTo>
                    <a:pt x="526447" y="341471"/>
                    <a:pt x="517874" y="332899"/>
                    <a:pt x="517874" y="322421"/>
                  </a:cubicBezTo>
                  <a:cubicBezTo>
                    <a:pt x="517874" y="311944"/>
                    <a:pt x="526447" y="303371"/>
                    <a:pt x="536924" y="303371"/>
                  </a:cubicBezTo>
                  <a:cubicBezTo>
                    <a:pt x="547402" y="303371"/>
                    <a:pt x="556165" y="311944"/>
                    <a:pt x="556165" y="322421"/>
                  </a:cubicBezTo>
                  <a:close/>
                  <a:moveTo>
                    <a:pt x="492633" y="322421"/>
                  </a:moveTo>
                  <a:cubicBezTo>
                    <a:pt x="492633" y="332899"/>
                    <a:pt x="484346" y="341471"/>
                    <a:pt x="473869" y="341471"/>
                  </a:cubicBezTo>
                  <a:lnTo>
                    <a:pt x="473393" y="341471"/>
                  </a:lnTo>
                  <a:cubicBezTo>
                    <a:pt x="462915" y="341471"/>
                    <a:pt x="454343" y="332899"/>
                    <a:pt x="454343" y="322421"/>
                  </a:cubicBezTo>
                  <a:cubicBezTo>
                    <a:pt x="454343" y="311944"/>
                    <a:pt x="462915" y="303371"/>
                    <a:pt x="473393" y="303371"/>
                  </a:cubicBezTo>
                  <a:cubicBezTo>
                    <a:pt x="483870" y="303371"/>
                    <a:pt x="492633" y="311944"/>
                    <a:pt x="492633" y="322421"/>
                  </a:cubicBezTo>
                  <a:close/>
                  <a:moveTo>
                    <a:pt x="452723" y="371570"/>
                  </a:moveTo>
                  <a:cubicBezTo>
                    <a:pt x="458343" y="377190"/>
                    <a:pt x="458343" y="386239"/>
                    <a:pt x="452723" y="391763"/>
                  </a:cubicBezTo>
                  <a:cubicBezTo>
                    <a:pt x="449961" y="394525"/>
                    <a:pt x="446246" y="395954"/>
                    <a:pt x="442627" y="395954"/>
                  </a:cubicBezTo>
                  <a:cubicBezTo>
                    <a:pt x="439007" y="395954"/>
                    <a:pt x="435293" y="394525"/>
                    <a:pt x="432530" y="391763"/>
                  </a:cubicBezTo>
                  <a:lnTo>
                    <a:pt x="373285" y="332518"/>
                  </a:lnTo>
                  <a:cubicBezTo>
                    <a:pt x="367665" y="326898"/>
                    <a:pt x="367665" y="317849"/>
                    <a:pt x="373285" y="312325"/>
                  </a:cubicBezTo>
                  <a:lnTo>
                    <a:pt x="432530" y="253079"/>
                  </a:lnTo>
                  <a:cubicBezTo>
                    <a:pt x="438150" y="247460"/>
                    <a:pt x="447199" y="247460"/>
                    <a:pt x="452723" y="253079"/>
                  </a:cubicBezTo>
                  <a:cubicBezTo>
                    <a:pt x="458343" y="258699"/>
                    <a:pt x="458343" y="267748"/>
                    <a:pt x="452723" y="273272"/>
                  </a:cubicBezTo>
                  <a:lnTo>
                    <a:pt x="403574" y="322421"/>
                  </a:lnTo>
                  <a:lnTo>
                    <a:pt x="452723" y="371570"/>
                  </a:lnTo>
                  <a:close/>
                  <a:moveTo>
                    <a:pt x="341471" y="260985"/>
                  </a:moveTo>
                  <a:cubicBezTo>
                    <a:pt x="341471" y="271463"/>
                    <a:pt x="332899" y="280226"/>
                    <a:pt x="322421" y="280226"/>
                  </a:cubicBezTo>
                  <a:cubicBezTo>
                    <a:pt x="311944" y="280226"/>
                    <a:pt x="303371" y="271939"/>
                    <a:pt x="303371" y="261366"/>
                  </a:cubicBezTo>
                  <a:lnTo>
                    <a:pt x="303371" y="260890"/>
                  </a:lnTo>
                  <a:cubicBezTo>
                    <a:pt x="303371" y="250412"/>
                    <a:pt x="311944" y="241840"/>
                    <a:pt x="322421" y="241840"/>
                  </a:cubicBezTo>
                  <a:cubicBezTo>
                    <a:pt x="332899" y="241840"/>
                    <a:pt x="341471" y="250412"/>
                    <a:pt x="341471" y="260890"/>
                  </a:cubicBezTo>
                  <a:close/>
                  <a:moveTo>
                    <a:pt x="341471" y="197358"/>
                  </a:moveTo>
                  <a:cubicBezTo>
                    <a:pt x="341471" y="207836"/>
                    <a:pt x="332899" y="216599"/>
                    <a:pt x="322421" y="216599"/>
                  </a:cubicBezTo>
                  <a:cubicBezTo>
                    <a:pt x="311944" y="216599"/>
                    <a:pt x="303371" y="208312"/>
                    <a:pt x="303371" y="197834"/>
                  </a:cubicBezTo>
                  <a:lnTo>
                    <a:pt x="303371" y="197358"/>
                  </a:lnTo>
                  <a:cubicBezTo>
                    <a:pt x="303371" y="186881"/>
                    <a:pt x="311944" y="178308"/>
                    <a:pt x="322421" y="178308"/>
                  </a:cubicBezTo>
                  <a:cubicBezTo>
                    <a:pt x="332899" y="178308"/>
                    <a:pt x="341471" y="186881"/>
                    <a:pt x="341471" y="197358"/>
                  </a:cubicBezTo>
                  <a:close/>
                  <a:moveTo>
                    <a:pt x="253079" y="176784"/>
                  </a:moveTo>
                  <a:cubicBezTo>
                    <a:pt x="247460" y="171164"/>
                    <a:pt x="247460" y="162116"/>
                    <a:pt x="253079" y="156591"/>
                  </a:cubicBezTo>
                  <a:lnTo>
                    <a:pt x="312325" y="97346"/>
                  </a:lnTo>
                  <a:cubicBezTo>
                    <a:pt x="317945" y="91726"/>
                    <a:pt x="326993" y="91726"/>
                    <a:pt x="332518" y="97346"/>
                  </a:cubicBezTo>
                  <a:lnTo>
                    <a:pt x="391763" y="156591"/>
                  </a:lnTo>
                  <a:cubicBezTo>
                    <a:pt x="397383" y="162211"/>
                    <a:pt x="397383" y="171260"/>
                    <a:pt x="391763" y="176784"/>
                  </a:cubicBezTo>
                  <a:cubicBezTo>
                    <a:pt x="389001" y="179546"/>
                    <a:pt x="385286" y="180975"/>
                    <a:pt x="381667" y="180975"/>
                  </a:cubicBezTo>
                  <a:cubicBezTo>
                    <a:pt x="378047" y="180975"/>
                    <a:pt x="374333" y="179546"/>
                    <a:pt x="371570" y="176784"/>
                  </a:cubicBezTo>
                  <a:lnTo>
                    <a:pt x="322421" y="127635"/>
                  </a:lnTo>
                  <a:lnTo>
                    <a:pt x="273272" y="176784"/>
                  </a:lnTo>
                  <a:cubicBezTo>
                    <a:pt x="267653" y="182404"/>
                    <a:pt x="258604" y="182404"/>
                    <a:pt x="253079" y="176784"/>
                  </a:cubicBezTo>
                  <a:close/>
                  <a:moveTo>
                    <a:pt x="341471" y="383858"/>
                  </a:moveTo>
                  <a:cubicBezTo>
                    <a:pt x="341471" y="394335"/>
                    <a:pt x="332899" y="402908"/>
                    <a:pt x="322421" y="402908"/>
                  </a:cubicBezTo>
                  <a:cubicBezTo>
                    <a:pt x="311944" y="402908"/>
                    <a:pt x="303371" y="394335"/>
                    <a:pt x="303371" y="383858"/>
                  </a:cubicBezTo>
                  <a:cubicBezTo>
                    <a:pt x="303371" y="373380"/>
                    <a:pt x="311944" y="364617"/>
                    <a:pt x="322421" y="364617"/>
                  </a:cubicBezTo>
                  <a:cubicBezTo>
                    <a:pt x="332899" y="364617"/>
                    <a:pt x="341471" y="372904"/>
                    <a:pt x="341471" y="383476"/>
                  </a:cubicBezTo>
                  <a:lnTo>
                    <a:pt x="341471" y="383953"/>
                  </a:lnTo>
                  <a:close/>
                  <a:moveTo>
                    <a:pt x="341471" y="446913"/>
                  </a:moveTo>
                  <a:lnTo>
                    <a:pt x="341471" y="447389"/>
                  </a:lnTo>
                  <a:cubicBezTo>
                    <a:pt x="341471" y="457867"/>
                    <a:pt x="332899" y="466439"/>
                    <a:pt x="322421" y="466439"/>
                  </a:cubicBezTo>
                  <a:cubicBezTo>
                    <a:pt x="311944" y="466439"/>
                    <a:pt x="303371" y="457867"/>
                    <a:pt x="303371" y="447389"/>
                  </a:cubicBezTo>
                  <a:cubicBezTo>
                    <a:pt x="303371" y="436912"/>
                    <a:pt x="311944" y="428149"/>
                    <a:pt x="322421" y="428149"/>
                  </a:cubicBezTo>
                  <a:cubicBezTo>
                    <a:pt x="332899" y="428149"/>
                    <a:pt x="341471" y="436436"/>
                    <a:pt x="341471" y="446913"/>
                  </a:cubicBezTo>
                  <a:close/>
                  <a:moveTo>
                    <a:pt x="391763" y="467963"/>
                  </a:moveTo>
                  <a:cubicBezTo>
                    <a:pt x="397383" y="473583"/>
                    <a:pt x="397383" y="482632"/>
                    <a:pt x="391763" y="488156"/>
                  </a:cubicBezTo>
                  <a:lnTo>
                    <a:pt x="332518" y="547402"/>
                  </a:lnTo>
                  <a:cubicBezTo>
                    <a:pt x="329756" y="550164"/>
                    <a:pt x="326041" y="551593"/>
                    <a:pt x="322421" y="551593"/>
                  </a:cubicBezTo>
                  <a:cubicBezTo>
                    <a:pt x="318802" y="551593"/>
                    <a:pt x="315087" y="550164"/>
                    <a:pt x="312325" y="547402"/>
                  </a:cubicBezTo>
                  <a:lnTo>
                    <a:pt x="253079" y="488156"/>
                  </a:lnTo>
                  <a:cubicBezTo>
                    <a:pt x="247460" y="482537"/>
                    <a:pt x="247460" y="473488"/>
                    <a:pt x="253079" y="467963"/>
                  </a:cubicBezTo>
                  <a:cubicBezTo>
                    <a:pt x="258699" y="462344"/>
                    <a:pt x="267748" y="462344"/>
                    <a:pt x="273272" y="467963"/>
                  </a:cubicBezTo>
                  <a:lnTo>
                    <a:pt x="322421" y="517112"/>
                  </a:lnTo>
                  <a:lnTo>
                    <a:pt x="371570" y="467963"/>
                  </a:lnTo>
                  <a:cubicBezTo>
                    <a:pt x="377190" y="462344"/>
                    <a:pt x="386239" y="462344"/>
                    <a:pt x="391763" y="467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82814" tIns="91382" rIns="182814" bIns="91382" anchor="ctr" anchorCtr="0">
              <a:noAutofit/>
            </a:bodyPr>
            <a:lstStyle/>
            <a:p>
              <a:pPr marL="0" marR="0" lvl="0" indent="0" algn="l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Tx/>
                <a:buNone/>
                <a:tabLst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D1028AD-932E-5A0F-0A27-45FAE62604A6}"/>
              </a:ext>
            </a:extLst>
          </p:cNvPr>
          <p:cNvGrpSpPr/>
          <p:nvPr/>
        </p:nvGrpSpPr>
        <p:grpSpPr>
          <a:xfrm>
            <a:off x="2683040" y="2783970"/>
            <a:ext cx="314713" cy="314713"/>
            <a:chOff x="5806912" y="3810931"/>
            <a:chExt cx="829762" cy="829762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012AFBD-AEAC-EF9E-656C-2E3531A5DDB1}"/>
                </a:ext>
              </a:extLst>
            </p:cNvPr>
            <p:cNvSpPr/>
            <p:nvPr/>
          </p:nvSpPr>
          <p:spPr>
            <a:xfrm>
              <a:off x="5806912" y="3810931"/>
              <a:ext cx="829762" cy="82976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39" name="Google Shape;388;p11">
              <a:extLst>
                <a:ext uri="{FF2B5EF4-FFF2-40B4-BE49-F238E27FC236}">
                  <a16:creationId xmlns:a16="http://schemas.microsoft.com/office/drawing/2014/main" id="{8F34F429-02B4-9A2B-8234-7A6B2C45B5A5}"/>
                </a:ext>
              </a:extLst>
            </p:cNvPr>
            <p:cNvSpPr/>
            <p:nvPr/>
          </p:nvSpPr>
          <p:spPr>
            <a:xfrm>
              <a:off x="5949286" y="3942664"/>
              <a:ext cx="555162" cy="555162"/>
            </a:xfrm>
            <a:custGeom>
              <a:avLst/>
              <a:gdLst/>
              <a:ahLst/>
              <a:cxnLst/>
              <a:rect l="l" t="t" r="r" b="b"/>
              <a:pathLst>
                <a:path w="644842" h="644842" extrusionOk="0">
                  <a:moveTo>
                    <a:pt x="322421" y="0"/>
                  </a:moveTo>
                  <a:cubicBezTo>
                    <a:pt x="144590" y="0"/>
                    <a:pt x="0" y="144590"/>
                    <a:pt x="0" y="322421"/>
                  </a:cubicBezTo>
                  <a:cubicBezTo>
                    <a:pt x="0" y="500253"/>
                    <a:pt x="144590" y="644843"/>
                    <a:pt x="322421" y="644843"/>
                  </a:cubicBezTo>
                  <a:cubicBezTo>
                    <a:pt x="500253" y="644843"/>
                    <a:pt x="644843" y="500253"/>
                    <a:pt x="644843" y="322421"/>
                  </a:cubicBezTo>
                  <a:cubicBezTo>
                    <a:pt x="644843" y="144590"/>
                    <a:pt x="500158" y="0"/>
                    <a:pt x="322421" y="0"/>
                  </a:cubicBezTo>
                  <a:close/>
                  <a:moveTo>
                    <a:pt x="322421" y="616172"/>
                  </a:moveTo>
                  <a:cubicBezTo>
                    <a:pt x="160401" y="616172"/>
                    <a:pt x="28575" y="484346"/>
                    <a:pt x="28575" y="322326"/>
                  </a:cubicBezTo>
                  <a:cubicBezTo>
                    <a:pt x="28575" y="160306"/>
                    <a:pt x="160401" y="28575"/>
                    <a:pt x="322421" y="28575"/>
                  </a:cubicBezTo>
                  <a:cubicBezTo>
                    <a:pt x="484442" y="28575"/>
                    <a:pt x="616268" y="160401"/>
                    <a:pt x="616268" y="322421"/>
                  </a:cubicBezTo>
                  <a:cubicBezTo>
                    <a:pt x="616268" y="484442"/>
                    <a:pt x="484442" y="616268"/>
                    <a:pt x="322421" y="616268"/>
                  </a:cubicBezTo>
                  <a:close/>
                  <a:moveTo>
                    <a:pt x="126873" y="322421"/>
                  </a:moveTo>
                  <a:cubicBezTo>
                    <a:pt x="126873" y="332899"/>
                    <a:pt x="118301" y="341471"/>
                    <a:pt x="107823" y="341471"/>
                  </a:cubicBezTo>
                  <a:cubicBezTo>
                    <a:pt x="97346" y="341471"/>
                    <a:pt x="88583" y="332899"/>
                    <a:pt x="88583" y="322421"/>
                  </a:cubicBezTo>
                  <a:cubicBezTo>
                    <a:pt x="88583" y="311944"/>
                    <a:pt x="96869" y="303371"/>
                    <a:pt x="107442" y="303371"/>
                  </a:cubicBezTo>
                  <a:lnTo>
                    <a:pt x="107918" y="303371"/>
                  </a:lnTo>
                  <a:cubicBezTo>
                    <a:pt x="118396" y="303371"/>
                    <a:pt x="126968" y="311944"/>
                    <a:pt x="126968" y="322421"/>
                  </a:cubicBezTo>
                  <a:close/>
                  <a:moveTo>
                    <a:pt x="190500" y="322421"/>
                  </a:moveTo>
                  <a:cubicBezTo>
                    <a:pt x="190500" y="332899"/>
                    <a:pt x="181928" y="341471"/>
                    <a:pt x="171450" y="341471"/>
                  </a:cubicBezTo>
                  <a:cubicBezTo>
                    <a:pt x="160973" y="341471"/>
                    <a:pt x="152210" y="332899"/>
                    <a:pt x="152210" y="322421"/>
                  </a:cubicBezTo>
                  <a:cubicBezTo>
                    <a:pt x="152210" y="311944"/>
                    <a:pt x="160496" y="303371"/>
                    <a:pt x="170974" y="303371"/>
                  </a:cubicBezTo>
                  <a:lnTo>
                    <a:pt x="171450" y="303371"/>
                  </a:lnTo>
                  <a:cubicBezTo>
                    <a:pt x="181928" y="303371"/>
                    <a:pt x="190500" y="311944"/>
                    <a:pt x="190500" y="322421"/>
                  </a:cubicBezTo>
                  <a:close/>
                  <a:moveTo>
                    <a:pt x="271558" y="332518"/>
                  </a:moveTo>
                  <a:lnTo>
                    <a:pt x="212312" y="391763"/>
                  </a:lnTo>
                  <a:cubicBezTo>
                    <a:pt x="209550" y="394525"/>
                    <a:pt x="205835" y="395954"/>
                    <a:pt x="202216" y="395954"/>
                  </a:cubicBezTo>
                  <a:cubicBezTo>
                    <a:pt x="198596" y="395954"/>
                    <a:pt x="194881" y="394525"/>
                    <a:pt x="192119" y="391763"/>
                  </a:cubicBezTo>
                  <a:cubicBezTo>
                    <a:pt x="186500" y="386144"/>
                    <a:pt x="186500" y="377095"/>
                    <a:pt x="192119" y="371570"/>
                  </a:cubicBezTo>
                  <a:lnTo>
                    <a:pt x="241268" y="322421"/>
                  </a:lnTo>
                  <a:lnTo>
                    <a:pt x="192119" y="273272"/>
                  </a:lnTo>
                  <a:cubicBezTo>
                    <a:pt x="186500" y="267653"/>
                    <a:pt x="186500" y="258604"/>
                    <a:pt x="192119" y="253079"/>
                  </a:cubicBezTo>
                  <a:cubicBezTo>
                    <a:pt x="197739" y="247460"/>
                    <a:pt x="206788" y="247460"/>
                    <a:pt x="212312" y="253079"/>
                  </a:cubicBezTo>
                  <a:lnTo>
                    <a:pt x="271558" y="312325"/>
                  </a:lnTo>
                  <a:cubicBezTo>
                    <a:pt x="277178" y="317945"/>
                    <a:pt x="277178" y="326993"/>
                    <a:pt x="271558" y="332518"/>
                  </a:cubicBezTo>
                  <a:close/>
                  <a:moveTo>
                    <a:pt x="556260" y="322421"/>
                  </a:moveTo>
                  <a:cubicBezTo>
                    <a:pt x="556260" y="332899"/>
                    <a:pt x="547973" y="341471"/>
                    <a:pt x="537401" y="341471"/>
                  </a:cubicBezTo>
                  <a:lnTo>
                    <a:pt x="536924" y="341471"/>
                  </a:lnTo>
                  <a:cubicBezTo>
                    <a:pt x="526447" y="341471"/>
                    <a:pt x="517874" y="332899"/>
                    <a:pt x="517874" y="322421"/>
                  </a:cubicBezTo>
                  <a:cubicBezTo>
                    <a:pt x="517874" y="311944"/>
                    <a:pt x="526447" y="303371"/>
                    <a:pt x="536924" y="303371"/>
                  </a:cubicBezTo>
                  <a:cubicBezTo>
                    <a:pt x="547402" y="303371"/>
                    <a:pt x="556165" y="311944"/>
                    <a:pt x="556165" y="322421"/>
                  </a:cubicBezTo>
                  <a:close/>
                  <a:moveTo>
                    <a:pt x="492633" y="322421"/>
                  </a:moveTo>
                  <a:cubicBezTo>
                    <a:pt x="492633" y="332899"/>
                    <a:pt x="484346" y="341471"/>
                    <a:pt x="473869" y="341471"/>
                  </a:cubicBezTo>
                  <a:lnTo>
                    <a:pt x="473393" y="341471"/>
                  </a:lnTo>
                  <a:cubicBezTo>
                    <a:pt x="462915" y="341471"/>
                    <a:pt x="454343" y="332899"/>
                    <a:pt x="454343" y="322421"/>
                  </a:cubicBezTo>
                  <a:cubicBezTo>
                    <a:pt x="454343" y="311944"/>
                    <a:pt x="462915" y="303371"/>
                    <a:pt x="473393" y="303371"/>
                  </a:cubicBezTo>
                  <a:cubicBezTo>
                    <a:pt x="483870" y="303371"/>
                    <a:pt x="492633" y="311944"/>
                    <a:pt x="492633" y="322421"/>
                  </a:cubicBezTo>
                  <a:close/>
                  <a:moveTo>
                    <a:pt x="452723" y="371570"/>
                  </a:moveTo>
                  <a:cubicBezTo>
                    <a:pt x="458343" y="377190"/>
                    <a:pt x="458343" y="386239"/>
                    <a:pt x="452723" y="391763"/>
                  </a:cubicBezTo>
                  <a:cubicBezTo>
                    <a:pt x="449961" y="394525"/>
                    <a:pt x="446246" y="395954"/>
                    <a:pt x="442627" y="395954"/>
                  </a:cubicBezTo>
                  <a:cubicBezTo>
                    <a:pt x="439007" y="395954"/>
                    <a:pt x="435293" y="394525"/>
                    <a:pt x="432530" y="391763"/>
                  </a:cubicBezTo>
                  <a:lnTo>
                    <a:pt x="373285" y="332518"/>
                  </a:lnTo>
                  <a:cubicBezTo>
                    <a:pt x="367665" y="326898"/>
                    <a:pt x="367665" y="317849"/>
                    <a:pt x="373285" y="312325"/>
                  </a:cubicBezTo>
                  <a:lnTo>
                    <a:pt x="432530" y="253079"/>
                  </a:lnTo>
                  <a:cubicBezTo>
                    <a:pt x="438150" y="247460"/>
                    <a:pt x="447199" y="247460"/>
                    <a:pt x="452723" y="253079"/>
                  </a:cubicBezTo>
                  <a:cubicBezTo>
                    <a:pt x="458343" y="258699"/>
                    <a:pt x="458343" y="267748"/>
                    <a:pt x="452723" y="273272"/>
                  </a:cubicBezTo>
                  <a:lnTo>
                    <a:pt x="403574" y="322421"/>
                  </a:lnTo>
                  <a:lnTo>
                    <a:pt x="452723" y="371570"/>
                  </a:lnTo>
                  <a:close/>
                  <a:moveTo>
                    <a:pt x="341471" y="260985"/>
                  </a:moveTo>
                  <a:cubicBezTo>
                    <a:pt x="341471" y="271463"/>
                    <a:pt x="332899" y="280226"/>
                    <a:pt x="322421" y="280226"/>
                  </a:cubicBezTo>
                  <a:cubicBezTo>
                    <a:pt x="311944" y="280226"/>
                    <a:pt x="303371" y="271939"/>
                    <a:pt x="303371" y="261366"/>
                  </a:cubicBezTo>
                  <a:lnTo>
                    <a:pt x="303371" y="260890"/>
                  </a:lnTo>
                  <a:cubicBezTo>
                    <a:pt x="303371" y="250412"/>
                    <a:pt x="311944" y="241840"/>
                    <a:pt x="322421" y="241840"/>
                  </a:cubicBezTo>
                  <a:cubicBezTo>
                    <a:pt x="332899" y="241840"/>
                    <a:pt x="341471" y="250412"/>
                    <a:pt x="341471" y="260890"/>
                  </a:cubicBezTo>
                  <a:close/>
                  <a:moveTo>
                    <a:pt x="341471" y="197358"/>
                  </a:moveTo>
                  <a:cubicBezTo>
                    <a:pt x="341471" y="207836"/>
                    <a:pt x="332899" y="216599"/>
                    <a:pt x="322421" y="216599"/>
                  </a:cubicBezTo>
                  <a:cubicBezTo>
                    <a:pt x="311944" y="216599"/>
                    <a:pt x="303371" y="208312"/>
                    <a:pt x="303371" y="197834"/>
                  </a:cubicBezTo>
                  <a:lnTo>
                    <a:pt x="303371" y="197358"/>
                  </a:lnTo>
                  <a:cubicBezTo>
                    <a:pt x="303371" y="186881"/>
                    <a:pt x="311944" y="178308"/>
                    <a:pt x="322421" y="178308"/>
                  </a:cubicBezTo>
                  <a:cubicBezTo>
                    <a:pt x="332899" y="178308"/>
                    <a:pt x="341471" y="186881"/>
                    <a:pt x="341471" y="197358"/>
                  </a:cubicBezTo>
                  <a:close/>
                  <a:moveTo>
                    <a:pt x="253079" y="176784"/>
                  </a:moveTo>
                  <a:cubicBezTo>
                    <a:pt x="247460" y="171164"/>
                    <a:pt x="247460" y="162116"/>
                    <a:pt x="253079" y="156591"/>
                  </a:cubicBezTo>
                  <a:lnTo>
                    <a:pt x="312325" y="97346"/>
                  </a:lnTo>
                  <a:cubicBezTo>
                    <a:pt x="317945" y="91726"/>
                    <a:pt x="326993" y="91726"/>
                    <a:pt x="332518" y="97346"/>
                  </a:cubicBezTo>
                  <a:lnTo>
                    <a:pt x="391763" y="156591"/>
                  </a:lnTo>
                  <a:cubicBezTo>
                    <a:pt x="397383" y="162211"/>
                    <a:pt x="397383" y="171260"/>
                    <a:pt x="391763" y="176784"/>
                  </a:cubicBezTo>
                  <a:cubicBezTo>
                    <a:pt x="389001" y="179546"/>
                    <a:pt x="385286" y="180975"/>
                    <a:pt x="381667" y="180975"/>
                  </a:cubicBezTo>
                  <a:cubicBezTo>
                    <a:pt x="378047" y="180975"/>
                    <a:pt x="374333" y="179546"/>
                    <a:pt x="371570" y="176784"/>
                  </a:cubicBezTo>
                  <a:lnTo>
                    <a:pt x="322421" y="127635"/>
                  </a:lnTo>
                  <a:lnTo>
                    <a:pt x="273272" y="176784"/>
                  </a:lnTo>
                  <a:cubicBezTo>
                    <a:pt x="267653" y="182404"/>
                    <a:pt x="258604" y="182404"/>
                    <a:pt x="253079" y="176784"/>
                  </a:cubicBezTo>
                  <a:close/>
                  <a:moveTo>
                    <a:pt x="341471" y="383858"/>
                  </a:moveTo>
                  <a:cubicBezTo>
                    <a:pt x="341471" y="394335"/>
                    <a:pt x="332899" y="402908"/>
                    <a:pt x="322421" y="402908"/>
                  </a:cubicBezTo>
                  <a:cubicBezTo>
                    <a:pt x="311944" y="402908"/>
                    <a:pt x="303371" y="394335"/>
                    <a:pt x="303371" y="383858"/>
                  </a:cubicBezTo>
                  <a:cubicBezTo>
                    <a:pt x="303371" y="373380"/>
                    <a:pt x="311944" y="364617"/>
                    <a:pt x="322421" y="364617"/>
                  </a:cubicBezTo>
                  <a:cubicBezTo>
                    <a:pt x="332899" y="364617"/>
                    <a:pt x="341471" y="372904"/>
                    <a:pt x="341471" y="383476"/>
                  </a:cubicBezTo>
                  <a:lnTo>
                    <a:pt x="341471" y="383953"/>
                  </a:lnTo>
                  <a:close/>
                  <a:moveTo>
                    <a:pt x="341471" y="446913"/>
                  </a:moveTo>
                  <a:lnTo>
                    <a:pt x="341471" y="447389"/>
                  </a:lnTo>
                  <a:cubicBezTo>
                    <a:pt x="341471" y="457867"/>
                    <a:pt x="332899" y="466439"/>
                    <a:pt x="322421" y="466439"/>
                  </a:cubicBezTo>
                  <a:cubicBezTo>
                    <a:pt x="311944" y="466439"/>
                    <a:pt x="303371" y="457867"/>
                    <a:pt x="303371" y="447389"/>
                  </a:cubicBezTo>
                  <a:cubicBezTo>
                    <a:pt x="303371" y="436912"/>
                    <a:pt x="311944" y="428149"/>
                    <a:pt x="322421" y="428149"/>
                  </a:cubicBezTo>
                  <a:cubicBezTo>
                    <a:pt x="332899" y="428149"/>
                    <a:pt x="341471" y="436436"/>
                    <a:pt x="341471" y="446913"/>
                  </a:cubicBezTo>
                  <a:close/>
                  <a:moveTo>
                    <a:pt x="391763" y="467963"/>
                  </a:moveTo>
                  <a:cubicBezTo>
                    <a:pt x="397383" y="473583"/>
                    <a:pt x="397383" y="482632"/>
                    <a:pt x="391763" y="488156"/>
                  </a:cubicBezTo>
                  <a:lnTo>
                    <a:pt x="332518" y="547402"/>
                  </a:lnTo>
                  <a:cubicBezTo>
                    <a:pt x="329756" y="550164"/>
                    <a:pt x="326041" y="551593"/>
                    <a:pt x="322421" y="551593"/>
                  </a:cubicBezTo>
                  <a:cubicBezTo>
                    <a:pt x="318802" y="551593"/>
                    <a:pt x="315087" y="550164"/>
                    <a:pt x="312325" y="547402"/>
                  </a:cubicBezTo>
                  <a:lnTo>
                    <a:pt x="253079" y="488156"/>
                  </a:lnTo>
                  <a:cubicBezTo>
                    <a:pt x="247460" y="482537"/>
                    <a:pt x="247460" y="473488"/>
                    <a:pt x="253079" y="467963"/>
                  </a:cubicBezTo>
                  <a:cubicBezTo>
                    <a:pt x="258699" y="462344"/>
                    <a:pt x="267748" y="462344"/>
                    <a:pt x="273272" y="467963"/>
                  </a:cubicBezTo>
                  <a:lnTo>
                    <a:pt x="322421" y="517112"/>
                  </a:lnTo>
                  <a:lnTo>
                    <a:pt x="371570" y="467963"/>
                  </a:lnTo>
                  <a:cubicBezTo>
                    <a:pt x="377190" y="462344"/>
                    <a:pt x="386239" y="462344"/>
                    <a:pt x="391763" y="467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82814" tIns="91382" rIns="182814" bIns="91382" anchor="ctr" anchorCtr="0">
              <a:noAutofit/>
            </a:bodyPr>
            <a:lstStyle/>
            <a:p>
              <a:pPr marL="0" marR="0" lvl="0" indent="0" algn="l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B7F0CB-3DC2-21A5-2E3F-6C9EFDFEEB73}"/>
              </a:ext>
            </a:extLst>
          </p:cNvPr>
          <p:cNvGrpSpPr/>
          <p:nvPr/>
        </p:nvGrpSpPr>
        <p:grpSpPr>
          <a:xfrm>
            <a:off x="2688550" y="2297412"/>
            <a:ext cx="295637" cy="295637"/>
            <a:chOff x="5806912" y="3810931"/>
            <a:chExt cx="829762" cy="829762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F920A07-88A7-4D97-6B71-975610F4E170}"/>
                </a:ext>
              </a:extLst>
            </p:cNvPr>
            <p:cNvSpPr/>
            <p:nvPr/>
          </p:nvSpPr>
          <p:spPr>
            <a:xfrm>
              <a:off x="5806912" y="3810931"/>
              <a:ext cx="829762" cy="82976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42" name="Google Shape;388;p11">
              <a:extLst>
                <a:ext uri="{FF2B5EF4-FFF2-40B4-BE49-F238E27FC236}">
                  <a16:creationId xmlns:a16="http://schemas.microsoft.com/office/drawing/2014/main" id="{E584F747-60E6-0608-0B6B-C38FDAA24477}"/>
                </a:ext>
              </a:extLst>
            </p:cNvPr>
            <p:cNvSpPr/>
            <p:nvPr/>
          </p:nvSpPr>
          <p:spPr>
            <a:xfrm>
              <a:off x="5949286" y="3942664"/>
              <a:ext cx="555162" cy="555162"/>
            </a:xfrm>
            <a:custGeom>
              <a:avLst/>
              <a:gdLst/>
              <a:ahLst/>
              <a:cxnLst/>
              <a:rect l="l" t="t" r="r" b="b"/>
              <a:pathLst>
                <a:path w="644842" h="644842" extrusionOk="0">
                  <a:moveTo>
                    <a:pt x="322421" y="0"/>
                  </a:moveTo>
                  <a:cubicBezTo>
                    <a:pt x="144590" y="0"/>
                    <a:pt x="0" y="144590"/>
                    <a:pt x="0" y="322421"/>
                  </a:cubicBezTo>
                  <a:cubicBezTo>
                    <a:pt x="0" y="500253"/>
                    <a:pt x="144590" y="644843"/>
                    <a:pt x="322421" y="644843"/>
                  </a:cubicBezTo>
                  <a:cubicBezTo>
                    <a:pt x="500253" y="644843"/>
                    <a:pt x="644843" y="500253"/>
                    <a:pt x="644843" y="322421"/>
                  </a:cubicBezTo>
                  <a:cubicBezTo>
                    <a:pt x="644843" y="144590"/>
                    <a:pt x="500158" y="0"/>
                    <a:pt x="322421" y="0"/>
                  </a:cubicBezTo>
                  <a:close/>
                  <a:moveTo>
                    <a:pt x="322421" y="616172"/>
                  </a:moveTo>
                  <a:cubicBezTo>
                    <a:pt x="160401" y="616172"/>
                    <a:pt x="28575" y="484346"/>
                    <a:pt x="28575" y="322326"/>
                  </a:cubicBezTo>
                  <a:cubicBezTo>
                    <a:pt x="28575" y="160306"/>
                    <a:pt x="160401" y="28575"/>
                    <a:pt x="322421" y="28575"/>
                  </a:cubicBezTo>
                  <a:cubicBezTo>
                    <a:pt x="484442" y="28575"/>
                    <a:pt x="616268" y="160401"/>
                    <a:pt x="616268" y="322421"/>
                  </a:cubicBezTo>
                  <a:cubicBezTo>
                    <a:pt x="616268" y="484442"/>
                    <a:pt x="484442" y="616268"/>
                    <a:pt x="322421" y="616268"/>
                  </a:cubicBezTo>
                  <a:close/>
                  <a:moveTo>
                    <a:pt x="126873" y="322421"/>
                  </a:moveTo>
                  <a:cubicBezTo>
                    <a:pt x="126873" y="332899"/>
                    <a:pt x="118301" y="341471"/>
                    <a:pt x="107823" y="341471"/>
                  </a:cubicBezTo>
                  <a:cubicBezTo>
                    <a:pt x="97346" y="341471"/>
                    <a:pt x="88583" y="332899"/>
                    <a:pt x="88583" y="322421"/>
                  </a:cubicBezTo>
                  <a:cubicBezTo>
                    <a:pt x="88583" y="311944"/>
                    <a:pt x="96869" y="303371"/>
                    <a:pt x="107442" y="303371"/>
                  </a:cubicBezTo>
                  <a:lnTo>
                    <a:pt x="107918" y="303371"/>
                  </a:lnTo>
                  <a:cubicBezTo>
                    <a:pt x="118396" y="303371"/>
                    <a:pt x="126968" y="311944"/>
                    <a:pt x="126968" y="322421"/>
                  </a:cubicBezTo>
                  <a:close/>
                  <a:moveTo>
                    <a:pt x="190500" y="322421"/>
                  </a:moveTo>
                  <a:cubicBezTo>
                    <a:pt x="190500" y="332899"/>
                    <a:pt x="181928" y="341471"/>
                    <a:pt x="171450" y="341471"/>
                  </a:cubicBezTo>
                  <a:cubicBezTo>
                    <a:pt x="160973" y="341471"/>
                    <a:pt x="152210" y="332899"/>
                    <a:pt x="152210" y="322421"/>
                  </a:cubicBezTo>
                  <a:cubicBezTo>
                    <a:pt x="152210" y="311944"/>
                    <a:pt x="160496" y="303371"/>
                    <a:pt x="170974" y="303371"/>
                  </a:cubicBezTo>
                  <a:lnTo>
                    <a:pt x="171450" y="303371"/>
                  </a:lnTo>
                  <a:cubicBezTo>
                    <a:pt x="181928" y="303371"/>
                    <a:pt x="190500" y="311944"/>
                    <a:pt x="190500" y="322421"/>
                  </a:cubicBezTo>
                  <a:close/>
                  <a:moveTo>
                    <a:pt x="271558" y="332518"/>
                  </a:moveTo>
                  <a:lnTo>
                    <a:pt x="212312" y="391763"/>
                  </a:lnTo>
                  <a:cubicBezTo>
                    <a:pt x="209550" y="394525"/>
                    <a:pt x="205835" y="395954"/>
                    <a:pt x="202216" y="395954"/>
                  </a:cubicBezTo>
                  <a:cubicBezTo>
                    <a:pt x="198596" y="395954"/>
                    <a:pt x="194881" y="394525"/>
                    <a:pt x="192119" y="391763"/>
                  </a:cubicBezTo>
                  <a:cubicBezTo>
                    <a:pt x="186500" y="386144"/>
                    <a:pt x="186500" y="377095"/>
                    <a:pt x="192119" y="371570"/>
                  </a:cubicBezTo>
                  <a:lnTo>
                    <a:pt x="241268" y="322421"/>
                  </a:lnTo>
                  <a:lnTo>
                    <a:pt x="192119" y="273272"/>
                  </a:lnTo>
                  <a:cubicBezTo>
                    <a:pt x="186500" y="267653"/>
                    <a:pt x="186500" y="258604"/>
                    <a:pt x="192119" y="253079"/>
                  </a:cubicBezTo>
                  <a:cubicBezTo>
                    <a:pt x="197739" y="247460"/>
                    <a:pt x="206788" y="247460"/>
                    <a:pt x="212312" y="253079"/>
                  </a:cubicBezTo>
                  <a:lnTo>
                    <a:pt x="271558" y="312325"/>
                  </a:lnTo>
                  <a:cubicBezTo>
                    <a:pt x="277178" y="317945"/>
                    <a:pt x="277178" y="326993"/>
                    <a:pt x="271558" y="332518"/>
                  </a:cubicBezTo>
                  <a:close/>
                  <a:moveTo>
                    <a:pt x="556260" y="322421"/>
                  </a:moveTo>
                  <a:cubicBezTo>
                    <a:pt x="556260" y="332899"/>
                    <a:pt x="547973" y="341471"/>
                    <a:pt x="537401" y="341471"/>
                  </a:cubicBezTo>
                  <a:lnTo>
                    <a:pt x="536924" y="341471"/>
                  </a:lnTo>
                  <a:cubicBezTo>
                    <a:pt x="526447" y="341471"/>
                    <a:pt x="517874" y="332899"/>
                    <a:pt x="517874" y="322421"/>
                  </a:cubicBezTo>
                  <a:cubicBezTo>
                    <a:pt x="517874" y="311944"/>
                    <a:pt x="526447" y="303371"/>
                    <a:pt x="536924" y="303371"/>
                  </a:cubicBezTo>
                  <a:cubicBezTo>
                    <a:pt x="547402" y="303371"/>
                    <a:pt x="556165" y="311944"/>
                    <a:pt x="556165" y="322421"/>
                  </a:cubicBezTo>
                  <a:close/>
                  <a:moveTo>
                    <a:pt x="492633" y="322421"/>
                  </a:moveTo>
                  <a:cubicBezTo>
                    <a:pt x="492633" y="332899"/>
                    <a:pt x="484346" y="341471"/>
                    <a:pt x="473869" y="341471"/>
                  </a:cubicBezTo>
                  <a:lnTo>
                    <a:pt x="473393" y="341471"/>
                  </a:lnTo>
                  <a:cubicBezTo>
                    <a:pt x="462915" y="341471"/>
                    <a:pt x="454343" y="332899"/>
                    <a:pt x="454343" y="322421"/>
                  </a:cubicBezTo>
                  <a:cubicBezTo>
                    <a:pt x="454343" y="311944"/>
                    <a:pt x="462915" y="303371"/>
                    <a:pt x="473393" y="303371"/>
                  </a:cubicBezTo>
                  <a:cubicBezTo>
                    <a:pt x="483870" y="303371"/>
                    <a:pt x="492633" y="311944"/>
                    <a:pt x="492633" y="322421"/>
                  </a:cubicBezTo>
                  <a:close/>
                  <a:moveTo>
                    <a:pt x="452723" y="371570"/>
                  </a:moveTo>
                  <a:cubicBezTo>
                    <a:pt x="458343" y="377190"/>
                    <a:pt x="458343" y="386239"/>
                    <a:pt x="452723" y="391763"/>
                  </a:cubicBezTo>
                  <a:cubicBezTo>
                    <a:pt x="449961" y="394525"/>
                    <a:pt x="446246" y="395954"/>
                    <a:pt x="442627" y="395954"/>
                  </a:cubicBezTo>
                  <a:cubicBezTo>
                    <a:pt x="439007" y="395954"/>
                    <a:pt x="435293" y="394525"/>
                    <a:pt x="432530" y="391763"/>
                  </a:cubicBezTo>
                  <a:lnTo>
                    <a:pt x="373285" y="332518"/>
                  </a:lnTo>
                  <a:cubicBezTo>
                    <a:pt x="367665" y="326898"/>
                    <a:pt x="367665" y="317849"/>
                    <a:pt x="373285" y="312325"/>
                  </a:cubicBezTo>
                  <a:lnTo>
                    <a:pt x="432530" y="253079"/>
                  </a:lnTo>
                  <a:cubicBezTo>
                    <a:pt x="438150" y="247460"/>
                    <a:pt x="447199" y="247460"/>
                    <a:pt x="452723" y="253079"/>
                  </a:cubicBezTo>
                  <a:cubicBezTo>
                    <a:pt x="458343" y="258699"/>
                    <a:pt x="458343" y="267748"/>
                    <a:pt x="452723" y="273272"/>
                  </a:cubicBezTo>
                  <a:lnTo>
                    <a:pt x="403574" y="322421"/>
                  </a:lnTo>
                  <a:lnTo>
                    <a:pt x="452723" y="371570"/>
                  </a:lnTo>
                  <a:close/>
                  <a:moveTo>
                    <a:pt x="341471" y="260985"/>
                  </a:moveTo>
                  <a:cubicBezTo>
                    <a:pt x="341471" y="271463"/>
                    <a:pt x="332899" y="280226"/>
                    <a:pt x="322421" y="280226"/>
                  </a:cubicBezTo>
                  <a:cubicBezTo>
                    <a:pt x="311944" y="280226"/>
                    <a:pt x="303371" y="271939"/>
                    <a:pt x="303371" y="261366"/>
                  </a:cubicBezTo>
                  <a:lnTo>
                    <a:pt x="303371" y="260890"/>
                  </a:lnTo>
                  <a:cubicBezTo>
                    <a:pt x="303371" y="250412"/>
                    <a:pt x="311944" y="241840"/>
                    <a:pt x="322421" y="241840"/>
                  </a:cubicBezTo>
                  <a:cubicBezTo>
                    <a:pt x="332899" y="241840"/>
                    <a:pt x="341471" y="250412"/>
                    <a:pt x="341471" y="260890"/>
                  </a:cubicBezTo>
                  <a:close/>
                  <a:moveTo>
                    <a:pt x="341471" y="197358"/>
                  </a:moveTo>
                  <a:cubicBezTo>
                    <a:pt x="341471" y="207836"/>
                    <a:pt x="332899" y="216599"/>
                    <a:pt x="322421" y="216599"/>
                  </a:cubicBezTo>
                  <a:cubicBezTo>
                    <a:pt x="311944" y="216599"/>
                    <a:pt x="303371" y="208312"/>
                    <a:pt x="303371" y="197834"/>
                  </a:cubicBezTo>
                  <a:lnTo>
                    <a:pt x="303371" y="197358"/>
                  </a:lnTo>
                  <a:cubicBezTo>
                    <a:pt x="303371" y="186881"/>
                    <a:pt x="311944" y="178308"/>
                    <a:pt x="322421" y="178308"/>
                  </a:cubicBezTo>
                  <a:cubicBezTo>
                    <a:pt x="332899" y="178308"/>
                    <a:pt x="341471" y="186881"/>
                    <a:pt x="341471" y="197358"/>
                  </a:cubicBezTo>
                  <a:close/>
                  <a:moveTo>
                    <a:pt x="253079" y="176784"/>
                  </a:moveTo>
                  <a:cubicBezTo>
                    <a:pt x="247460" y="171164"/>
                    <a:pt x="247460" y="162116"/>
                    <a:pt x="253079" y="156591"/>
                  </a:cubicBezTo>
                  <a:lnTo>
                    <a:pt x="312325" y="97346"/>
                  </a:lnTo>
                  <a:cubicBezTo>
                    <a:pt x="317945" y="91726"/>
                    <a:pt x="326993" y="91726"/>
                    <a:pt x="332518" y="97346"/>
                  </a:cubicBezTo>
                  <a:lnTo>
                    <a:pt x="391763" y="156591"/>
                  </a:lnTo>
                  <a:cubicBezTo>
                    <a:pt x="397383" y="162211"/>
                    <a:pt x="397383" y="171260"/>
                    <a:pt x="391763" y="176784"/>
                  </a:cubicBezTo>
                  <a:cubicBezTo>
                    <a:pt x="389001" y="179546"/>
                    <a:pt x="385286" y="180975"/>
                    <a:pt x="381667" y="180975"/>
                  </a:cubicBezTo>
                  <a:cubicBezTo>
                    <a:pt x="378047" y="180975"/>
                    <a:pt x="374333" y="179546"/>
                    <a:pt x="371570" y="176784"/>
                  </a:cubicBezTo>
                  <a:lnTo>
                    <a:pt x="322421" y="127635"/>
                  </a:lnTo>
                  <a:lnTo>
                    <a:pt x="273272" y="176784"/>
                  </a:lnTo>
                  <a:cubicBezTo>
                    <a:pt x="267653" y="182404"/>
                    <a:pt x="258604" y="182404"/>
                    <a:pt x="253079" y="176784"/>
                  </a:cubicBezTo>
                  <a:close/>
                  <a:moveTo>
                    <a:pt x="341471" y="383858"/>
                  </a:moveTo>
                  <a:cubicBezTo>
                    <a:pt x="341471" y="394335"/>
                    <a:pt x="332899" y="402908"/>
                    <a:pt x="322421" y="402908"/>
                  </a:cubicBezTo>
                  <a:cubicBezTo>
                    <a:pt x="311944" y="402908"/>
                    <a:pt x="303371" y="394335"/>
                    <a:pt x="303371" y="383858"/>
                  </a:cubicBezTo>
                  <a:cubicBezTo>
                    <a:pt x="303371" y="373380"/>
                    <a:pt x="311944" y="364617"/>
                    <a:pt x="322421" y="364617"/>
                  </a:cubicBezTo>
                  <a:cubicBezTo>
                    <a:pt x="332899" y="364617"/>
                    <a:pt x="341471" y="372904"/>
                    <a:pt x="341471" y="383476"/>
                  </a:cubicBezTo>
                  <a:lnTo>
                    <a:pt x="341471" y="383953"/>
                  </a:lnTo>
                  <a:close/>
                  <a:moveTo>
                    <a:pt x="341471" y="446913"/>
                  </a:moveTo>
                  <a:lnTo>
                    <a:pt x="341471" y="447389"/>
                  </a:lnTo>
                  <a:cubicBezTo>
                    <a:pt x="341471" y="457867"/>
                    <a:pt x="332899" y="466439"/>
                    <a:pt x="322421" y="466439"/>
                  </a:cubicBezTo>
                  <a:cubicBezTo>
                    <a:pt x="311944" y="466439"/>
                    <a:pt x="303371" y="457867"/>
                    <a:pt x="303371" y="447389"/>
                  </a:cubicBezTo>
                  <a:cubicBezTo>
                    <a:pt x="303371" y="436912"/>
                    <a:pt x="311944" y="428149"/>
                    <a:pt x="322421" y="428149"/>
                  </a:cubicBezTo>
                  <a:cubicBezTo>
                    <a:pt x="332899" y="428149"/>
                    <a:pt x="341471" y="436436"/>
                    <a:pt x="341471" y="446913"/>
                  </a:cubicBezTo>
                  <a:close/>
                  <a:moveTo>
                    <a:pt x="391763" y="467963"/>
                  </a:moveTo>
                  <a:cubicBezTo>
                    <a:pt x="397383" y="473583"/>
                    <a:pt x="397383" y="482632"/>
                    <a:pt x="391763" y="488156"/>
                  </a:cubicBezTo>
                  <a:lnTo>
                    <a:pt x="332518" y="547402"/>
                  </a:lnTo>
                  <a:cubicBezTo>
                    <a:pt x="329756" y="550164"/>
                    <a:pt x="326041" y="551593"/>
                    <a:pt x="322421" y="551593"/>
                  </a:cubicBezTo>
                  <a:cubicBezTo>
                    <a:pt x="318802" y="551593"/>
                    <a:pt x="315087" y="550164"/>
                    <a:pt x="312325" y="547402"/>
                  </a:cubicBezTo>
                  <a:lnTo>
                    <a:pt x="253079" y="488156"/>
                  </a:lnTo>
                  <a:cubicBezTo>
                    <a:pt x="247460" y="482537"/>
                    <a:pt x="247460" y="473488"/>
                    <a:pt x="253079" y="467963"/>
                  </a:cubicBezTo>
                  <a:cubicBezTo>
                    <a:pt x="258699" y="462344"/>
                    <a:pt x="267748" y="462344"/>
                    <a:pt x="273272" y="467963"/>
                  </a:cubicBezTo>
                  <a:lnTo>
                    <a:pt x="322421" y="517112"/>
                  </a:lnTo>
                  <a:lnTo>
                    <a:pt x="371570" y="467963"/>
                  </a:lnTo>
                  <a:cubicBezTo>
                    <a:pt x="377190" y="462344"/>
                    <a:pt x="386239" y="462344"/>
                    <a:pt x="391763" y="467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19" tIns="45697" rIns="91419" bIns="45697" anchor="ctr" anchorCtr="0">
              <a:noAutofit/>
            </a:bodyPr>
            <a:lstStyle/>
            <a:p>
              <a:pPr marL="0" marR="0" lvl="0" indent="0" algn="l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Tx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5DA477-9FC1-336D-A572-81D33A4CEE16}"/>
              </a:ext>
            </a:extLst>
          </p:cNvPr>
          <p:cNvCxnSpPr>
            <a:cxnSpLocks/>
            <a:stCxn id="35" idx="1"/>
            <a:endCxn id="38" idx="3"/>
          </p:cNvCxnSpPr>
          <p:nvPr/>
        </p:nvCxnSpPr>
        <p:spPr>
          <a:xfrm flipH="1" flipV="1">
            <a:off x="2729129" y="3052594"/>
            <a:ext cx="4397" cy="1804172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10F1706-C33C-FF26-D983-C9339FB32230}"/>
              </a:ext>
            </a:extLst>
          </p:cNvPr>
          <p:cNvCxnSpPr>
            <a:cxnSpLocks/>
            <a:stCxn id="38" idx="0"/>
            <a:endCxn id="41" idx="4"/>
          </p:cNvCxnSpPr>
          <p:nvPr/>
        </p:nvCxnSpPr>
        <p:spPr>
          <a:xfrm flipH="1" flipV="1">
            <a:off x="2836368" y="2593049"/>
            <a:ext cx="4028" cy="190921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4632BC8-7B47-85D4-DB02-D096AB60D958}"/>
              </a:ext>
            </a:extLst>
          </p:cNvPr>
          <p:cNvSpPr txBox="1"/>
          <p:nvPr/>
        </p:nvSpPr>
        <p:spPr>
          <a:xfrm>
            <a:off x="1491432" y="4727343"/>
            <a:ext cx="1303562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3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000" b="1" kern="1200" dirty="0">
                <a:solidFill>
                  <a:schemeClr val="tx1"/>
                </a:solidFill>
                <a:latin typeface="Century Gothic" panose="020F0302020204030204"/>
                <a:ea typeface="+mn-ea"/>
                <a:cs typeface="+mn-cs"/>
              </a:rPr>
              <a:t>&lt;</a:t>
            </a:r>
            <a:r>
              <a:rPr lang="en-US" sz="1000" b="1" kern="1200" dirty="0" err="1">
                <a:solidFill>
                  <a:schemeClr val="tx1"/>
                </a:solidFill>
                <a:latin typeface="Century Gothic" panose="020F0302020204030204"/>
                <a:ea typeface="+mn-ea"/>
                <a:cs typeface="+mn-cs"/>
              </a:rPr>
              <a:t>SDWAN_vendor</a:t>
            </a:r>
            <a:r>
              <a:rPr lang="en-US" sz="1000" b="1" kern="1200" dirty="0">
                <a:solidFill>
                  <a:schemeClr val="tx1"/>
                </a:solidFill>
                <a:latin typeface="Century Gothic" panose="020F0302020204030204"/>
                <a:ea typeface="+mn-ea"/>
                <a:cs typeface="+mn-cs"/>
              </a:rPr>
              <a:t>&gt;</a:t>
            </a:r>
            <a:endParaRPr lang="en-US" dirty="0"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34F294-7578-B766-033A-0811910E0419}"/>
              </a:ext>
            </a:extLst>
          </p:cNvPr>
          <p:cNvSpPr txBox="1"/>
          <p:nvPr/>
        </p:nvSpPr>
        <p:spPr>
          <a:xfrm>
            <a:off x="3164943" y="3862928"/>
            <a:ext cx="10679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Fully Routed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IPsec Tunnels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3E90D26-8E0B-247E-BB94-F9D74D1D98FE}"/>
              </a:ext>
            </a:extLst>
          </p:cNvPr>
          <p:cNvGrpSpPr/>
          <p:nvPr/>
        </p:nvGrpSpPr>
        <p:grpSpPr>
          <a:xfrm>
            <a:off x="5303922" y="2013827"/>
            <a:ext cx="285557" cy="285557"/>
            <a:chOff x="1251601" y="1527464"/>
            <a:chExt cx="829762" cy="829762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9D2027F-310C-EDE4-A2D6-CFB8903E059C}"/>
                </a:ext>
              </a:extLst>
            </p:cNvPr>
            <p:cNvSpPr/>
            <p:nvPr/>
          </p:nvSpPr>
          <p:spPr>
            <a:xfrm>
              <a:off x="1251601" y="1527464"/>
              <a:ext cx="829762" cy="829762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49" name="Google Shape;193;p7">
              <a:extLst>
                <a:ext uri="{FF2B5EF4-FFF2-40B4-BE49-F238E27FC236}">
                  <a16:creationId xmlns:a16="http://schemas.microsoft.com/office/drawing/2014/main" id="{41F87DA6-ED0F-77F6-57F6-5698EEEFC79B}"/>
                </a:ext>
              </a:extLst>
            </p:cNvPr>
            <p:cNvSpPr/>
            <p:nvPr/>
          </p:nvSpPr>
          <p:spPr>
            <a:xfrm>
              <a:off x="1418206" y="1744625"/>
              <a:ext cx="525973" cy="389691"/>
            </a:xfrm>
            <a:custGeom>
              <a:avLst/>
              <a:gdLst/>
              <a:ahLst/>
              <a:cxnLst/>
              <a:rect l="l" t="t" r="r" b="b"/>
              <a:pathLst>
                <a:path w="806481" h="597518" extrusionOk="0">
                  <a:moveTo>
                    <a:pt x="659797" y="519509"/>
                  </a:moveTo>
                  <a:cubicBezTo>
                    <a:pt x="657993" y="519490"/>
                    <a:pt x="656200" y="519234"/>
                    <a:pt x="654463" y="518747"/>
                  </a:cubicBezTo>
                  <a:cubicBezTo>
                    <a:pt x="644339" y="515885"/>
                    <a:pt x="638452" y="505357"/>
                    <a:pt x="641315" y="495232"/>
                  </a:cubicBezTo>
                  <a:cubicBezTo>
                    <a:pt x="641316" y="495228"/>
                    <a:pt x="641317" y="495224"/>
                    <a:pt x="641318" y="495220"/>
                  </a:cubicBezTo>
                  <a:cubicBezTo>
                    <a:pt x="643972" y="485039"/>
                    <a:pt x="654376" y="478937"/>
                    <a:pt x="664557" y="481591"/>
                  </a:cubicBezTo>
                  <a:cubicBezTo>
                    <a:pt x="664685" y="481624"/>
                    <a:pt x="664813" y="481658"/>
                    <a:pt x="664940" y="481695"/>
                  </a:cubicBezTo>
                  <a:cubicBezTo>
                    <a:pt x="674817" y="484480"/>
                    <a:pt x="680713" y="494587"/>
                    <a:pt x="678275" y="504555"/>
                  </a:cubicBezTo>
                  <a:lnTo>
                    <a:pt x="678275" y="505698"/>
                  </a:lnTo>
                  <a:cubicBezTo>
                    <a:pt x="675921" y="513932"/>
                    <a:pt x="668361" y="519582"/>
                    <a:pt x="659797" y="519509"/>
                  </a:cubicBezTo>
                  <a:close/>
                  <a:moveTo>
                    <a:pt x="475202" y="456072"/>
                  </a:moveTo>
                  <a:cubicBezTo>
                    <a:pt x="473395" y="456099"/>
                    <a:pt x="471595" y="455843"/>
                    <a:pt x="469868" y="455310"/>
                  </a:cubicBezTo>
                  <a:cubicBezTo>
                    <a:pt x="459777" y="452404"/>
                    <a:pt x="453942" y="441882"/>
                    <a:pt x="456819" y="431784"/>
                  </a:cubicBezTo>
                  <a:cubicBezTo>
                    <a:pt x="459473" y="421602"/>
                    <a:pt x="469877" y="415501"/>
                    <a:pt x="480058" y="418154"/>
                  </a:cubicBezTo>
                  <a:cubicBezTo>
                    <a:pt x="480186" y="418188"/>
                    <a:pt x="480313" y="418222"/>
                    <a:pt x="480441" y="418258"/>
                  </a:cubicBezTo>
                  <a:cubicBezTo>
                    <a:pt x="490317" y="421043"/>
                    <a:pt x="496213" y="431150"/>
                    <a:pt x="493776" y="441118"/>
                  </a:cubicBezTo>
                  <a:lnTo>
                    <a:pt x="493776" y="442261"/>
                  </a:lnTo>
                  <a:cubicBezTo>
                    <a:pt x="491412" y="450530"/>
                    <a:pt x="483801" y="456189"/>
                    <a:pt x="475202" y="456072"/>
                  </a:cubicBezTo>
                  <a:close/>
                  <a:moveTo>
                    <a:pt x="178403" y="291099"/>
                  </a:moveTo>
                  <a:lnTo>
                    <a:pt x="42863" y="291099"/>
                  </a:lnTo>
                  <a:cubicBezTo>
                    <a:pt x="19212" y="291047"/>
                    <a:pt x="52" y="271887"/>
                    <a:pt x="0" y="248237"/>
                  </a:cubicBezTo>
                  <a:lnTo>
                    <a:pt x="0" y="216328"/>
                  </a:lnTo>
                  <a:cubicBezTo>
                    <a:pt x="52" y="192677"/>
                    <a:pt x="19212" y="173518"/>
                    <a:pt x="42863" y="173466"/>
                  </a:cubicBezTo>
                  <a:lnTo>
                    <a:pt x="178403" y="173466"/>
                  </a:lnTo>
                  <a:cubicBezTo>
                    <a:pt x="202054" y="173518"/>
                    <a:pt x="221213" y="192677"/>
                    <a:pt x="221266" y="216328"/>
                  </a:cubicBezTo>
                  <a:lnTo>
                    <a:pt x="221266" y="248618"/>
                  </a:lnTo>
                  <a:cubicBezTo>
                    <a:pt x="221006" y="272120"/>
                    <a:pt x="201906" y="291049"/>
                    <a:pt x="178403" y="291099"/>
                  </a:cubicBezTo>
                  <a:close/>
                  <a:moveTo>
                    <a:pt x="42863" y="202041"/>
                  </a:moveTo>
                  <a:cubicBezTo>
                    <a:pt x="34972" y="202041"/>
                    <a:pt x="28575" y="208438"/>
                    <a:pt x="28575" y="216328"/>
                  </a:cubicBezTo>
                  <a:lnTo>
                    <a:pt x="28575" y="248618"/>
                  </a:lnTo>
                  <a:cubicBezTo>
                    <a:pt x="28575" y="256508"/>
                    <a:pt x="34972" y="262905"/>
                    <a:pt x="42863" y="262905"/>
                  </a:cubicBezTo>
                  <a:lnTo>
                    <a:pt x="178403" y="262905"/>
                  </a:lnTo>
                  <a:cubicBezTo>
                    <a:pt x="186294" y="262905"/>
                    <a:pt x="192691" y="256508"/>
                    <a:pt x="192691" y="248618"/>
                  </a:cubicBezTo>
                  <a:lnTo>
                    <a:pt x="192691" y="216328"/>
                  </a:lnTo>
                  <a:cubicBezTo>
                    <a:pt x="192691" y="208438"/>
                    <a:pt x="186294" y="202041"/>
                    <a:pt x="178403" y="202041"/>
                  </a:cubicBezTo>
                  <a:close/>
                  <a:moveTo>
                    <a:pt x="178403" y="592566"/>
                  </a:moveTo>
                  <a:lnTo>
                    <a:pt x="42863" y="592566"/>
                  </a:lnTo>
                  <a:cubicBezTo>
                    <a:pt x="19212" y="592513"/>
                    <a:pt x="52" y="573354"/>
                    <a:pt x="0" y="549703"/>
                  </a:cubicBezTo>
                  <a:lnTo>
                    <a:pt x="0" y="517985"/>
                  </a:lnTo>
                  <a:cubicBezTo>
                    <a:pt x="52" y="494334"/>
                    <a:pt x="19212" y="475175"/>
                    <a:pt x="42863" y="475122"/>
                  </a:cubicBezTo>
                  <a:lnTo>
                    <a:pt x="178403" y="475122"/>
                  </a:lnTo>
                  <a:cubicBezTo>
                    <a:pt x="202054" y="475175"/>
                    <a:pt x="221213" y="494334"/>
                    <a:pt x="221266" y="517985"/>
                  </a:cubicBezTo>
                  <a:lnTo>
                    <a:pt x="221266" y="549894"/>
                  </a:lnTo>
                  <a:cubicBezTo>
                    <a:pt x="221213" y="573544"/>
                    <a:pt x="202054" y="592704"/>
                    <a:pt x="178403" y="592756"/>
                  </a:cubicBezTo>
                  <a:close/>
                  <a:moveTo>
                    <a:pt x="42863" y="503697"/>
                  </a:moveTo>
                  <a:cubicBezTo>
                    <a:pt x="34972" y="503697"/>
                    <a:pt x="28575" y="510094"/>
                    <a:pt x="28575" y="517985"/>
                  </a:cubicBezTo>
                  <a:lnTo>
                    <a:pt x="28575" y="549894"/>
                  </a:lnTo>
                  <a:cubicBezTo>
                    <a:pt x="28575" y="557784"/>
                    <a:pt x="34972" y="564181"/>
                    <a:pt x="42863" y="564181"/>
                  </a:cubicBezTo>
                  <a:lnTo>
                    <a:pt x="178403" y="564181"/>
                  </a:lnTo>
                  <a:cubicBezTo>
                    <a:pt x="186294" y="564181"/>
                    <a:pt x="192691" y="557784"/>
                    <a:pt x="192691" y="549894"/>
                  </a:cubicBezTo>
                  <a:lnTo>
                    <a:pt x="192691" y="517985"/>
                  </a:lnTo>
                  <a:cubicBezTo>
                    <a:pt x="192691" y="510094"/>
                    <a:pt x="186294" y="503697"/>
                    <a:pt x="178403" y="503697"/>
                  </a:cubicBezTo>
                  <a:close/>
                  <a:moveTo>
                    <a:pt x="722948" y="526081"/>
                  </a:moveTo>
                  <a:cubicBezTo>
                    <a:pt x="719061" y="526101"/>
                    <a:pt x="715339" y="524515"/>
                    <a:pt x="712661" y="521700"/>
                  </a:cubicBezTo>
                  <a:cubicBezTo>
                    <a:pt x="707089" y="516122"/>
                    <a:pt x="707089" y="507084"/>
                    <a:pt x="712661" y="501507"/>
                  </a:cubicBezTo>
                  <a:cubicBezTo>
                    <a:pt x="753809" y="461883"/>
                    <a:pt x="777431" y="410638"/>
                    <a:pt x="777431" y="361108"/>
                  </a:cubicBezTo>
                  <a:cubicBezTo>
                    <a:pt x="777431" y="280908"/>
                    <a:pt x="727710" y="224805"/>
                    <a:pt x="683895" y="175371"/>
                  </a:cubicBezTo>
                  <a:cubicBezTo>
                    <a:pt x="634270" y="119459"/>
                    <a:pt x="606076" y="72405"/>
                    <a:pt x="598170" y="32019"/>
                  </a:cubicBezTo>
                  <a:lnTo>
                    <a:pt x="597218" y="32591"/>
                  </a:lnTo>
                  <a:cubicBezTo>
                    <a:pt x="575500" y="45640"/>
                    <a:pt x="505587" y="95361"/>
                    <a:pt x="520160" y="189372"/>
                  </a:cubicBezTo>
                  <a:cubicBezTo>
                    <a:pt x="526637" y="231092"/>
                    <a:pt x="515302" y="261000"/>
                    <a:pt x="488442" y="274240"/>
                  </a:cubicBezTo>
                  <a:cubicBezTo>
                    <a:pt x="478039" y="278719"/>
                    <a:pt x="466627" y="280330"/>
                    <a:pt x="455390" y="278907"/>
                  </a:cubicBezTo>
                  <a:cubicBezTo>
                    <a:pt x="426913" y="274051"/>
                    <a:pt x="405939" y="249593"/>
                    <a:pt x="405479" y="220710"/>
                  </a:cubicBezTo>
                  <a:cubicBezTo>
                    <a:pt x="405479" y="216995"/>
                    <a:pt x="405479" y="213471"/>
                    <a:pt x="405479" y="210327"/>
                  </a:cubicBezTo>
                  <a:cubicBezTo>
                    <a:pt x="370487" y="252869"/>
                    <a:pt x="350976" y="306031"/>
                    <a:pt x="350139" y="361108"/>
                  </a:cubicBezTo>
                  <a:cubicBezTo>
                    <a:pt x="350139" y="410638"/>
                    <a:pt x="373761" y="461883"/>
                    <a:pt x="415004" y="501507"/>
                  </a:cubicBezTo>
                  <a:cubicBezTo>
                    <a:pt x="420522" y="507147"/>
                    <a:pt x="420423" y="516193"/>
                    <a:pt x="414783" y="521711"/>
                  </a:cubicBezTo>
                  <a:cubicBezTo>
                    <a:pt x="409379" y="526997"/>
                    <a:pt x="400792" y="527160"/>
                    <a:pt x="395192" y="522081"/>
                  </a:cubicBezTo>
                  <a:cubicBezTo>
                    <a:pt x="348425" y="477123"/>
                    <a:pt x="321564" y="418449"/>
                    <a:pt x="321564" y="361108"/>
                  </a:cubicBezTo>
                  <a:cubicBezTo>
                    <a:pt x="322291" y="293506"/>
                    <a:pt x="348323" y="228631"/>
                    <a:pt x="394526" y="179276"/>
                  </a:cubicBezTo>
                  <a:cubicBezTo>
                    <a:pt x="403145" y="170267"/>
                    <a:pt x="417434" y="169951"/>
                    <a:pt x="426443" y="178570"/>
                  </a:cubicBezTo>
                  <a:cubicBezTo>
                    <a:pt x="430635" y="182581"/>
                    <a:pt x="433122" y="188053"/>
                    <a:pt x="433387" y="193849"/>
                  </a:cubicBezTo>
                  <a:cubicBezTo>
                    <a:pt x="434054" y="201660"/>
                    <a:pt x="434150" y="213661"/>
                    <a:pt x="434150" y="220233"/>
                  </a:cubicBezTo>
                  <a:cubicBezTo>
                    <a:pt x="434501" y="235356"/>
                    <a:pt x="445453" y="248141"/>
                    <a:pt x="460343" y="250809"/>
                  </a:cubicBezTo>
                  <a:cubicBezTo>
                    <a:pt x="463006" y="251010"/>
                    <a:pt x="465681" y="251010"/>
                    <a:pt x="468344" y="250809"/>
                  </a:cubicBezTo>
                  <a:cubicBezTo>
                    <a:pt x="471078" y="250397"/>
                    <a:pt x="473760" y="249695"/>
                    <a:pt x="476345" y="248713"/>
                  </a:cubicBezTo>
                  <a:cubicBezTo>
                    <a:pt x="495395" y="239188"/>
                    <a:pt x="495395" y="214233"/>
                    <a:pt x="492157" y="194611"/>
                  </a:cubicBezTo>
                  <a:cubicBezTo>
                    <a:pt x="474821" y="82407"/>
                    <a:pt x="557117" y="23733"/>
                    <a:pt x="582740" y="8397"/>
                  </a:cubicBezTo>
                  <a:cubicBezTo>
                    <a:pt x="586740" y="5921"/>
                    <a:pt x="592265" y="2873"/>
                    <a:pt x="593789" y="2111"/>
                  </a:cubicBezTo>
                  <a:cubicBezTo>
                    <a:pt x="600269" y="-923"/>
                    <a:pt x="607809" y="-674"/>
                    <a:pt x="614077" y="2778"/>
                  </a:cubicBezTo>
                  <a:cubicBezTo>
                    <a:pt x="620277" y="6196"/>
                    <a:pt x="624431" y="12411"/>
                    <a:pt x="625221" y="19446"/>
                  </a:cubicBezTo>
                  <a:cubicBezTo>
                    <a:pt x="629793" y="55451"/>
                    <a:pt x="656939" y="101647"/>
                    <a:pt x="705707" y="156702"/>
                  </a:cubicBezTo>
                  <a:cubicBezTo>
                    <a:pt x="750665" y="207279"/>
                    <a:pt x="806482" y="270335"/>
                    <a:pt x="806482" y="361394"/>
                  </a:cubicBezTo>
                  <a:cubicBezTo>
                    <a:pt x="806482" y="418544"/>
                    <a:pt x="779717" y="477408"/>
                    <a:pt x="732949" y="522366"/>
                  </a:cubicBezTo>
                  <a:cubicBezTo>
                    <a:pt x="730230" y="524867"/>
                    <a:pt x="726639" y="526201"/>
                    <a:pt x="722948" y="526081"/>
                  </a:cubicBezTo>
                  <a:close/>
                  <a:moveTo>
                    <a:pt x="564356" y="597519"/>
                  </a:moveTo>
                  <a:cubicBezTo>
                    <a:pt x="553835" y="597519"/>
                    <a:pt x="545306" y="588990"/>
                    <a:pt x="545306" y="578469"/>
                  </a:cubicBezTo>
                  <a:cubicBezTo>
                    <a:pt x="545306" y="567947"/>
                    <a:pt x="553835" y="559419"/>
                    <a:pt x="564356" y="559419"/>
                  </a:cubicBezTo>
                  <a:lnTo>
                    <a:pt x="565118" y="559419"/>
                  </a:lnTo>
                  <a:cubicBezTo>
                    <a:pt x="575640" y="559419"/>
                    <a:pt x="584168" y="567947"/>
                    <a:pt x="584168" y="578469"/>
                  </a:cubicBezTo>
                  <a:cubicBezTo>
                    <a:pt x="584168" y="588990"/>
                    <a:pt x="575640" y="597519"/>
                    <a:pt x="565118" y="597519"/>
                  </a:cubicBezTo>
                  <a:close/>
                  <a:moveTo>
                    <a:pt x="503396" y="576659"/>
                  </a:moveTo>
                  <a:cubicBezTo>
                    <a:pt x="499100" y="576634"/>
                    <a:pt x="494937" y="575157"/>
                    <a:pt x="491585" y="572468"/>
                  </a:cubicBezTo>
                  <a:lnTo>
                    <a:pt x="490537" y="571611"/>
                  </a:lnTo>
                  <a:cubicBezTo>
                    <a:pt x="482259" y="565116"/>
                    <a:pt x="480813" y="553143"/>
                    <a:pt x="487307" y="544864"/>
                  </a:cubicBezTo>
                  <a:cubicBezTo>
                    <a:pt x="493801" y="536586"/>
                    <a:pt x="505776" y="535140"/>
                    <a:pt x="514053" y="541634"/>
                  </a:cubicBezTo>
                  <a:cubicBezTo>
                    <a:pt x="514317" y="541840"/>
                    <a:pt x="514574" y="542054"/>
                    <a:pt x="514826" y="542274"/>
                  </a:cubicBezTo>
                  <a:lnTo>
                    <a:pt x="514826" y="542274"/>
                  </a:lnTo>
                  <a:cubicBezTo>
                    <a:pt x="523085" y="548792"/>
                    <a:pt x="524497" y="560770"/>
                    <a:pt x="517979" y="569029"/>
                  </a:cubicBezTo>
                  <a:cubicBezTo>
                    <a:pt x="514364" y="573610"/>
                    <a:pt x="508850" y="576281"/>
                    <a:pt x="503015" y="576278"/>
                  </a:cubicBezTo>
                  <a:close/>
                  <a:moveTo>
                    <a:pt x="625983" y="575611"/>
                  </a:moveTo>
                  <a:cubicBezTo>
                    <a:pt x="615462" y="575643"/>
                    <a:pt x="606907" y="567140"/>
                    <a:pt x="606875" y="556619"/>
                  </a:cubicBezTo>
                  <a:cubicBezTo>
                    <a:pt x="606858" y="550874"/>
                    <a:pt x="609433" y="545428"/>
                    <a:pt x="613886" y="541797"/>
                  </a:cubicBezTo>
                  <a:lnTo>
                    <a:pt x="613886" y="541797"/>
                  </a:lnTo>
                  <a:cubicBezTo>
                    <a:pt x="621029" y="534073"/>
                    <a:pt x="633081" y="533600"/>
                    <a:pt x="640807" y="540742"/>
                  </a:cubicBezTo>
                  <a:cubicBezTo>
                    <a:pt x="648532" y="547885"/>
                    <a:pt x="649004" y="559937"/>
                    <a:pt x="641861" y="567662"/>
                  </a:cubicBezTo>
                  <a:cubicBezTo>
                    <a:pt x="640924" y="568676"/>
                    <a:pt x="639880" y="569585"/>
                    <a:pt x="638747" y="570372"/>
                  </a:cubicBezTo>
                  <a:lnTo>
                    <a:pt x="637794" y="571230"/>
                  </a:lnTo>
                  <a:cubicBezTo>
                    <a:pt x="634442" y="573942"/>
                    <a:pt x="630293" y="575482"/>
                    <a:pt x="625983" y="575611"/>
                  </a:cubicBezTo>
                  <a:close/>
                  <a:moveTo>
                    <a:pt x="468440" y="521128"/>
                  </a:moveTo>
                  <a:cubicBezTo>
                    <a:pt x="459657" y="521111"/>
                    <a:pt x="452025" y="515091"/>
                    <a:pt x="449961" y="506555"/>
                  </a:cubicBezTo>
                  <a:cubicBezTo>
                    <a:pt x="449961" y="506555"/>
                    <a:pt x="449961" y="505412"/>
                    <a:pt x="449961" y="505317"/>
                  </a:cubicBezTo>
                  <a:cubicBezTo>
                    <a:pt x="447966" y="494986"/>
                    <a:pt x="454724" y="484995"/>
                    <a:pt x="465055" y="483001"/>
                  </a:cubicBezTo>
                  <a:cubicBezTo>
                    <a:pt x="474932" y="481094"/>
                    <a:pt x="484589" y="487196"/>
                    <a:pt x="487108" y="496935"/>
                  </a:cubicBezTo>
                  <a:lnTo>
                    <a:pt x="487108" y="497506"/>
                  </a:lnTo>
                  <a:cubicBezTo>
                    <a:pt x="489625" y="507710"/>
                    <a:pt x="483402" y="518025"/>
                    <a:pt x="473202" y="520557"/>
                  </a:cubicBezTo>
                  <a:cubicBezTo>
                    <a:pt x="471645" y="520947"/>
                    <a:pt x="470044" y="521139"/>
                    <a:pt x="468440" y="521128"/>
                  </a:cubicBezTo>
                  <a:close/>
                  <a:moveTo>
                    <a:pt x="651510" y="454453"/>
                  </a:moveTo>
                  <a:cubicBezTo>
                    <a:pt x="644679" y="454568"/>
                    <a:pt x="638342" y="450905"/>
                    <a:pt x="635032" y="444928"/>
                  </a:cubicBezTo>
                  <a:lnTo>
                    <a:pt x="635032" y="444071"/>
                  </a:lnTo>
                  <a:cubicBezTo>
                    <a:pt x="630446" y="434601"/>
                    <a:pt x="634407" y="423208"/>
                    <a:pt x="643876" y="418623"/>
                  </a:cubicBezTo>
                  <a:cubicBezTo>
                    <a:pt x="652983" y="414214"/>
                    <a:pt x="663947" y="417692"/>
                    <a:pt x="668846" y="426545"/>
                  </a:cubicBezTo>
                  <a:cubicBezTo>
                    <a:pt x="673472" y="435913"/>
                    <a:pt x="669689" y="447258"/>
                    <a:pt x="660368" y="451977"/>
                  </a:cubicBezTo>
                  <a:cubicBezTo>
                    <a:pt x="657637" y="453426"/>
                    <a:pt x="654602" y="454209"/>
                    <a:pt x="651510" y="454263"/>
                  </a:cubicBezTo>
                  <a:close/>
                  <a:moveTo>
                    <a:pt x="516065" y="403590"/>
                  </a:moveTo>
                  <a:cubicBezTo>
                    <a:pt x="511576" y="403554"/>
                    <a:pt x="507237" y="401973"/>
                    <a:pt x="503777" y="399113"/>
                  </a:cubicBezTo>
                  <a:cubicBezTo>
                    <a:pt x="495846" y="392346"/>
                    <a:pt x="494827" y="380461"/>
                    <a:pt x="501491" y="372443"/>
                  </a:cubicBezTo>
                  <a:cubicBezTo>
                    <a:pt x="508065" y="364229"/>
                    <a:pt x="520054" y="362899"/>
                    <a:pt x="528268" y="369472"/>
                  </a:cubicBezTo>
                  <a:cubicBezTo>
                    <a:pt x="528392" y="369572"/>
                    <a:pt x="528516" y="369673"/>
                    <a:pt x="528638" y="369776"/>
                  </a:cubicBezTo>
                  <a:cubicBezTo>
                    <a:pt x="536567" y="376415"/>
                    <a:pt x="537750" y="388168"/>
                    <a:pt x="531305" y="396255"/>
                  </a:cubicBezTo>
                  <a:lnTo>
                    <a:pt x="530638" y="396922"/>
                  </a:lnTo>
                  <a:cubicBezTo>
                    <a:pt x="526996" y="401179"/>
                    <a:pt x="521666" y="403618"/>
                    <a:pt x="516065" y="403590"/>
                  </a:cubicBezTo>
                  <a:close/>
                  <a:moveTo>
                    <a:pt x="610267" y="401970"/>
                  </a:moveTo>
                  <a:cubicBezTo>
                    <a:pt x="604824" y="401987"/>
                    <a:pt x="599657" y="399578"/>
                    <a:pt x="596170" y="395398"/>
                  </a:cubicBezTo>
                  <a:lnTo>
                    <a:pt x="595598" y="394636"/>
                  </a:lnTo>
                  <a:cubicBezTo>
                    <a:pt x="588893" y="386579"/>
                    <a:pt x="589957" y="374618"/>
                    <a:pt x="597980" y="367871"/>
                  </a:cubicBezTo>
                  <a:cubicBezTo>
                    <a:pt x="606019" y="361084"/>
                    <a:pt x="618038" y="362100"/>
                    <a:pt x="624825" y="370139"/>
                  </a:cubicBezTo>
                  <a:cubicBezTo>
                    <a:pt x="624830" y="370144"/>
                    <a:pt x="624835" y="370151"/>
                    <a:pt x="624840" y="370157"/>
                  </a:cubicBezTo>
                  <a:cubicBezTo>
                    <a:pt x="631891" y="377964"/>
                    <a:pt x="631279" y="390011"/>
                    <a:pt x="623471" y="397063"/>
                  </a:cubicBezTo>
                  <a:cubicBezTo>
                    <a:pt x="619858" y="400325"/>
                    <a:pt x="615133" y="402082"/>
                    <a:pt x="610267" y="401970"/>
                  </a:cubicBezTo>
                  <a:close/>
                  <a:moveTo>
                    <a:pt x="563594" y="357679"/>
                  </a:moveTo>
                  <a:lnTo>
                    <a:pt x="563594" y="357679"/>
                  </a:lnTo>
                  <a:cubicBezTo>
                    <a:pt x="553073" y="357679"/>
                    <a:pt x="544544" y="349150"/>
                    <a:pt x="544544" y="338629"/>
                  </a:cubicBezTo>
                  <a:cubicBezTo>
                    <a:pt x="544520" y="328608"/>
                    <a:pt x="552263" y="320280"/>
                    <a:pt x="562261" y="319579"/>
                  </a:cubicBezTo>
                  <a:lnTo>
                    <a:pt x="563975" y="319579"/>
                  </a:lnTo>
                  <a:cubicBezTo>
                    <a:pt x="574497" y="319579"/>
                    <a:pt x="583025" y="328108"/>
                    <a:pt x="583025" y="338629"/>
                  </a:cubicBezTo>
                  <a:cubicBezTo>
                    <a:pt x="583027" y="349150"/>
                    <a:pt x="574500" y="357681"/>
                    <a:pt x="563979" y="357683"/>
                  </a:cubicBezTo>
                  <a:cubicBezTo>
                    <a:pt x="563850" y="357683"/>
                    <a:pt x="563723" y="357682"/>
                    <a:pt x="563594" y="357679"/>
                  </a:cubicBezTo>
                  <a:close/>
                  <a:moveTo>
                    <a:pt x="301371" y="427688"/>
                  </a:moveTo>
                  <a:cubicBezTo>
                    <a:pt x="301371" y="419797"/>
                    <a:pt x="294974" y="413400"/>
                    <a:pt x="287084" y="413400"/>
                  </a:cubicBezTo>
                  <a:lnTo>
                    <a:pt x="165068" y="413400"/>
                  </a:lnTo>
                  <a:cubicBezTo>
                    <a:pt x="157199" y="413348"/>
                    <a:pt x="150833" y="406982"/>
                    <a:pt x="150781" y="399113"/>
                  </a:cubicBezTo>
                  <a:lnTo>
                    <a:pt x="150781" y="367204"/>
                  </a:lnTo>
                  <a:cubicBezTo>
                    <a:pt x="151038" y="359500"/>
                    <a:pt x="157360" y="353388"/>
                    <a:pt x="165068" y="353393"/>
                  </a:cubicBezTo>
                  <a:lnTo>
                    <a:pt x="278511" y="353393"/>
                  </a:lnTo>
                  <a:cubicBezTo>
                    <a:pt x="286402" y="353393"/>
                    <a:pt x="292799" y="346996"/>
                    <a:pt x="292799" y="339105"/>
                  </a:cubicBezTo>
                  <a:cubicBezTo>
                    <a:pt x="292799" y="331215"/>
                    <a:pt x="286402" y="324818"/>
                    <a:pt x="278511" y="324818"/>
                  </a:cubicBezTo>
                  <a:lnTo>
                    <a:pt x="165068" y="324818"/>
                  </a:lnTo>
                  <a:cubicBezTo>
                    <a:pt x="141396" y="324818"/>
                    <a:pt x="122206" y="344008"/>
                    <a:pt x="122206" y="367680"/>
                  </a:cubicBezTo>
                  <a:lnTo>
                    <a:pt x="122206" y="399113"/>
                  </a:lnTo>
                  <a:cubicBezTo>
                    <a:pt x="122258" y="422763"/>
                    <a:pt x="141418" y="441923"/>
                    <a:pt x="165068" y="441975"/>
                  </a:cubicBezTo>
                  <a:lnTo>
                    <a:pt x="287084" y="441975"/>
                  </a:lnTo>
                  <a:cubicBezTo>
                    <a:pt x="294974" y="441975"/>
                    <a:pt x="301371" y="435578"/>
                    <a:pt x="301371" y="427688"/>
                  </a:cubicBezTo>
                  <a:close/>
                  <a:moveTo>
                    <a:pt x="98393" y="399113"/>
                  </a:moveTo>
                  <a:lnTo>
                    <a:pt x="98393" y="367204"/>
                  </a:lnTo>
                  <a:cubicBezTo>
                    <a:pt x="98393" y="343532"/>
                    <a:pt x="79203" y="324342"/>
                    <a:pt x="55531" y="324342"/>
                  </a:cubicBezTo>
                  <a:lnTo>
                    <a:pt x="14288" y="324342"/>
                  </a:lnTo>
                  <a:cubicBezTo>
                    <a:pt x="6397" y="324342"/>
                    <a:pt x="0" y="330739"/>
                    <a:pt x="0" y="338629"/>
                  </a:cubicBezTo>
                  <a:cubicBezTo>
                    <a:pt x="0" y="346520"/>
                    <a:pt x="6397" y="352917"/>
                    <a:pt x="14288" y="352917"/>
                  </a:cubicBezTo>
                  <a:lnTo>
                    <a:pt x="55721" y="352917"/>
                  </a:lnTo>
                  <a:cubicBezTo>
                    <a:pt x="63612" y="352917"/>
                    <a:pt x="70009" y="359314"/>
                    <a:pt x="70009" y="367204"/>
                  </a:cubicBezTo>
                  <a:lnTo>
                    <a:pt x="70009" y="399113"/>
                  </a:lnTo>
                  <a:cubicBezTo>
                    <a:pt x="70009" y="407003"/>
                    <a:pt x="63612" y="413400"/>
                    <a:pt x="55721" y="413400"/>
                  </a:cubicBezTo>
                  <a:lnTo>
                    <a:pt x="14288" y="413400"/>
                  </a:lnTo>
                  <a:cubicBezTo>
                    <a:pt x="6397" y="413400"/>
                    <a:pt x="0" y="419797"/>
                    <a:pt x="0" y="427688"/>
                  </a:cubicBezTo>
                  <a:cubicBezTo>
                    <a:pt x="0" y="435578"/>
                    <a:pt x="6397" y="441975"/>
                    <a:pt x="14288" y="441975"/>
                  </a:cubicBezTo>
                  <a:lnTo>
                    <a:pt x="55721" y="441975"/>
                  </a:lnTo>
                  <a:cubicBezTo>
                    <a:pt x="79298" y="441818"/>
                    <a:pt x="98342" y="422689"/>
                    <a:pt x="98393" y="399113"/>
                  </a:cubicBezTo>
                  <a:close/>
                  <a:moveTo>
                    <a:pt x="305276" y="277193"/>
                  </a:moveTo>
                  <a:cubicBezTo>
                    <a:pt x="305276" y="269302"/>
                    <a:pt x="298879" y="262905"/>
                    <a:pt x="290989" y="262905"/>
                  </a:cubicBezTo>
                  <a:lnTo>
                    <a:pt x="288131" y="262905"/>
                  </a:lnTo>
                  <a:cubicBezTo>
                    <a:pt x="280241" y="262905"/>
                    <a:pt x="273844" y="256508"/>
                    <a:pt x="273844" y="248618"/>
                  </a:cubicBezTo>
                  <a:lnTo>
                    <a:pt x="273844" y="216328"/>
                  </a:lnTo>
                  <a:cubicBezTo>
                    <a:pt x="273844" y="208438"/>
                    <a:pt x="280241" y="202041"/>
                    <a:pt x="288131" y="202041"/>
                  </a:cubicBezTo>
                  <a:lnTo>
                    <a:pt x="329660" y="202041"/>
                  </a:lnTo>
                  <a:cubicBezTo>
                    <a:pt x="337551" y="202041"/>
                    <a:pt x="343948" y="195644"/>
                    <a:pt x="343948" y="187753"/>
                  </a:cubicBezTo>
                  <a:cubicBezTo>
                    <a:pt x="343948" y="179863"/>
                    <a:pt x="337551" y="173466"/>
                    <a:pt x="329660" y="173466"/>
                  </a:cubicBezTo>
                  <a:lnTo>
                    <a:pt x="288131" y="173466"/>
                  </a:lnTo>
                  <a:cubicBezTo>
                    <a:pt x="264481" y="173518"/>
                    <a:pt x="245321" y="192677"/>
                    <a:pt x="245269" y="216328"/>
                  </a:cubicBezTo>
                  <a:lnTo>
                    <a:pt x="245269" y="248618"/>
                  </a:lnTo>
                  <a:cubicBezTo>
                    <a:pt x="245321" y="272268"/>
                    <a:pt x="264481" y="291428"/>
                    <a:pt x="288131" y="291480"/>
                  </a:cubicBezTo>
                  <a:lnTo>
                    <a:pt x="290989" y="291480"/>
                  </a:lnTo>
                  <a:cubicBezTo>
                    <a:pt x="298879" y="291480"/>
                    <a:pt x="305276" y="285083"/>
                    <a:pt x="305276" y="277193"/>
                  </a:cubicBezTo>
                  <a:close/>
                  <a:moveTo>
                    <a:pt x="446818" y="578469"/>
                  </a:moveTo>
                  <a:cubicBezTo>
                    <a:pt x="446818" y="570578"/>
                    <a:pt x="440421" y="564181"/>
                    <a:pt x="432530" y="564181"/>
                  </a:cubicBezTo>
                  <a:lnTo>
                    <a:pt x="288131" y="564181"/>
                  </a:lnTo>
                  <a:cubicBezTo>
                    <a:pt x="280241" y="564181"/>
                    <a:pt x="273844" y="557784"/>
                    <a:pt x="273844" y="549894"/>
                  </a:cubicBezTo>
                  <a:lnTo>
                    <a:pt x="273844" y="517985"/>
                  </a:lnTo>
                  <a:cubicBezTo>
                    <a:pt x="273844" y="510094"/>
                    <a:pt x="280241" y="503697"/>
                    <a:pt x="288131" y="503697"/>
                  </a:cubicBezTo>
                  <a:lnTo>
                    <a:pt x="312992" y="503697"/>
                  </a:lnTo>
                  <a:cubicBezTo>
                    <a:pt x="320882" y="503697"/>
                    <a:pt x="327279" y="497300"/>
                    <a:pt x="327279" y="489410"/>
                  </a:cubicBezTo>
                  <a:cubicBezTo>
                    <a:pt x="327279" y="481519"/>
                    <a:pt x="320882" y="475122"/>
                    <a:pt x="312992" y="475122"/>
                  </a:cubicBezTo>
                  <a:lnTo>
                    <a:pt x="288131" y="475122"/>
                  </a:lnTo>
                  <a:cubicBezTo>
                    <a:pt x="264481" y="475175"/>
                    <a:pt x="245321" y="494334"/>
                    <a:pt x="245269" y="517985"/>
                  </a:cubicBezTo>
                  <a:lnTo>
                    <a:pt x="245269" y="549894"/>
                  </a:lnTo>
                  <a:cubicBezTo>
                    <a:pt x="245321" y="573544"/>
                    <a:pt x="264481" y="592704"/>
                    <a:pt x="288131" y="592756"/>
                  </a:cubicBezTo>
                  <a:lnTo>
                    <a:pt x="432530" y="592756"/>
                  </a:lnTo>
                  <a:cubicBezTo>
                    <a:pt x="440421" y="592756"/>
                    <a:pt x="446818" y="586359"/>
                    <a:pt x="446818" y="57846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13" tIns="45694" rIns="91413" bIns="45694" anchor="ctr" anchorCtr="0">
              <a:noAutofit/>
            </a:bodyPr>
            <a:lstStyle/>
            <a:p>
              <a:pPr marL="0" marR="0" lvl="0" indent="0" algn="l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Tx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1CF2C93-7F23-EC0B-028C-45FCBB92A255}"/>
              </a:ext>
            </a:extLst>
          </p:cNvPr>
          <p:cNvGrpSpPr/>
          <p:nvPr/>
        </p:nvGrpSpPr>
        <p:grpSpPr>
          <a:xfrm>
            <a:off x="6159102" y="2013827"/>
            <a:ext cx="285557" cy="285557"/>
            <a:chOff x="1251601" y="1527464"/>
            <a:chExt cx="829762" cy="829762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005106A-FF61-8FD9-2380-2550BC1837B3}"/>
                </a:ext>
              </a:extLst>
            </p:cNvPr>
            <p:cNvSpPr/>
            <p:nvPr/>
          </p:nvSpPr>
          <p:spPr>
            <a:xfrm>
              <a:off x="1251601" y="1527464"/>
              <a:ext cx="829762" cy="829762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52" name="Google Shape;193;p7">
              <a:extLst>
                <a:ext uri="{FF2B5EF4-FFF2-40B4-BE49-F238E27FC236}">
                  <a16:creationId xmlns:a16="http://schemas.microsoft.com/office/drawing/2014/main" id="{1BA77A80-E1E7-D36C-BCCB-12486A594882}"/>
                </a:ext>
              </a:extLst>
            </p:cNvPr>
            <p:cNvSpPr/>
            <p:nvPr/>
          </p:nvSpPr>
          <p:spPr>
            <a:xfrm>
              <a:off x="1418206" y="1744625"/>
              <a:ext cx="525973" cy="389691"/>
            </a:xfrm>
            <a:custGeom>
              <a:avLst/>
              <a:gdLst/>
              <a:ahLst/>
              <a:cxnLst/>
              <a:rect l="l" t="t" r="r" b="b"/>
              <a:pathLst>
                <a:path w="806481" h="597518" extrusionOk="0">
                  <a:moveTo>
                    <a:pt x="659797" y="519509"/>
                  </a:moveTo>
                  <a:cubicBezTo>
                    <a:pt x="657993" y="519490"/>
                    <a:pt x="656200" y="519234"/>
                    <a:pt x="654463" y="518747"/>
                  </a:cubicBezTo>
                  <a:cubicBezTo>
                    <a:pt x="644339" y="515885"/>
                    <a:pt x="638452" y="505357"/>
                    <a:pt x="641315" y="495232"/>
                  </a:cubicBezTo>
                  <a:cubicBezTo>
                    <a:pt x="641316" y="495228"/>
                    <a:pt x="641317" y="495224"/>
                    <a:pt x="641318" y="495220"/>
                  </a:cubicBezTo>
                  <a:cubicBezTo>
                    <a:pt x="643972" y="485039"/>
                    <a:pt x="654376" y="478937"/>
                    <a:pt x="664557" y="481591"/>
                  </a:cubicBezTo>
                  <a:cubicBezTo>
                    <a:pt x="664685" y="481624"/>
                    <a:pt x="664813" y="481658"/>
                    <a:pt x="664940" y="481695"/>
                  </a:cubicBezTo>
                  <a:cubicBezTo>
                    <a:pt x="674817" y="484480"/>
                    <a:pt x="680713" y="494587"/>
                    <a:pt x="678275" y="504555"/>
                  </a:cubicBezTo>
                  <a:lnTo>
                    <a:pt x="678275" y="505698"/>
                  </a:lnTo>
                  <a:cubicBezTo>
                    <a:pt x="675921" y="513932"/>
                    <a:pt x="668361" y="519582"/>
                    <a:pt x="659797" y="519509"/>
                  </a:cubicBezTo>
                  <a:close/>
                  <a:moveTo>
                    <a:pt x="475202" y="456072"/>
                  </a:moveTo>
                  <a:cubicBezTo>
                    <a:pt x="473395" y="456099"/>
                    <a:pt x="471595" y="455843"/>
                    <a:pt x="469868" y="455310"/>
                  </a:cubicBezTo>
                  <a:cubicBezTo>
                    <a:pt x="459777" y="452404"/>
                    <a:pt x="453942" y="441882"/>
                    <a:pt x="456819" y="431784"/>
                  </a:cubicBezTo>
                  <a:cubicBezTo>
                    <a:pt x="459473" y="421602"/>
                    <a:pt x="469877" y="415501"/>
                    <a:pt x="480058" y="418154"/>
                  </a:cubicBezTo>
                  <a:cubicBezTo>
                    <a:pt x="480186" y="418188"/>
                    <a:pt x="480313" y="418222"/>
                    <a:pt x="480441" y="418258"/>
                  </a:cubicBezTo>
                  <a:cubicBezTo>
                    <a:pt x="490317" y="421043"/>
                    <a:pt x="496213" y="431150"/>
                    <a:pt x="493776" y="441118"/>
                  </a:cubicBezTo>
                  <a:lnTo>
                    <a:pt x="493776" y="442261"/>
                  </a:lnTo>
                  <a:cubicBezTo>
                    <a:pt x="491412" y="450530"/>
                    <a:pt x="483801" y="456189"/>
                    <a:pt x="475202" y="456072"/>
                  </a:cubicBezTo>
                  <a:close/>
                  <a:moveTo>
                    <a:pt x="178403" y="291099"/>
                  </a:moveTo>
                  <a:lnTo>
                    <a:pt x="42863" y="291099"/>
                  </a:lnTo>
                  <a:cubicBezTo>
                    <a:pt x="19212" y="291047"/>
                    <a:pt x="52" y="271887"/>
                    <a:pt x="0" y="248237"/>
                  </a:cubicBezTo>
                  <a:lnTo>
                    <a:pt x="0" y="216328"/>
                  </a:lnTo>
                  <a:cubicBezTo>
                    <a:pt x="52" y="192677"/>
                    <a:pt x="19212" y="173518"/>
                    <a:pt x="42863" y="173466"/>
                  </a:cubicBezTo>
                  <a:lnTo>
                    <a:pt x="178403" y="173466"/>
                  </a:lnTo>
                  <a:cubicBezTo>
                    <a:pt x="202054" y="173518"/>
                    <a:pt x="221213" y="192677"/>
                    <a:pt x="221266" y="216328"/>
                  </a:cubicBezTo>
                  <a:lnTo>
                    <a:pt x="221266" y="248618"/>
                  </a:lnTo>
                  <a:cubicBezTo>
                    <a:pt x="221006" y="272120"/>
                    <a:pt x="201906" y="291049"/>
                    <a:pt x="178403" y="291099"/>
                  </a:cubicBezTo>
                  <a:close/>
                  <a:moveTo>
                    <a:pt x="42863" y="202041"/>
                  </a:moveTo>
                  <a:cubicBezTo>
                    <a:pt x="34972" y="202041"/>
                    <a:pt x="28575" y="208438"/>
                    <a:pt x="28575" y="216328"/>
                  </a:cubicBezTo>
                  <a:lnTo>
                    <a:pt x="28575" y="248618"/>
                  </a:lnTo>
                  <a:cubicBezTo>
                    <a:pt x="28575" y="256508"/>
                    <a:pt x="34972" y="262905"/>
                    <a:pt x="42863" y="262905"/>
                  </a:cubicBezTo>
                  <a:lnTo>
                    <a:pt x="178403" y="262905"/>
                  </a:lnTo>
                  <a:cubicBezTo>
                    <a:pt x="186294" y="262905"/>
                    <a:pt x="192691" y="256508"/>
                    <a:pt x="192691" y="248618"/>
                  </a:cubicBezTo>
                  <a:lnTo>
                    <a:pt x="192691" y="216328"/>
                  </a:lnTo>
                  <a:cubicBezTo>
                    <a:pt x="192691" y="208438"/>
                    <a:pt x="186294" y="202041"/>
                    <a:pt x="178403" y="202041"/>
                  </a:cubicBezTo>
                  <a:close/>
                  <a:moveTo>
                    <a:pt x="178403" y="592566"/>
                  </a:moveTo>
                  <a:lnTo>
                    <a:pt x="42863" y="592566"/>
                  </a:lnTo>
                  <a:cubicBezTo>
                    <a:pt x="19212" y="592513"/>
                    <a:pt x="52" y="573354"/>
                    <a:pt x="0" y="549703"/>
                  </a:cubicBezTo>
                  <a:lnTo>
                    <a:pt x="0" y="517985"/>
                  </a:lnTo>
                  <a:cubicBezTo>
                    <a:pt x="52" y="494334"/>
                    <a:pt x="19212" y="475175"/>
                    <a:pt x="42863" y="475122"/>
                  </a:cubicBezTo>
                  <a:lnTo>
                    <a:pt x="178403" y="475122"/>
                  </a:lnTo>
                  <a:cubicBezTo>
                    <a:pt x="202054" y="475175"/>
                    <a:pt x="221213" y="494334"/>
                    <a:pt x="221266" y="517985"/>
                  </a:cubicBezTo>
                  <a:lnTo>
                    <a:pt x="221266" y="549894"/>
                  </a:lnTo>
                  <a:cubicBezTo>
                    <a:pt x="221213" y="573544"/>
                    <a:pt x="202054" y="592704"/>
                    <a:pt x="178403" y="592756"/>
                  </a:cubicBezTo>
                  <a:close/>
                  <a:moveTo>
                    <a:pt x="42863" y="503697"/>
                  </a:moveTo>
                  <a:cubicBezTo>
                    <a:pt x="34972" y="503697"/>
                    <a:pt x="28575" y="510094"/>
                    <a:pt x="28575" y="517985"/>
                  </a:cubicBezTo>
                  <a:lnTo>
                    <a:pt x="28575" y="549894"/>
                  </a:lnTo>
                  <a:cubicBezTo>
                    <a:pt x="28575" y="557784"/>
                    <a:pt x="34972" y="564181"/>
                    <a:pt x="42863" y="564181"/>
                  </a:cubicBezTo>
                  <a:lnTo>
                    <a:pt x="178403" y="564181"/>
                  </a:lnTo>
                  <a:cubicBezTo>
                    <a:pt x="186294" y="564181"/>
                    <a:pt x="192691" y="557784"/>
                    <a:pt x="192691" y="549894"/>
                  </a:cubicBezTo>
                  <a:lnTo>
                    <a:pt x="192691" y="517985"/>
                  </a:lnTo>
                  <a:cubicBezTo>
                    <a:pt x="192691" y="510094"/>
                    <a:pt x="186294" y="503697"/>
                    <a:pt x="178403" y="503697"/>
                  </a:cubicBezTo>
                  <a:close/>
                  <a:moveTo>
                    <a:pt x="722948" y="526081"/>
                  </a:moveTo>
                  <a:cubicBezTo>
                    <a:pt x="719061" y="526101"/>
                    <a:pt x="715339" y="524515"/>
                    <a:pt x="712661" y="521700"/>
                  </a:cubicBezTo>
                  <a:cubicBezTo>
                    <a:pt x="707089" y="516122"/>
                    <a:pt x="707089" y="507084"/>
                    <a:pt x="712661" y="501507"/>
                  </a:cubicBezTo>
                  <a:cubicBezTo>
                    <a:pt x="753809" y="461883"/>
                    <a:pt x="777431" y="410638"/>
                    <a:pt x="777431" y="361108"/>
                  </a:cubicBezTo>
                  <a:cubicBezTo>
                    <a:pt x="777431" y="280908"/>
                    <a:pt x="727710" y="224805"/>
                    <a:pt x="683895" y="175371"/>
                  </a:cubicBezTo>
                  <a:cubicBezTo>
                    <a:pt x="634270" y="119459"/>
                    <a:pt x="606076" y="72405"/>
                    <a:pt x="598170" y="32019"/>
                  </a:cubicBezTo>
                  <a:lnTo>
                    <a:pt x="597218" y="32591"/>
                  </a:lnTo>
                  <a:cubicBezTo>
                    <a:pt x="575500" y="45640"/>
                    <a:pt x="505587" y="95361"/>
                    <a:pt x="520160" y="189372"/>
                  </a:cubicBezTo>
                  <a:cubicBezTo>
                    <a:pt x="526637" y="231092"/>
                    <a:pt x="515302" y="261000"/>
                    <a:pt x="488442" y="274240"/>
                  </a:cubicBezTo>
                  <a:cubicBezTo>
                    <a:pt x="478039" y="278719"/>
                    <a:pt x="466627" y="280330"/>
                    <a:pt x="455390" y="278907"/>
                  </a:cubicBezTo>
                  <a:cubicBezTo>
                    <a:pt x="426913" y="274051"/>
                    <a:pt x="405939" y="249593"/>
                    <a:pt x="405479" y="220710"/>
                  </a:cubicBezTo>
                  <a:cubicBezTo>
                    <a:pt x="405479" y="216995"/>
                    <a:pt x="405479" y="213471"/>
                    <a:pt x="405479" y="210327"/>
                  </a:cubicBezTo>
                  <a:cubicBezTo>
                    <a:pt x="370487" y="252869"/>
                    <a:pt x="350976" y="306031"/>
                    <a:pt x="350139" y="361108"/>
                  </a:cubicBezTo>
                  <a:cubicBezTo>
                    <a:pt x="350139" y="410638"/>
                    <a:pt x="373761" y="461883"/>
                    <a:pt x="415004" y="501507"/>
                  </a:cubicBezTo>
                  <a:cubicBezTo>
                    <a:pt x="420522" y="507147"/>
                    <a:pt x="420423" y="516193"/>
                    <a:pt x="414783" y="521711"/>
                  </a:cubicBezTo>
                  <a:cubicBezTo>
                    <a:pt x="409379" y="526997"/>
                    <a:pt x="400792" y="527160"/>
                    <a:pt x="395192" y="522081"/>
                  </a:cubicBezTo>
                  <a:cubicBezTo>
                    <a:pt x="348425" y="477123"/>
                    <a:pt x="321564" y="418449"/>
                    <a:pt x="321564" y="361108"/>
                  </a:cubicBezTo>
                  <a:cubicBezTo>
                    <a:pt x="322291" y="293506"/>
                    <a:pt x="348323" y="228631"/>
                    <a:pt x="394526" y="179276"/>
                  </a:cubicBezTo>
                  <a:cubicBezTo>
                    <a:pt x="403145" y="170267"/>
                    <a:pt x="417434" y="169951"/>
                    <a:pt x="426443" y="178570"/>
                  </a:cubicBezTo>
                  <a:cubicBezTo>
                    <a:pt x="430635" y="182581"/>
                    <a:pt x="433122" y="188053"/>
                    <a:pt x="433387" y="193849"/>
                  </a:cubicBezTo>
                  <a:cubicBezTo>
                    <a:pt x="434054" y="201660"/>
                    <a:pt x="434150" y="213661"/>
                    <a:pt x="434150" y="220233"/>
                  </a:cubicBezTo>
                  <a:cubicBezTo>
                    <a:pt x="434501" y="235356"/>
                    <a:pt x="445453" y="248141"/>
                    <a:pt x="460343" y="250809"/>
                  </a:cubicBezTo>
                  <a:cubicBezTo>
                    <a:pt x="463006" y="251010"/>
                    <a:pt x="465681" y="251010"/>
                    <a:pt x="468344" y="250809"/>
                  </a:cubicBezTo>
                  <a:cubicBezTo>
                    <a:pt x="471078" y="250397"/>
                    <a:pt x="473760" y="249695"/>
                    <a:pt x="476345" y="248713"/>
                  </a:cubicBezTo>
                  <a:cubicBezTo>
                    <a:pt x="495395" y="239188"/>
                    <a:pt x="495395" y="214233"/>
                    <a:pt x="492157" y="194611"/>
                  </a:cubicBezTo>
                  <a:cubicBezTo>
                    <a:pt x="474821" y="82407"/>
                    <a:pt x="557117" y="23733"/>
                    <a:pt x="582740" y="8397"/>
                  </a:cubicBezTo>
                  <a:cubicBezTo>
                    <a:pt x="586740" y="5921"/>
                    <a:pt x="592265" y="2873"/>
                    <a:pt x="593789" y="2111"/>
                  </a:cubicBezTo>
                  <a:cubicBezTo>
                    <a:pt x="600269" y="-923"/>
                    <a:pt x="607809" y="-674"/>
                    <a:pt x="614077" y="2778"/>
                  </a:cubicBezTo>
                  <a:cubicBezTo>
                    <a:pt x="620277" y="6196"/>
                    <a:pt x="624431" y="12411"/>
                    <a:pt x="625221" y="19446"/>
                  </a:cubicBezTo>
                  <a:cubicBezTo>
                    <a:pt x="629793" y="55451"/>
                    <a:pt x="656939" y="101647"/>
                    <a:pt x="705707" y="156702"/>
                  </a:cubicBezTo>
                  <a:cubicBezTo>
                    <a:pt x="750665" y="207279"/>
                    <a:pt x="806482" y="270335"/>
                    <a:pt x="806482" y="361394"/>
                  </a:cubicBezTo>
                  <a:cubicBezTo>
                    <a:pt x="806482" y="418544"/>
                    <a:pt x="779717" y="477408"/>
                    <a:pt x="732949" y="522366"/>
                  </a:cubicBezTo>
                  <a:cubicBezTo>
                    <a:pt x="730230" y="524867"/>
                    <a:pt x="726639" y="526201"/>
                    <a:pt x="722948" y="526081"/>
                  </a:cubicBezTo>
                  <a:close/>
                  <a:moveTo>
                    <a:pt x="564356" y="597519"/>
                  </a:moveTo>
                  <a:cubicBezTo>
                    <a:pt x="553835" y="597519"/>
                    <a:pt x="545306" y="588990"/>
                    <a:pt x="545306" y="578469"/>
                  </a:cubicBezTo>
                  <a:cubicBezTo>
                    <a:pt x="545306" y="567947"/>
                    <a:pt x="553835" y="559419"/>
                    <a:pt x="564356" y="559419"/>
                  </a:cubicBezTo>
                  <a:lnTo>
                    <a:pt x="565118" y="559419"/>
                  </a:lnTo>
                  <a:cubicBezTo>
                    <a:pt x="575640" y="559419"/>
                    <a:pt x="584168" y="567947"/>
                    <a:pt x="584168" y="578469"/>
                  </a:cubicBezTo>
                  <a:cubicBezTo>
                    <a:pt x="584168" y="588990"/>
                    <a:pt x="575640" y="597519"/>
                    <a:pt x="565118" y="597519"/>
                  </a:cubicBezTo>
                  <a:close/>
                  <a:moveTo>
                    <a:pt x="503396" y="576659"/>
                  </a:moveTo>
                  <a:cubicBezTo>
                    <a:pt x="499100" y="576634"/>
                    <a:pt x="494937" y="575157"/>
                    <a:pt x="491585" y="572468"/>
                  </a:cubicBezTo>
                  <a:lnTo>
                    <a:pt x="490537" y="571611"/>
                  </a:lnTo>
                  <a:cubicBezTo>
                    <a:pt x="482259" y="565116"/>
                    <a:pt x="480813" y="553143"/>
                    <a:pt x="487307" y="544864"/>
                  </a:cubicBezTo>
                  <a:cubicBezTo>
                    <a:pt x="493801" y="536586"/>
                    <a:pt x="505776" y="535140"/>
                    <a:pt x="514053" y="541634"/>
                  </a:cubicBezTo>
                  <a:cubicBezTo>
                    <a:pt x="514317" y="541840"/>
                    <a:pt x="514574" y="542054"/>
                    <a:pt x="514826" y="542274"/>
                  </a:cubicBezTo>
                  <a:lnTo>
                    <a:pt x="514826" y="542274"/>
                  </a:lnTo>
                  <a:cubicBezTo>
                    <a:pt x="523085" y="548792"/>
                    <a:pt x="524497" y="560770"/>
                    <a:pt x="517979" y="569029"/>
                  </a:cubicBezTo>
                  <a:cubicBezTo>
                    <a:pt x="514364" y="573610"/>
                    <a:pt x="508850" y="576281"/>
                    <a:pt x="503015" y="576278"/>
                  </a:cubicBezTo>
                  <a:close/>
                  <a:moveTo>
                    <a:pt x="625983" y="575611"/>
                  </a:moveTo>
                  <a:cubicBezTo>
                    <a:pt x="615462" y="575643"/>
                    <a:pt x="606907" y="567140"/>
                    <a:pt x="606875" y="556619"/>
                  </a:cubicBezTo>
                  <a:cubicBezTo>
                    <a:pt x="606858" y="550874"/>
                    <a:pt x="609433" y="545428"/>
                    <a:pt x="613886" y="541797"/>
                  </a:cubicBezTo>
                  <a:lnTo>
                    <a:pt x="613886" y="541797"/>
                  </a:lnTo>
                  <a:cubicBezTo>
                    <a:pt x="621029" y="534073"/>
                    <a:pt x="633081" y="533600"/>
                    <a:pt x="640807" y="540742"/>
                  </a:cubicBezTo>
                  <a:cubicBezTo>
                    <a:pt x="648532" y="547885"/>
                    <a:pt x="649004" y="559937"/>
                    <a:pt x="641861" y="567662"/>
                  </a:cubicBezTo>
                  <a:cubicBezTo>
                    <a:pt x="640924" y="568676"/>
                    <a:pt x="639880" y="569585"/>
                    <a:pt x="638747" y="570372"/>
                  </a:cubicBezTo>
                  <a:lnTo>
                    <a:pt x="637794" y="571230"/>
                  </a:lnTo>
                  <a:cubicBezTo>
                    <a:pt x="634442" y="573942"/>
                    <a:pt x="630293" y="575482"/>
                    <a:pt x="625983" y="575611"/>
                  </a:cubicBezTo>
                  <a:close/>
                  <a:moveTo>
                    <a:pt x="468440" y="521128"/>
                  </a:moveTo>
                  <a:cubicBezTo>
                    <a:pt x="459657" y="521111"/>
                    <a:pt x="452025" y="515091"/>
                    <a:pt x="449961" y="506555"/>
                  </a:cubicBezTo>
                  <a:cubicBezTo>
                    <a:pt x="449961" y="506555"/>
                    <a:pt x="449961" y="505412"/>
                    <a:pt x="449961" y="505317"/>
                  </a:cubicBezTo>
                  <a:cubicBezTo>
                    <a:pt x="447966" y="494986"/>
                    <a:pt x="454724" y="484995"/>
                    <a:pt x="465055" y="483001"/>
                  </a:cubicBezTo>
                  <a:cubicBezTo>
                    <a:pt x="474932" y="481094"/>
                    <a:pt x="484589" y="487196"/>
                    <a:pt x="487108" y="496935"/>
                  </a:cubicBezTo>
                  <a:lnTo>
                    <a:pt x="487108" y="497506"/>
                  </a:lnTo>
                  <a:cubicBezTo>
                    <a:pt x="489625" y="507710"/>
                    <a:pt x="483402" y="518025"/>
                    <a:pt x="473202" y="520557"/>
                  </a:cubicBezTo>
                  <a:cubicBezTo>
                    <a:pt x="471645" y="520947"/>
                    <a:pt x="470044" y="521139"/>
                    <a:pt x="468440" y="521128"/>
                  </a:cubicBezTo>
                  <a:close/>
                  <a:moveTo>
                    <a:pt x="651510" y="454453"/>
                  </a:moveTo>
                  <a:cubicBezTo>
                    <a:pt x="644679" y="454568"/>
                    <a:pt x="638342" y="450905"/>
                    <a:pt x="635032" y="444928"/>
                  </a:cubicBezTo>
                  <a:lnTo>
                    <a:pt x="635032" y="444071"/>
                  </a:lnTo>
                  <a:cubicBezTo>
                    <a:pt x="630446" y="434601"/>
                    <a:pt x="634407" y="423208"/>
                    <a:pt x="643876" y="418623"/>
                  </a:cubicBezTo>
                  <a:cubicBezTo>
                    <a:pt x="652983" y="414214"/>
                    <a:pt x="663947" y="417692"/>
                    <a:pt x="668846" y="426545"/>
                  </a:cubicBezTo>
                  <a:cubicBezTo>
                    <a:pt x="673472" y="435913"/>
                    <a:pt x="669689" y="447258"/>
                    <a:pt x="660368" y="451977"/>
                  </a:cubicBezTo>
                  <a:cubicBezTo>
                    <a:pt x="657637" y="453426"/>
                    <a:pt x="654602" y="454209"/>
                    <a:pt x="651510" y="454263"/>
                  </a:cubicBezTo>
                  <a:close/>
                  <a:moveTo>
                    <a:pt x="516065" y="403590"/>
                  </a:moveTo>
                  <a:cubicBezTo>
                    <a:pt x="511576" y="403554"/>
                    <a:pt x="507237" y="401973"/>
                    <a:pt x="503777" y="399113"/>
                  </a:cubicBezTo>
                  <a:cubicBezTo>
                    <a:pt x="495846" y="392346"/>
                    <a:pt x="494827" y="380461"/>
                    <a:pt x="501491" y="372443"/>
                  </a:cubicBezTo>
                  <a:cubicBezTo>
                    <a:pt x="508065" y="364229"/>
                    <a:pt x="520054" y="362899"/>
                    <a:pt x="528268" y="369472"/>
                  </a:cubicBezTo>
                  <a:cubicBezTo>
                    <a:pt x="528392" y="369572"/>
                    <a:pt x="528516" y="369673"/>
                    <a:pt x="528638" y="369776"/>
                  </a:cubicBezTo>
                  <a:cubicBezTo>
                    <a:pt x="536567" y="376415"/>
                    <a:pt x="537750" y="388168"/>
                    <a:pt x="531305" y="396255"/>
                  </a:cubicBezTo>
                  <a:lnTo>
                    <a:pt x="530638" y="396922"/>
                  </a:lnTo>
                  <a:cubicBezTo>
                    <a:pt x="526996" y="401179"/>
                    <a:pt x="521666" y="403618"/>
                    <a:pt x="516065" y="403590"/>
                  </a:cubicBezTo>
                  <a:close/>
                  <a:moveTo>
                    <a:pt x="610267" y="401970"/>
                  </a:moveTo>
                  <a:cubicBezTo>
                    <a:pt x="604824" y="401987"/>
                    <a:pt x="599657" y="399578"/>
                    <a:pt x="596170" y="395398"/>
                  </a:cubicBezTo>
                  <a:lnTo>
                    <a:pt x="595598" y="394636"/>
                  </a:lnTo>
                  <a:cubicBezTo>
                    <a:pt x="588893" y="386579"/>
                    <a:pt x="589957" y="374618"/>
                    <a:pt x="597980" y="367871"/>
                  </a:cubicBezTo>
                  <a:cubicBezTo>
                    <a:pt x="606019" y="361084"/>
                    <a:pt x="618038" y="362100"/>
                    <a:pt x="624825" y="370139"/>
                  </a:cubicBezTo>
                  <a:cubicBezTo>
                    <a:pt x="624830" y="370144"/>
                    <a:pt x="624835" y="370151"/>
                    <a:pt x="624840" y="370157"/>
                  </a:cubicBezTo>
                  <a:cubicBezTo>
                    <a:pt x="631891" y="377964"/>
                    <a:pt x="631279" y="390011"/>
                    <a:pt x="623471" y="397063"/>
                  </a:cubicBezTo>
                  <a:cubicBezTo>
                    <a:pt x="619858" y="400325"/>
                    <a:pt x="615133" y="402082"/>
                    <a:pt x="610267" y="401970"/>
                  </a:cubicBezTo>
                  <a:close/>
                  <a:moveTo>
                    <a:pt x="563594" y="357679"/>
                  </a:moveTo>
                  <a:lnTo>
                    <a:pt x="563594" y="357679"/>
                  </a:lnTo>
                  <a:cubicBezTo>
                    <a:pt x="553073" y="357679"/>
                    <a:pt x="544544" y="349150"/>
                    <a:pt x="544544" y="338629"/>
                  </a:cubicBezTo>
                  <a:cubicBezTo>
                    <a:pt x="544520" y="328608"/>
                    <a:pt x="552263" y="320280"/>
                    <a:pt x="562261" y="319579"/>
                  </a:cubicBezTo>
                  <a:lnTo>
                    <a:pt x="563975" y="319579"/>
                  </a:lnTo>
                  <a:cubicBezTo>
                    <a:pt x="574497" y="319579"/>
                    <a:pt x="583025" y="328108"/>
                    <a:pt x="583025" y="338629"/>
                  </a:cubicBezTo>
                  <a:cubicBezTo>
                    <a:pt x="583027" y="349150"/>
                    <a:pt x="574500" y="357681"/>
                    <a:pt x="563979" y="357683"/>
                  </a:cubicBezTo>
                  <a:cubicBezTo>
                    <a:pt x="563850" y="357683"/>
                    <a:pt x="563723" y="357682"/>
                    <a:pt x="563594" y="357679"/>
                  </a:cubicBezTo>
                  <a:close/>
                  <a:moveTo>
                    <a:pt x="301371" y="427688"/>
                  </a:moveTo>
                  <a:cubicBezTo>
                    <a:pt x="301371" y="419797"/>
                    <a:pt x="294974" y="413400"/>
                    <a:pt x="287084" y="413400"/>
                  </a:cubicBezTo>
                  <a:lnTo>
                    <a:pt x="165068" y="413400"/>
                  </a:lnTo>
                  <a:cubicBezTo>
                    <a:pt x="157199" y="413348"/>
                    <a:pt x="150833" y="406982"/>
                    <a:pt x="150781" y="399113"/>
                  </a:cubicBezTo>
                  <a:lnTo>
                    <a:pt x="150781" y="367204"/>
                  </a:lnTo>
                  <a:cubicBezTo>
                    <a:pt x="151038" y="359500"/>
                    <a:pt x="157360" y="353388"/>
                    <a:pt x="165068" y="353393"/>
                  </a:cubicBezTo>
                  <a:lnTo>
                    <a:pt x="278511" y="353393"/>
                  </a:lnTo>
                  <a:cubicBezTo>
                    <a:pt x="286402" y="353393"/>
                    <a:pt x="292799" y="346996"/>
                    <a:pt x="292799" y="339105"/>
                  </a:cubicBezTo>
                  <a:cubicBezTo>
                    <a:pt x="292799" y="331215"/>
                    <a:pt x="286402" y="324818"/>
                    <a:pt x="278511" y="324818"/>
                  </a:cubicBezTo>
                  <a:lnTo>
                    <a:pt x="165068" y="324818"/>
                  </a:lnTo>
                  <a:cubicBezTo>
                    <a:pt x="141396" y="324818"/>
                    <a:pt x="122206" y="344008"/>
                    <a:pt x="122206" y="367680"/>
                  </a:cubicBezTo>
                  <a:lnTo>
                    <a:pt x="122206" y="399113"/>
                  </a:lnTo>
                  <a:cubicBezTo>
                    <a:pt x="122258" y="422763"/>
                    <a:pt x="141418" y="441923"/>
                    <a:pt x="165068" y="441975"/>
                  </a:cubicBezTo>
                  <a:lnTo>
                    <a:pt x="287084" y="441975"/>
                  </a:lnTo>
                  <a:cubicBezTo>
                    <a:pt x="294974" y="441975"/>
                    <a:pt x="301371" y="435578"/>
                    <a:pt x="301371" y="427688"/>
                  </a:cubicBezTo>
                  <a:close/>
                  <a:moveTo>
                    <a:pt x="98393" y="399113"/>
                  </a:moveTo>
                  <a:lnTo>
                    <a:pt x="98393" y="367204"/>
                  </a:lnTo>
                  <a:cubicBezTo>
                    <a:pt x="98393" y="343532"/>
                    <a:pt x="79203" y="324342"/>
                    <a:pt x="55531" y="324342"/>
                  </a:cubicBezTo>
                  <a:lnTo>
                    <a:pt x="14288" y="324342"/>
                  </a:lnTo>
                  <a:cubicBezTo>
                    <a:pt x="6397" y="324342"/>
                    <a:pt x="0" y="330739"/>
                    <a:pt x="0" y="338629"/>
                  </a:cubicBezTo>
                  <a:cubicBezTo>
                    <a:pt x="0" y="346520"/>
                    <a:pt x="6397" y="352917"/>
                    <a:pt x="14288" y="352917"/>
                  </a:cubicBezTo>
                  <a:lnTo>
                    <a:pt x="55721" y="352917"/>
                  </a:lnTo>
                  <a:cubicBezTo>
                    <a:pt x="63612" y="352917"/>
                    <a:pt x="70009" y="359314"/>
                    <a:pt x="70009" y="367204"/>
                  </a:cubicBezTo>
                  <a:lnTo>
                    <a:pt x="70009" y="399113"/>
                  </a:lnTo>
                  <a:cubicBezTo>
                    <a:pt x="70009" y="407003"/>
                    <a:pt x="63612" y="413400"/>
                    <a:pt x="55721" y="413400"/>
                  </a:cubicBezTo>
                  <a:lnTo>
                    <a:pt x="14288" y="413400"/>
                  </a:lnTo>
                  <a:cubicBezTo>
                    <a:pt x="6397" y="413400"/>
                    <a:pt x="0" y="419797"/>
                    <a:pt x="0" y="427688"/>
                  </a:cubicBezTo>
                  <a:cubicBezTo>
                    <a:pt x="0" y="435578"/>
                    <a:pt x="6397" y="441975"/>
                    <a:pt x="14288" y="441975"/>
                  </a:cubicBezTo>
                  <a:lnTo>
                    <a:pt x="55721" y="441975"/>
                  </a:lnTo>
                  <a:cubicBezTo>
                    <a:pt x="79298" y="441818"/>
                    <a:pt x="98342" y="422689"/>
                    <a:pt x="98393" y="399113"/>
                  </a:cubicBezTo>
                  <a:close/>
                  <a:moveTo>
                    <a:pt x="305276" y="277193"/>
                  </a:moveTo>
                  <a:cubicBezTo>
                    <a:pt x="305276" y="269302"/>
                    <a:pt x="298879" y="262905"/>
                    <a:pt x="290989" y="262905"/>
                  </a:cubicBezTo>
                  <a:lnTo>
                    <a:pt x="288131" y="262905"/>
                  </a:lnTo>
                  <a:cubicBezTo>
                    <a:pt x="280241" y="262905"/>
                    <a:pt x="273844" y="256508"/>
                    <a:pt x="273844" y="248618"/>
                  </a:cubicBezTo>
                  <a:lnTo>
                    <a:pt x="273844" y="216328"/>
                  </a:lnTo>
                  <a:cubicBezTo>
                    <a:pt x="273844" y="208438"/>
                    <a:pt x="280241" y="202041"/>
                    <a:pt x="288131" y="202041"/>
                  </a:cubicBezTo>
                  <a:lnTo>
                    <a:pt x="329660" y="202041"/>
                  </a:lnTo>
                  <a:cubicBezTo>
                    <a:pt x="337551" y="202041"/>
                    <a:pt x="343948" y="195644"/>
                    <a:pt x="343948" y="187753"/>
                  </a:cubicBezTo>
                  <a:cubicBezTo>
                    <a:pt x="343948" y="179863"/>
                    <a:pt x="337551" y="173466"/>
                    <a:pt x="329660" y="173466"/>
                  </a:cubicBezTo>
                  <a:lnTo>
                    <a:pt x="288131" y="173466"/>
                  </a:lnTo>
                  <a:cubicBezTo>
                    <a:pt x="264481" y="173518"/>
                    <a:pt x="245321" y="192677"/>
                    <a:pt x="245269" y="216328"/>
                  </a:cubicBezTo>
                  <a:lnTo>
                    <a:pt x="245269" y="248618"/>
                  </a:lnTo>
                  <a:cubicBezTo>
                    <a:pt x="245321" y="272268"/>
                    <a:pt x="264481" y="291428"/>
                    <a:pt x="288131" y="291480"/>
                  </a:cubicBezTo>
                  <a:lnTo>
                    <a:pt x="290989" y="291480"/>
                  </a:lnTo>
                  <a:cubicBezTo>
                    <a:pt x="298879" y="291480"/>
                    <a:pt x="305276" y="285083"/>
                    <a:pt x="305276" y="277193"/>
                  </a:cubicBezTo>
                  <a:close/>
                  <a:moveTo>
                    <a:pt x="446818" y="578469"/>
                  </a:moveTo>
                  <a:cubicBezTo>
                    <a:pt x="446818" y="570578"/>
                    <a:pt x="440421" y="564181"/>
                    <a:pt x="432530" y="564181"/>
                  </a:cubicBezTo>
                  <a:lnTo>
                    <a:pt x="288131" y="564181"/>
                  </a:lnTo>
                  <a:cubicBezTo>
                    <a:pt x="280241" y="564181"/>
                    <a:pt x="273844" y="557784"/>
                    <a:pt x="273844" y="549894"/>
                  </a:cubicBezTo>
                  <a:lnTo>
                    <a:pt x="273844" y="517985"/>
                  </a:lnTo>
                  <a:cubicBezTo>
                    <a:pt x="273844" y="510094"/>
                    <a:pt x="280241" y="503697"/>
                    <a:pt x="288131" y="503697"/>
                  </a:cubicBezTo>
                  <a:lnTo>
                    <a:pt x="312992" y="503697"/>
                  </a:lnTo>
                  <a:cubicBezTo>
                    <a:pt x="320882" y="503697"/>
                    <a:pt x="327279" y="497300"/>
                    <a:pt x="327279" y="489410"/>
                  </a:cubicBezTo>
                  <a:cubicBezTo>
                    <a:pt x="327279" y="481519"/>
                    <a:pt x="320882" y="475122"/>
                    <a:pt x="312992" y="475122"/>
                  </a:cubicBezTo>
                  <a:lnTo>
                    <a:pt x="288131" y="475122"/>
                  </a:lnTo>
                  <a:cubicBezTo>
                    <a:pt x="264481" y="475175"/>
                    <a:pt x="245321" y="494334"/>
                    <a:pt x="245269" y="517985"/>
                  </a:cubicBezTo>
                  <a:lnTo>
                    <a:pt x="245269" y="549894"/>
                  </a:lnTo>
                  <a:cubicBezTo>
                    <a:pt x="245321" y="573544"/>
                    <a:pt x="264481" y="592704"/>
                    <a:pt x="288131" y="592756"/>
                  </a:cubicBezTo>
                  <a:lnTo>
                    <a:pt x="432530" y="592756"/>
                  </a:lnTo>
                  <a:cubicBezTo>
                    <a:pt x="440421" y="592756"/>
                    <a:pt x="446818" y="586359"/>
                    <a:pt x="446818" y="57846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13" tIns="45694" rIns="91413" bIns="45694" anchor="ctr" anchorCtr="0">
              <a:noAutofit/>
            </a:bodyPr>
            <a:lstStyle/>
            <a:p>
              <a:pPr marL="0" marR="0" lvl="0" indent="0" algn="l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Tx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BBB04C0-6814-145C-7013-CF3296511EEB}"/>
              </a:ext>
            </a:extLst>
          </p:cNvPr>
          <p:cNvGrpSpPr/>
          <p:nvPr/>
        </p:nvGrpSpPr>
        <p:grpSpPr>
          <a:xfrm>
            <a:off x="2695087" y="1678578"/>
            <a:ext cx="285557" cy="285557"/>
            <a:chOff x="1251601" y="1527464"/>
            <a:chExt cx="829762" cy="829762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21ECD5E-A1C9-2890-FA58-1B9567A93EAB}"/>
                </a:ext>
              </a:extLst>
            </p:cNvPr>
            <p:cNvSpPr/>
            <p:nvPr/>
          </p:nvSpPr>
          <p:spPr>
            <a:xfrm>
              <a:off x="1251601" y="1527464"/>
              <a:ext cx="829762" cy="829762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55" name="Google Shape;193;p7">
              <a:extLst>
                <a:ext uri="{FF2B5EF4-FFF2-40B4-BE49-F238E27FC236}">
                  <a16:creationId xmlns:a16="http://schemas.microsoft.com/office/drawing/2014/main" id="{9A273315-6A60-83F1-11E7-9634FF44E8C8}"/>
                </a:ext>
              </a:extLst>
            </p:cNvPr>
            <p:cNvSpPr/>
            <p:nvPr/>
          </p:nvSpPr>
          <p:spPr>
            <a:xfrm>
              <a:off x="1418206" y="1744625"/>
              <a:ext cx="525973" cy="389691"/>
            </a:xfrm>
            <a:custGeom>
              <a:avLst/>
              <a:gdLst/>
              <a:ahLst/>
              <a:cxnLst/>
              <a:rect l="l" t="t" r="r" b="b"/>
              <a:pathLst>
                <a:path w="806481" h="597518" extrusionOk="0">
                  <a:moveTo>
                    <a:pt x="659797" y="519509"/>
                  </a:moveTo>
                  <a:cubicBezTo>
                    <a:pt x="657993" y="519490"/>
                    <a:pt x="656200" y="519234"/>
                    <a:pt x="654463" y="518747"/>
                  </a:cubicBezTo>
                  <a:cubicBezTo>
                    <a:pt x="644339" y="515885"/>
                    <a:pt x="638452" y="505357"/>
                    <a:pt x="641315" y="495232"/>
                  </a:cubicBezTo>
                  <a:cubicBezTo>
                    <a:pt x="641316" y="495228"/>
                    <a:pt x="641317" y="495224"/>
                    <a:pt x="641318" y="495220"/>
                  </a:cubicBezTo>
                  <a:cubicBezTo>
                    <a:pt x="643972" y="485039"/>
                    <a:pt x="654376" y="478937"/>
                    <a:pt x="664557" y="481591"/>
                  </a:cubicBezTo>
                  <a:cubicBezTo>
                    <a:pt x="664685" y="481624"/>
                    <a:pt x="664813" y="481658"/>
                    <a:pt x="664940" y="481695"/>
                  </a:cubicBezTo>
                  <a:cubicBezTo>
                    <a:pt x="674817" y="484480"/>
                    <a:pt x="680713" y="494587"/>
                    <a:pt x="678275" y="504555"/>
                  </a:cubicBezTo>
                  <a:lnTo>
                    <a:pt x="678275" y="505698"/>
                  </a:lnTo>
                  <a:cubicBezTo>
                    <a:pt x="675921" y="513932"/>
                    <a:pt x="668361" y="519582"/>
                    <a:pt x="659797" y="519509"/>
                  </a:cubicBezTo>
                  <a:close/>
                  <a:moveTo>
                    <a:pt x="475202" y="456072"/>
                  </a:moveTo>
                  <a:cubicBezTo>
                    <a:pt x="473395" y="456099"/>
                    <a:pt x="471595" y="455843"/>
                    <a:pt x="469868" y="455310"/>
                  </a:cubicBezTo>
                  <a:cubicBezTo>
                    <a:pt x="459777" y="452404"/>
                    <a:pt x="453942" y="441882"/>
                    <a:pt x="456819" y="431784"/>
                  </a:cubicBezTo>
                  <a:cubicBezTo>
                    <a:pt x="459473" y="421602"/>
                    <a:pt x="469877" y="415501"/>
                    <a:pt x="480058" y="418154"/>
                  </a:cubicBezTo>
                  <a:cubicBezTo>
                    <a:pt x="480186" y="418188"/>
                    <a:pt x="480313" y="418222"/>
                    <a:pt x="480441" y="418258"/>
                  </a:cubicBezTo>
                  <a:cubicBezTo>
                    <a:pt x="490317" y="421043"/>
                    <a:pt x="496213" y="431150"/>
                    <a:pt x="493776" y="441118"/>
                  </a:cubicBezTo>
                  <a:lnTo>
                    <a:pt x="493776" y="442261"/>
                  </a:lnTo>
                  <a:cubicBezTo>
                    <a:pt x="491412" y="450530"/>
                    <a:pt x="483801" y="456189"/>
                    <a:pt x="475202" y="456072"/>
                  </a:cubicBezTo>
                  <a:close/>
                  <a:moveTo>
                    <a:pt x="178403" y="291099"/>
                  </a:moveTo>
                  <a:lnTo>
                    <a:pt x="42863" y="291099"/>
                  </a:lnTo>
                  <a:cubicBezTo>
                    <a:pt x="19212" y="291047"/>
                    <a:pt x="52" y="271887"/>
                    <a:pt x="0" y="248237"/>
                  </a:cubicBezTo>
                  <a:lnTo>
                    <a:pt x="0" y="216328"/>
                  </a:lnTo>
                  <a:cubicBezTo>
                    <a:pt x="52" y="192677"/>
                    <a:pt x="19212" y="173518"/>
                    <a:pt x="42863" y="173466"/>
                  </a:cubicBezTo>
                  <a:lnTo>
                    <a:pt x="178403" y="173466"/>
                  </a:lnTo>
                  <a:cubicBezTo>
                    <a:pt x="202054" y="173518"/>
                    <a:pt x="221213" y="192677"/>
                    <a:pt x="221266" y="216328"/>
                  </a:cubicBezTo>
                  <a:lnTo>
                    <a:pt x="221266" y="248618"/>
                  </a:lnTo>
                  <a:cubicBezTo>
                    <a:pt x="221006" y="272120"/>
                    <a:pt x="201906" y="291049"/>
                    <a:pt x="178403" y="291099"/>
                  </a:cubicBezTo>
                  <a:close/>
                  <a:moveTo>
                    <a:pt x="42863" y="202041"/>
                  </a:moveTo>
                  <a:cubicBezTo>
                    <a:pt x="34972" y="202041"/>
                    <a:pt x="28575" y="208438"/>
                    <a:pt x="28575" y="216328"/>
                  </a:cubicBezTo>
                  <a:lnTo>
                    <a:pt x="28575" y="248618"/>
                  </a:lnTo>
                  <a:cubicBezTo>
                    <a:pt x="28575" y="256508"/>
                    <a:pt x="34972" y="262905"/>
                    <a:pt x="42863" y="262905"/>
                  </a:cubicBezTo>
                  <a:lnTo>
                    <a:pt x="178403" y="262905"/>
                  </a:lnTo>
                  <a:cubicBezTo>
                    <a:pt x="186294" y="262905"/>
                    <a:pt x="192691" y="256508"/>
                    <a:pt x="192691" y="248618"/>
                  </a:cubicBezTo>
                  <a:lnTo>
                    <a:pt x="192691" y="216328"/>
                  </a:lnTo>
                  <a:cubicBezTo>
                    <a:pt x="192691" y="208438"/>
                    <a:pt x="186294" y="202041"/>
                    <a:pt x="178403" y="202041"/>
                  </a:cubicBezTo>
                  <a:close/>
                  <a:moveTo>
                    <a:pt x="178403" y="592566"/>
                  </a:moveTo>
                  <a:lnTo>
                    <a:pt x="42863" y="592566"/>
                  </a:lnTo>
                  <a:cubicBezTo>
                    <a:pt x="19212" y="592513"/>
                    <a:pt x="52" y="573354"/>
                    <a:pt x="0" y="549703"/>
                  </a:cubicBezTo>
                  <a:lnTo>
                    <a:pt x="0" y="517985"/>
                  </a:lnTo>
                  <a:cubicBezTo>
                    <a:pt x="52" y="494334"/>
                    <a:pt x="19212" y="475175"/>
                    <a:pt x="42863" y="475122"/>
                  </a:cubicBezTo>
                  <a:lnTo>
                    <a:pt x="178403" y="475122"/>
                  </a:lnTo>
                  <a:cubicBezTo>
                    <a:pt x="202054" y="475175"/>
                    <a:pt x="221213" y="494334"/>
                    <a:pt x="221266" y="517985"/>
                  </a:cubicBezTo>
                  <a:lnTo>
                    <a:pt x="221266" y="549894"/>
                  </a:lnTo>
                  <a:cubicBezTo>
                    <a:pt x="221213" y="573544"/>
                    <a:pt x="202054" y="592704"/>
                    <a:pt x="178403" y="592756"/>
                  </a:cubicBezTo>
                  <a:close/>
                  <a:moveTo>
                    <a:pt x="42863" y="503697"/>
                  </a:moveTo>
                  <a:cubicBezTo>
                    <a:pt x="34972" y="503697"/>
                    <a:pt x="28575" y="510094"/>
                    <a:pt x="28575" y="517985"/>
                  </a:cubicBezTo>
                  <a:lnTo>
                    <a:pt x="28575" y="549894"/>
                  </a:lnTo>
                  <a:cubicBezTo>
                    <a:pt x="28575" y="557784"/>
                    <a:pt x="34972" y="564181"/>
                    <a:pt x="42863" y="564181"/>
                  </a:cubicBezTo>
                  <a:lnTo>
                    <a:pt x="178403" y="564181"/>
                  </a:lnTo>
                  <a:cubicBezTo>
                    <a:pt x="186294" y="564181"/>
                    <a:pt x="192691" y="557784"/>
                    <a:pt x="192691" y="549894"/>
                  </a:cubicBezTo>
                  <a:lnTo>
                    <a:pt x="192691" y="517985"/>
                  </a:lnTo>
                  <a:cubicBezTo>
                    <a:pt x="192691" y="510094"/>
                    <a:pt x="186294" y="503697"/>
                    <a:pt x="178403" y="503697"/>
                  </a:cubicBezTo>
                  <a:close/>
                  <a:moveTo>
                    <a:pt x="722948" y="526081"/>
                  </a:moveTo>
                  <a:cubicBezTo>
                    <a:pt x="719061" y="526101"/>
                    <a:pt x="715339" y="524515"/>
                    <a:pt x="712661" y="521700"/>
                  </a:cubicBezTo>
                  <a:cubicBezTo>
                    <a:pt x="707089" y="516122"/>
                    <a:pt x="707089" y="507084"/>
                    <a:pt x="712661" y="501507"/>
                  </a:cubicBezTo>
                  <a:cubicBezTo>
                    <a:pt x="753809" y="461883"/>
                    <a:pt x="777431" y="410638"/>
                    <a:pt x="777431" y="361108"/>
                  </a:cubicBezTo>
                  <a:cubicBezTo>
                    <a:pt x="777431" y="280908"/>
                    <a:pt x="727710" y="224805"/>
                    <a:pt x="683895" y="175371"/>
                  </a:cubicBezTo>
                  <a:cubicBezTo>
                    <a:pt x="634270" y="119459"/>
                    <a:pt x="606076" y="72405"/>
                    <a:pt x="598170" y="32019"/>
                  </a:cubicBezTo>
                  <a:lnTo>
                    <a:pt x="597218" y="32591"/>
                  </a:lnTo>
                  <a:cubicBezTo>
                    <a:pt x="575500" y="45640"/>
                    <a:pt x="505587" y="95361"/>
                    <a:pt x="520160" y="189372"/>
                  </a:cubicBezTo>
                  <a:cubicBezTo>
                    <a:pt x="526637" y="231092"/>
                    <a:pt x="515302" y="261000"/>
                    <a:pt x="488442" y="274240"/>
                  </a:cubicBezTo>
                  <a:cubicBezTo>
                    <a:pt x="478039" y="278719"/>
                    <a:pt x="466627" y="280330"/>
                    <a:pt x="455390" y="278907"/>
                  </a:cubicBezTo>
                  <a:cubicBezTo>
                    <a:pt x="426913" y="274051"/>
                    <a:pt x="405939" y="249593"/>
                    <a:pt x="405479" y="220710"/>
                  </a:cubicBezTo>
                  <a:cubicBezTo>
                    <a:pt x="405479" y="216995"/>
                    <a:pt x="405479" y="213471"/>
                    <a:pt x="405479" y="210327"/>
                  </a:cubicBezTo>
                  <a:cubicBezTo>
                    <a:pt x="370487" y="252869"/>
                    <a:pt x="350976" y="306031"/>
                    <a:pt x="350139" y="361108"/>
                  </a:cubicBezTo>
                  <a:cubicBezTo>
                    <a:pt x="350139" y="410638"/>
                    <a:pt x="373761" y="461883"/>
                    <a:pt x="415004" y="501507"/>
                  </a:cubicBezTo>
                  <a:cubicBezTo>
                    <a:pt x="420522" y="507147"/>
                    <a:pt x="420423" y="516193"/>
                    <a:pt x="414783" y="521711"/>
                  </a:cubicBezTo>
                  <a:cubicBezTo>
                    <a:pt x="409379" y="526997"/>
                    <a:pt x="400792" y="527160"/>
                    <a:pt x="395192" y="522081"/>
                  </a:cubicBezTo>
                  <a:cubicBezTo>
                    <a:pt x="348425" y="477123"/>
                    <a:pt x="321564" y="418449"/>
                    <a:pt x="321564" y="361108"/>
                  </a:cubicBezTo>
                  <a:cubicBezTo>
                    <a:pt x="322291" y="293506"/>
                    <a:pt x="348323" y="228631"/>
                    <a:pt x="394526" y="179276"/>
                  </a:cubicBezTo>
                  <a:cubicBezTo>
                    <a:pt x="403145" y="170267"/>
                    <a:pt x="417434" y="169951"/>
                    <a:pt x="426443" y="178570"/>
                  </a:cubicBezTo>
                  <a:cubicBezTo>
                    <a:pt x="430635" y="182581"/>
                    <a:pt x="433122" y="188053"/>
                    <a:pt x="433387" y="193849"/>
                  </a:cubicBezTo>
                  <a:cubicBezTo>
                    <a:pt x="434054" y="201660"/>
                    <a:pt x="434150" y="213661"/>
                    <a:pt x="434150" y="220233"/>
                  </a:cubicBezTo>
                  <a:cubicBezTo>
                    <a:pt x="434501" y="235356"/>
                    <a:pt x="445453" y="248141"/>
                    <a:pt x="460343" y="250809"/>
                  </a:cubicBezTo>
                  <a:cubicBezTo>
                    <a:pt x="463006" y="251010"/>
                    <a:pt x="465681" y="251010"/>
                    <a:pt x="468344" y="250809"/>
                  </a:cubicBezTo>
                  <a:cubicBezTo>
                    <a:pt x="471078" y="250397"/>
                    <a:pt x="473760" y="249695"/>
                    <a:pt x="476345" y="248713"/>
                  </a:cubicBezTo>
                  <a:cubicBezTo>
                    <a:pt x="495395" y="239188"/>
                    <a:pt x="495395" y="214233"/>
                    <a:pt x="492157" y="194611"/>
                  </a:cubicBezTo>
                  <a:cubicBezTo>
                    <a:pt x="474821" y="82407"/>
                    <a:pt x="557117" y="23733"/>
                    <a:pt x="582740" y="8397"/>
                  </a:cubicBezTo>
                  <a:cubicBezTo>
                    <a:pt x="586740" y="5921"/>
                    <a:pt x="592265" y="2873"/>
                    <a:pt x="593789" y="2111"/>
                  </a:cubicBezTo>
                  <a:cubicBezTo>
                    <a:pt x="600269" y="-923"/>
                    <a:pt x="607809" y="-674"/>
                    <a:pt x="614077" y="2778"/>
                  </a:cubicBezTo>
                  <a:cubicBezTo>
                    <a:pt x="620277" y="6196"/>
                    <a:pt x="624431" y="12411"/>
                    <a:pt x="625221" y="19446"/>
                  </a:cubicBezTo>
                  <a:cubicBezTo>
                    <a:pt x="629793" y="55451"/>
                    <a:pt x="656939" y="101647"/>
                    <a:pt x="705707" y="156702"/>
                  </a:cubicBezTo>
                  <a:cubicBezTo>
                    <a:pt x="750665" y="207279"/>
                    <a:pt x="806482" y="270335"/>
                    <a:pt x="806482" y="361394"/>
                  </a:cubicBezTo>
                  <a:cubicBezTo>
                    <a:pt x="806482" y="418544"/>
                    <a:pt x="779717" y="477408"/>
                    <a:pt x="732949" y="522366"/>
                  </a:cubicBezTo>
                  <a:cubicBezTo>
                    <a:pt x="730230" y="524867"/>
                    <a:pt x="726639" y="526201"/>
                    <a:pt x="722948" y="526081"/>
                  </a:cubicBezTo>
                  <a:close/>
                  <a:moveTo>
                    <a:pt x="564356" y="597519"/>
                  </a:moveTo>
                  <a:cubicBezTo>
                    <a:pt x="553835" y="597519"/>
                    <a:pt x="545306" y="588990"/>
                    <a:pt x="545306" y="578469"/>
                  </a:cubicBezTo>
                  <a:cubicBezTo>
                    <a:pt x="545306" y="567947"/>
                    <a:pt x="553835" y="559419"/>
                    <a:pt x="564356" y="559419"/>
                  </a:cubicBezTo>
                  <a:lnTo>
                    <a:pt x="565118" y="559419"/>
                  </a:lnTo>
                  <a:cubicBezTo>
                    <a:pt x="575640" y="559419"/>
                    <a:pt x="584168" y="567947"/>
                    <a:pt x="584168" y="578469"/>
                  </a:cubicBezTo>
                  <a:cubicBezTo>
                    <a:pt x="584168" y="588990"/>
                    <a:pt x="575640" y="597519"/>
                    <a:pt x="565118" y="597519"/>
                  </a:cubicBezTo>
                  <a:close/>
                  <a:moveTo>
                    <a:pt x="503396" y="576659"/>
                  </a:moveTo>
                  <a:cubicBezTo>
                    <a:pt x="499100" y="576634"/>
                    <a:pt x="494937" y="575157"/>
                    <a:pt x="491585" y="572468"/>
                  </a:cubicBezTo>
                  <a:lnTo>
                    <a:pt x="490537" y="571611"/>
                  </a:lnTo>
                  <a:cubicBezTo>
                    <a:pt x="482259" y="565116"/>
                    <a:pt x="480813" y="553143"/>
                    <a:pt x="487307" y="544864"/>
                  </a:cubicBezTo>
                  <a:cubicBezTo>
                    <a:pt x="493801" y="536586"/>
                    <a:pt x="505776" y="535140"/>
                    <a:pt x="514053" y="541634"/>
                  </a:cubicBezTo>
                  <a:cubicBezTo>
                    <a:pt x="514317" y="541840"/>
                    <a:pt x="514574" y="542054"/>
                    <a:pt x="514826" y="542274"/>
                  </a:cubicBezTo>
                  <a:lnTo>
                    <a:pt x="514826" y="542274"/>
                  </a:lnTo>
                  <a:cubicBezTo>
                    <a:pt x="523085" y="548792"/>
                    <a:pt x="524497" y="560770"/>
                    <a:pt x="517979" y="569029"/>
                  </a:cubicBezTo>
                  <a:cubicBezTo>
                    <a:pt x="514364" y="573610"/>
                    <a:pt x="508850" y="576281"/>
                    <a:pt x="503015" y="576278"/>
                  </a:cubicBezTo>
                  <a:close/>
                  <a:moveTo>
                    <a:pt x="625983" y="575611"/>
                  </a:moveTo>
                  <a:cubicBezTo>
                    <a:pt x="615462" y="575643"/>
                    <a:pt x="606907" y="567140"/>
                    <a:pt x="606875" y="556619"/>
                  </a:cubicBezTo>
                  <a:cubicBezTo>
                    <a:pt x="606858" y="550874"/>
                    <a:pt x="609433" y="545428"/>
                    <a:pt x="613886" y="541797"/>
                  </a:cubicBezTo>
                  <a:lnTo>
                    <a:pt x="613886" y="541797"/>
                  </a:lnTo>
                  <a:cubicBezTo>
                    <a:pt x="621029" y="534073"/>
                    <a:pt x="633081" y="533600"/>
                    <a:pt x="640807" y="540742"/>
                  </a:cubicBezTo>
                  <a:cubicBezTo>
                    <a:pt x="648532" y="547885"/>
                    <a:pt x="649004" y="559937"/>
                    <a:pt x="641861" y="567662"/>
                  </a:cubicBezTo>
                  <a:cubicBezTo>
                    <a:pt x="640924" y="568676"/>
                    <a:pt x="639880" y="569585"/>
                    <a:pt x="638747" y="570372"/>
                  </a:cubicBezTo>
                  <a:lnTo>
                    <a:pt x="637794" y="571230"/>
                  </a:lnTo>
                  <a:cubicBezTo>
                    <a:pt x="634442" y="573942"/>
                    <a:pt x="630293" y="575482"/>
                    <a:pt x="625983" y="575611"/>
                  </a:cubicBezTo>
                  <a:close/>
                  <a:moveTo>
                    <a:pt x="468440" y="521128"/>
                  </a:moveTo>
                  <a:cubicBezTo>
                    <a:pt x="459657" y="521111"/>
                    <a:pt x="452025" y="515091"/>
                    <a:pt x="449961" y="506555"/>
                  </a:cubicBezTo>
                  <a:cubicBezTo>
                    <a:pt x="449961" y="506555"/>
                    <a:pt x="449961" y="505412"/>
                    <a:pt x="449961" y="505317"/>
                  </a:cubicBezTo>
                  <a:cubicBezTo>
                    <a:pt x="447966" y="494986"/>
                    <a:pt x="454724" y="484995"/>
                    <a:pt x="465055" y="483001"/>
                  </a:cubicBezTo>
                  <a:cubicBezTo>
                    <a:pt x="474932" y="481094"/>
                    <a:pt x="484589" y="487196"/>
                    <a:pt x="487108" y="496935"/>
                  </a:cubicBezTo>
                  <a:lnTo>
                    <a:pt x="487108" y="497506"/>
                  </a:lnTo>
                  <a:cubicBezTo>
                    <a:pt x="489625" y="507710"/>
                    <a:pt x="483402" y="518025"/>
                    <a:pt x="473202" y="520557"/>
                  </a:cubicBezTo>
                  <a:cubicBezTo>
                    <a:pt x="471645" y="520947"/>
                    <a:pt x="470044" y="521139"/>
                    <a:pt x="468440" y="521128"/>
                  </a:cubicBezTo>
                  <a:close/>
                  <a:moveTo>
                    <a:pt x="651510" y="454453"/>
                  </a:moveTo>
                  <a:cubicBezTo>
                    <a:pt x="644679" y="454568"/>
                    <a:pt x="638342" y="450905"/>
                    <a:pt x="635032" y="444928"/>
                  </a:cubicBezTo>
                  <a:lnTo>
                    <a:pt x="635032" y="444071"/>
                  </a:lnTo>
                  <a:cubicBezTo>
                    <a:pt x="630446" y="434601"/>
                    <a:pt x="634407" y="423208"/>
                    <a:pt x="643876" y="418623"/>
                  </a:cubicBezTo>
                  <a:cubicBezTo>
                    <a:pt x="652983" y="414214"/>
                    <a:pt x="663947" y="417692"/>
                    <a:pt x="668846" y="426545"/>
                  </a:cubicBezTo>
                  <a:cubicBezTo>
                    <a:pt x="673472" y="435913"/>
                    <a:pt x="669689" y="447258"/>
                    <a:pt x="660368" y="451977"/>
                  </a:cubicBezTo>
                  <a:cubicBezTo>
                    <a:pt x="657637" y="453426"/>
                    <a:pt x="654602" y="454209"/>
                    <a:pt x="651510" y="454263"/>
                  </a:cubicBezTo>
                  <a:close/>
                  <a:moveTo>
                    <a:pt x="516065" y="403590"/>
                  </a:moveTo>
                  <a:cubicBezTo>
                    <a:pt x="511576" y="403554"/>
                    <a:pt x="507237" y="401973"/>
                    <a:pt x="503777" y="399113"/>
                  </a:cubicBezTo>
                  <a:cubicBezTo>
                    <a:pt x="495846" y="392346"/>
                    <a:pt x="494827" y="380461"/>
                    <a:pt x="501491" y="372443"/>
                  </a:cubicBezTo>
                  <a:cubicBezTo>
                    <a:pt x="508065" y="364229"/>
                    <a:pt x="520054" y="362899"/>
                    <a:pt x="528268" y="369472"/>
                  </a:cubicBezTo>
                  <a:cubicBezTo>
                    <a:pt x="528392" y="369572"/>
                    <a:pt x="528516" y="369673"/>
                    <a:pt x="528638" y="369776"/>
                  </a:cubicBezTo>
                  <a:cubicBezTo>
                    <a:pt x="536567" y="376415"/>
                    <a:pt x="537750" y="388168"/>
                    <a:pt x="531305" y="396255"/>
                  </a:cubicBezTo>
                  <a:lnTo>
                    <a:pt x="530638" y="396922"/>
                  </a:lnTo>
                  <a:cubicBezTo>
                    <a:pt x="526996" y="401179"/>
                    <a:pt x="521666" y="403618"/>
                    <a:pt x="516065" y="403590"/>
                  </a:cubicBezTo>
                  <a:close/>
                  <a:moveTo>
                    <a:pt x="610267" y="401970"/>
                  </a:moveTo>
                  <a:cubicBezTo>
                    <a:pt x="604824" y="401987"/>
                    <a:pt x="599657" y="399578"/>
                    <a:pt x="596170" y="395398"/>
                  </a:cubicBezTo>
                  <a:lnTo>
                    <a:pt x="595598" y="394636"/>
                  </a:lnTo>
                  <a:cubicBezTo>
                    <a:pt x="588893" y="386579"/>
                    <a:pt x="589957" y="374618"/>
                    <a:pt x="597980" y="367871"/>
                  </a:cubicBezTo>
                  <a:cubicBezTo>
                    <a:pt x="606019" y="361084"/>
                    <a:pt x="618038" y="362100"/>
                    <a:pt x="624825" y="370139"/>
                  </a:cubicBezTo>
                  <a:cubicBezTo>
                    <a:pt x="624830" y="370144"/>
                    <a:pt x="624835" y="370151"/>
                    <a:pt x="624840" y="370157"/>
                  </a:cubicBezTo>
                  <a:cubicBezTo>
                    <a:pt x="631891" y="377964"/>
                    <a:pt x="631279" y="390011"/>
                    <a:pt x="623471" y="397063"/>
                  </a:cubicBezTo>
                  <a:cubicBezTo>
                    <a:pt x="619858" y="400325"/>
                    <a:pt x="615133" y="402082"/>
                    <a:pt x="610267" y="401970"/>
                  </a:cubicBezTo>
                  <a:close/>
                  <a:moveTo>
                    <a:pt x="563594" y="357679"/>
                  </a:moveTo>
                  <a:lnTo>
                    <a:pt x="563594" y="357679"/>
                  </a:lnTo>
                  <a:cubicBezTo>
                    <a:pt x="553073" y="357679"/>
                    <a:pt x="544544" y="349150"/>
                    <a:pt x="544544" y="338629"/>
                  </a:cubicBezTo>
                  <a:cubicBezTo>
                    <a:pt x="544520" y="328608"/>
                    <a:pt x="552263" y="320280"/>
                    <a:pt x="562261" y="319579"/>
                  </a:cubicBezTo>
                  <a:lnTo>
                    <a:pt x="563975" y="319579"/>
                  </a:lnTo>
                  <a:cubicBezTo>
                    <a:pt x="574497" y="319579"/>
                    <a:pt x="583025" y="328108"/>
                    <a:pt x="583025" y="338629"/>
                  </a:cubicBezTo>
                  <a:cubicBezTo>
                    <a:pt x="583027" y="349150"/>
                    <a:pt x="574500" y="357681"/>
                    <a:pt x="563979" y="357683"/>
                  </a:cubicBezTo>
                  <a:cubicBezTo>
                    <a:pt x="563850" y="357683"/>
                    <a:pt x="563723" y="357682"/>
                    <a:pt x="563594" y="357679"/>
                  </a:cubicBezTo>
                  <a:close/>
                  <a:moveTo>
                    <a:pt x="301371" y="427688"/>
                  </a:moveTo>
                  <a:cubicBezTo>
                    <a:pt x="301371" y="419797"/>
                    <a:pt x="294974" y="413400"/>
                    <a:pt x="287084" y="413400"/>
                  </a:cubicBezTo>
                  <a:lnTo>
                    <a:pt x="165068" y="413400"/>
                  </a:lnTo>
                  <a:cubicBezTo>
                    <a:pt x="157199" y="413348"/>
                    <a:pt x="150833" y="406982"/>
                    <a:pt x="150781" y="399113"/>
                  </a:cubicBezTo>
                  <a:lnTo>
                    <a:pt x="150781" y="367204"/>
                  </a:lnTo>
                  <a:cubicBezTo>
                    <a:pt x="151038" y="359500"/>
                    <a:pt x="157360" y="353388"/>
                    <a:pt x="165068" y="353393"/>
                  </a:cubicBezTo>
                  <a:lnTo>
                    <a:pt x="278511" y="353393"/>
                  </a:lnTo>
                  <a:cubicBezTo>
                    <a:pt x="286402" y="353393"/>
                    <a:pt x="292799" y="346996"/>
                    <a:pt x="292799" y="339105"/>
                  </a:cubicBezTo>
                  <a:cubicBezTo>
                    <a:pt x="292799" y="331215"/>
                    <a:pt x="286402" y="324818"/>
                    <a:pt x="278511" y="324818"/>
                  </a:cubicBezTo>
                  <a:lnTo>
                    <a:pt x="165068" y="324818"/>
                  </a:lnTo>
                  <a:cubicBezTo>
                    <a:pt x="141396" y="324818"/>
                    <a:pt x="122206" y="344008"/>
                    <a:pt x="122206" y="367680"/>
                  </a:cubicBezTo>
                  <a:lnTo>
                    <a:pt x="122206" y="399113"/>
                  </a:lnTo>
                  <a:cubicBezTo>
                    <a:pt x="122258" y="422763"/>
                    <a:pt x="141418" y="441923"/>
                    <a:pt x="165068" y="441975"/>
                  </a:cubicBezTo>
                  <a:lnTo>
                    <a:pt x="287084" y="441975"/>
                  </a:lnTo>
                  <a:cubicBezTo>
                    <a:pt x="294974" y="441975"/>
                    <a:pt x="301371" y="435578"/>
                    <a:pt x="301371" y="427688"/>
                  </a:cubicBezTo>
                  <a:close/>
                  <a:moveTo>
                    <a:pt x="98393" y="399113"/>
                  </a:moveTo>
                  <a:lnTo>
                    <a:pt x="98393" y="367204"/>
                  </a:lnTo>
                  <a:cubicBezTo>
                    <a:pt x="98393" y="343532"/>
                    <a:pt x="79203" y="324342"/>
                    <a:pt x="55531" y="324342"/>
                  </a:cubicBezTo>
                  <a:lnTo>
                    <a:pt x="14288" y="324342"/>
                  </a:lnTo>
                  <a:cubicBezTo>
                    <a:pt x="6397" y="324342"/>
                    <a:pt x="0" y="330739"/>
                    <a:pt x="0" y="338629"/>
                  </a:cubicBezTo>
                  <a:cubicBezTo>
                    <a:pt x="0" y="346520"/>
                    <a:pt x="6397" y="352917"/>
                    <a:pt x="14288" y="352917"/>
                  </a:cubicBezTo>
                  <a:lnTo>
                    <a:pt x="55721" y="352917"/>
                  </a:lnTo>
                  <a:cubicBezTo>
                    <a:pt x="63612" y="352917"/>
                    <a:pt x="70009" y="359314"/>
                    <a:pt x="70009" y="367204"/>
                  </a:cubicBezTo>
                  <a:lnTo>
                    <a:pt x="70009" y="399113"/>
                  </a:lnTo>
                  <a:cubicBezTo>
                    <a:pt x="70009" y="407003"/>
                    <a:pt x="63612" y="413400"/>
                    <a:pt x="55721" y="413400"/>
                  </a:cubicBezTo>
                  <a:lnTo>
                    <a:pt x="14288" y="413400"/>
                  </a:lnTo>
                  <a:cubicBezTo>
                    <a:pt x="6397" y="413400"/>
                    <a:pt x="0" y="419797"/>
                    <a:pt x="0" y="427688"/>
                  </a:cubicBezTo>
                  <a:cubicBezTo>
                    <a:pt x="0" y="435578"/>
                    <a:pt x="6397" y="441975"/>
                    <a:pt x="14288" y="441975"/>
                  </a:cubicBezTo>
                  <a:lnTo>
                    <a:pt x="55721" y="441975"/>
                  </a:lnTo>
                  <a:cubicBezTo>
                    <a:pt x="79298" y="441818"/>
                    <a:pt x="98342" y="422689"/>
                    <a:pt x="98393" y="399113"/>
                  </a:cubicBezTo>
                  <a:close/>
                  <a:moveTo>
                    <a:pt x="305276" y="277193"/>
                  </a:moveTo>
                  <a:cubicBezTo>
                    <a:pt x="305276" y="269302"/>
                    <a:pt x="298879" y="262905"/>
                    <a:pt x="290989" y="262905"/>
                  </a:cubicBezTo>
                  <a:lnTo>
                    <a:pt x="288131" y="262905"/>
                  </a:lnTo>
                  <a:cubicBezTo>
                    <a:pt x="280241" y="262905"/>
                    <a:pt x="273844" y="256508"/>
                    <a:pt x="273844" y="248618"/>
                  </a:cubicBezTo>
                  <a:lnTo>
                    <a:pt x="273844" y="216328"/>
                  </a:lnTo>
                  <a:cubicBezTo>
                    <a:pt x="273844" y="208438"/>
                    <a:pt x="280241" y="202041"/>
                    <a:pt x="288131" y="202041"/>
                  </a:cubicBezTo>
                  <a:lnTo>
                    <a:pt x="329660" y="202041"/>
                  </a:lnTo>
                  <a:cubicBezTo>
                    <a:pt x="337551" y="202041"/>
                    <a:pt x="343948" y="195644"/>
                    <a:pt x="343948" y="187753"/>
                  </a:cubicBezTo>
                  <a:cubicBezTo>
                    <a:pt x="343948" y="179863"/>
                    <a:pt x="337551" y="173466"/>
                    <a:pt x="329660" y="173466"/>
                  </a:cubicBezTo>
                  <a:lnTo>
                    <a:pt x="288131" y="173466"/>
                  </a:lnTo>
                  <a:cubicBezTo>
                    <a:pt x="264481" y="173518"/>
                    <a:pt x="245321" y="192677"/>
                    <a:pt x="245269" y="216328"/>
                  </a:cubicBezTo>
                  <a:lnTo>
                    <a:pt x="245269" y="248618"/>
                  </a:lnTo>
                  <a:cubicBezTo>
                    <a:pt x="245321" y="272268"/>
                    <a:pt x="264481" y="291428"/>
                    <a:pt x="288131" y="291480"/>
                  </a:cubicBezTo>
                  <a:lnTo>
                    <a:pt x="290989" y="291480"/>
                  </a:lnTo>
                  <a:cubicBezTo>
                    <a:pt x="298879" y="291480"/>
                    <a:pt x="305276" y="285083"/>
                    <a:pt x="305276" y="277193"/>
                  </a:cubicBezTo>
                  <a:close/>
                  <a:moveTo>
                    <a:pt x="446818" y="578469"/>
                  </a:moveTo>
                  <a:cubicBezTo>
                    <a:pt x="446818" y="570578"/>
                    <a:pt x="440421" y="564181"/>
                    <a:pt x="432530" y="564181"/>
                  </a:cubicBezTo>
                  <a:lnTo>
                    <a:pt x="288131" y="564181"/>
                  </a:lnTo>
                  <a:cubicBezTo>
                    <a:pt x="280241" y="564181"/>
                    <a:pt x="273844" y="557784"/>
                    <a:pt x="273844" y="549894"/>
                  </a:cubicBezTo>
                  <a:lnTo>
                    <a:pt x="273844" y="517985"/>
                  </a:lnTo>
                  <a:cubicBezTo>
                    <a:pt x="273844" y="510094"/>
                    <a:pt x="280241" y="503697"/>
                    <a:pt x="288131" y="503697"/>
                  </a:cubicBezTo>
                  <a:lnTo>
                    <a:pt x="312992" y="503697"/>
                  </a:lnTo>
                  <a:cubicBezTo>
                    <a:pt x="320882" y="503697"/>
                    <a:pt x="327279" y="497300"/>
                    <a:pt x="327279" y="489410"/>
                  </a:cubicBezTo>
                  <a:cubicBezTo>
                    <a:pt x="327279" y="481519"/>
                    <a:pt x="320882" y="475122"/>
                    <a:pt x="312992" y="475122"/>
                  </a:cubicBezTo>
                  <a:lnTo>
                    <a:pt x="288131" y="475122"/>
                  </a:lnTo>
                  <a:cubicBezTo>
                    <a:pt x="264481" y="475175"/>
                    <a:pt x="245321" y="494334"/>
                    <a:pt x="245269" y="517985"/>
                  </a:cubicBezTo>
                  <a:lnTo>
                    <a:pt x="245269" y="549894"/>
                  </a:lnTo>
                  <a:cubicBezTo>
                    <a:pt x="245321" y="573544"/>
                    <a:pt x="264481" y="592704"/>
                    <a:pt x="288131" y="592756"/>
                  </a:cubicBezTo>
                  <a:lnTo>
                    <a:pt x="432530" y="592756"/>
                  </a:lnTo>
                  <a:cubicBezTo>
                    <a:pt x="440421" y="592756"/>
                    <a:pt x="446818" y="586359"/>
                    <a:pt x="446818" y="57846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13" tIns="45694" rIns="91413" bIns="45694" anchor="ctr" anchorCtr="0">
              <a:noAutofit/>
            </a:bodyPr>
            <a:lstStyle/>
            <a:p>
              <a:pPr marL="0" marR="0" lvl="0" indent="0" algn="l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Tx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94180726-109C-935B-7A05-46F06CA7B7FC}"/>
              </a:ext>
            </a:extLst>
          </p:cNvPr>
          <p:cNvSpPr txBox="1"/>
          <p:nvPr/>
        </p:nvSpPr>
        <p:spPr>
          <a:xfrm>
            <a:off x="459498" y="3306749"/>
            <a:ext cx="22236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APPS | FULLY ROUTED INFRA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Global Persistent IP Map</a:t>
            </a:r>
          </a:p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Network Path Selection</a:t>
            </a:r>
          </a:p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IP Overlap Challenges</a:t>
            </a:r>
          </a:p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Users Discoverable</a:t>
            </a:r>
          </a:p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Apps Discoverable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B141F2F-D102-1CF8-8AA8-23BF8BCD2675}"/>
              </a:ext>
            </a:extLst>
          </p:cNvPr>
          <p:cNvGrpSpPr/>
          <p:nvPr/>
        </p:nvGrpSpPr>
        <p:grpSpPr>
          <a:xfrm>
            <a:off x="5728463" y="2013827"/>
            <a:ext cx="285557" cy="285557"/>
            <a:chOff x="1251601" y="1527464"/>
            <a:chExt cx="829762" cy="829762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F92430E-7025-D219-2BCC-B3CAB13EAB40}"/>
                </a:ext>
              </a:extLst>
            </p:cNvPr>
            <p:cNvSpPr/>
            <p:nvPr/>
          </p:nvSpPr>
          <p:spPr>
            <a:xfrm>
              <a:off x="1251601" y="1527464"/>
              <a:ext cx="829762" cy="829762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60" name="Google Shape;193;p7">
              <a:extLst>
                <a:ext uri="{FF2B5EF4-FFF2-40B4-BE49-F238E27FC236}">
                  <a16:creationId xmlns:a16="http://schemas.microsoft.com/office/drawing/2014/main" id="{21294F73-B4C3-8612-2A8D-09F26FB13001}"/>
                </a:ext>
              </a:extLst>
            </p:cNvPr>
            <p:cNvSpPr/>
            <p:nvPr/>
          </p:nvSpPr>
          <p:spPr>
            <a:xfrm>
              <a:off x="1418206" y="1744625"/>
              <a:ext cx="525973" cy="389691"/>
            </a:xfrm>
            <a:custGeom>
              <a:avLst/>
              <a:gdLst/>
              <a:ahLst/>
              <a:cxnLst/>
              <a:rect l="l" t="t" r="r" b="b"/>
              <a:pathLst>
                <a:path w="806481" h="597518" extrusionOk="0">
                  <a:moveTo>
                    <a:pt x="659797" y="519509"/>
                  </a:moveTo>
                  <a:cubicBezTo>
                    <a:pt x="657993" y="519490"/>
                    <a:pt x="656200" y="519234"/>
                    <a:pt x="654463" y="518747"/>
                  </a:cubicBezTo>
                  <a:cubicBezTo>
                    <a:pt x="644339" y="515885"/>
                    <a:pt x="638452" y="505357"/>
                    <a:pt x="641315" y="495232"/>
                  </a:cubicBezTo>
                  <a:cubicBezTo>
                    <a:pt x="641316" y="495228"/>
                    <a:pt x="641317" y="495224"/>
                    <a:pt x="641318" y="495220"/>
                  </a:cubicBezTo>
                  <a:cubicBezTo>
                    <a:pt x="643972" y="485039"/>
                    <a:pt x="654376" y="478937"/>
                    <a:pt x="664557" y="481591"/>
                  </a:cubicBezTo>
                  <a:cubicBezTo>
                    <a:pt x="664685" y="481624"/>
                    <a:pt x="664813" y="481658"/>
                    <a:pt x="664940" y="481695"/>
                  </a:cubicBezTo>
                  <a:cubicBezTo>
                    <a:pt x="674817" y="484480"/>
                    <a:pt x="680713" y="494587"/>
                    <a:pt x="678275" y="504555"/>
                  </a:cubicBezTo>
                  <a:lnTo>
                    <a:pt x="678275" y="505698"/>
                  </a:lnTo>
                  <a:cubicBezTo>
                    <a:pt x="675921" y="513932"/>
                    <a:pt x="668361" y="519582"/>
                    <a:pt x="659797" y="519509"/>
                  </a:cubicBezTo>
                  <a:close/>
                  <a:moveTo>
                    <a:pt x="475202" y="456072"/>
                  </a:moveTo>
                  <a:cubicBezTo>
                    <a:pt x="473395" y="456099"/>
                    <a:pt x="471595" y="455843"/>
                    <a:pt x="469868" y="455310"/>
                  </a:cubicBezTo>
                  <a:cubicBezTo>
                    <a:pt x="459777" y="452404"/>
                    <a:pt x="453942" y="441882"/>
                    <a:pt x="456819" y="431784"/>
                  </a:cubicBezTo>
                  <a:cubicBezTo>
                    <a:pt x="459473" y="421602"/>
                    <a:pt x="469877" y="415501"/>
                    <a:pt x="480058" y="418154"/>
                  </a:cubicBezTo>
                  <a:cubicBezTo>
                    <a:pt x="480186" y="418188"/>
                    <a:pt x="480313" y="418222"/>
                    <a:pt x="480441" y="418258"/>
                  </a:cubicBezTo>
                  <a:cubicBezTo>
                    <a:pt x="490317" y="421043"/>
                    <a:pt x="496213" y="431150"/>
                    <a:pt x="493776" y="441118"/>
                  </a:cubicBezTo>
                  <a:lnTo>
                    <a:pt x="493776" y="442261"/>
                  </a:lnTo>
                  <a:cubicBezTo>
                    <a:pt x="491412" y="450530"/>
                    <a:pt x="483801" y="456189"/>
                    <a:pt x="475202" y="456072"/>
                  </a:cubicBezTo>
                  <a:close/>
                  <a:moveTo>
                    <a:pt x="178403" y="291099"/>
                  </a:moveTo>
                  <a:lnTo>
                    <a:pt x="42863" y="291099"/>
                  </a:lnTo>
                  <a:cubicBezTo>
                    <a:pt x="19212" y="291047"/>
                    <a:pt x="52" y="271887"/>
                    <a:pt x="0" y="248237"/>
                  </a:cubicBezTo>
                  <a:lnTo>
                    <a:pt x="0" y="216328"/>
                  </a:lnTo>
                  <a:cubicBezTo>
                    <a:pt x="52" y="192677"/>
                    <a:pt x="19212" y="173518"/>
                    <a:pt x="42863" y="173466"/>
                  </a:cubicBezTo>
                  <a:lnTo>
                    <a:pt x="178403" y="173466"/>
                  </a:lnTo>
                  <a:cubicBezTo>
                    <a:pt x="202054" y="173518"/>
                    <a:pt x="221213" y="192677"/>
                    <a:pt x="221266" y="216328"/>
                  </a:cubicBezTo>
                  <a:lnTo>
                    <a:pt x="221266" y="248618"/>
                  </a:lnTo>
                  <a:cubicBezTo>
                    <a:pt x="221006" y="272120"/>
                    <a:pt x="201906" y="291049"/>
                    <a:pt x="178403" y="291099"/>
                  </a:cubicBezTo>
                  <a:close/>
                  <a:moveTo>
                    <a:pt x="42863" y="202041"/>
                  </a:moveTo>
                  <a:cubicBezTo>
                    <a:pt x="34972" y="202041"/>
                    <a:pt x="28575" y="208438"/>
                    <a:pt x="28575" y="216328"/>
                  </a:cubicBezTo>
                  <a:lnTo>
                    <a:pt x="28575" y="248618"/>
                  </a:lnTo>
                  <a:cubicBezTo>
                    <a:pt x="28575" y="256508"/>
                    <a:pt x="34972" y="262905"/>
                    <a:pt x="42863" y="262905"/>
                  </a:cubicBezTo>
                  <a:lnTo>
                    <a:pt x="178403" y="262905"/>
                  </a:lnTo>
                  <a:cubicBezTo>
                    <a:pt x="186294" y="262905"/>
                    <a:pt x="192691" y="256508"/>
                    <a:pt x="192691" y="248618"/>
                  </a:cubicBezTo>
                  <a:lnTo>
                    <a:pt x="192691" y="216328"/>
                  </a:lnTo>
                  <a:cubicBezTo>
                    <a:pt x="192691" y="208438"/>
                    <a:pt x="186294" y="202041"/>
                    <a:pt x="178403" y="202041"/>
                  </a:cubicBezTo>
                  <a:close/>
                  <a:moveTo>
                    <a:pt x="178403" y="592566"/>
                  </a:moveTo>
                  <a:lnTo>
                    <a:pt x="42863" y="592566"/>
                  </a:lnTo>
                  <a:cubicBezTo>
                    <a:pt x="19212" y="592513"/>
                    <a:pt x="52" y="573354"/>
                    <a:pt x="0" y="549703"/>
                  </a:cubicBezTo>
                  <a:lnTo>
                    <a:pt x="0" y="517985"/>
                  </a:lnTo>
                  <a:cubicBezTo>
                    <a:pt x="52" y="494334"/>
                    <a:pt x="19212" y="475175"/>
                    <a:pt x="42863" y="475122"/>
                  </a:cubicBezTo>
                  <a:lnTo>
                    <a:pt x="178403" y="475122"/>
                  </a:lnTo>
                  <a:cubicBezTo>
                    <a:pt x="202054" y="475175"/>
                    <a:pt x="221213" y="494334"/>
                    <a:pt x="221266" y="517985"/>
                  </a:cubicBezTo>
                  <a:lnTo>
                    <a:pt x="221266" y="549894"/>
                  </a:lnTo>
                  <a:cubicBezTo>
                    <a:pt x="221213" y="573544"/>
                    <a:pt x="202054" y="592704"/>
                    <a:pt x="178403" y="592756"/>
                  </a:cubicBezTo>
                  <a:close/>
                  <a:moveTo>
                    <a:pt x="42863" y="503697"/>
                  </a:moveTo>
                  <a:cubicBezTo>
                    <a:pt x="34972" y="503697"/>
                    <a:pt x="28575" y="510094"/>
                    <a:pt x="28575" y="517985"/>
                  </a:cubicBezTo>
                  <a:lnTo>
                    <a:pt x="28575" y="549894"/>
                  </a:lnTo>
                  <a:cubicBezTo>
                    <a:pt x="28575" y="557784"/>
                    <a:pt x="34972" y="564181"/>
                    <a:pt x="42863" y="564181"/>
                  </a:cubicBezTo>
                  <a:lnTo>
                    <a:pt x="178403" y="564181"/>
                  </a:lnTo>
                  <a:cubicBezTo>
                    <a:pt x="186294" y="564181"/>
                    <a:pt x="192691" y="557784"/>
                    <a:pt x="192691" y="549894"/>
                  </a:cubicBezTo>
                  <a:lnTo>
                    <a:pt x="192691" y="517985"/>
                  </a:lnTo>
                  <a:cubicBezTo>
                    <a:pt x="192691" y="510094"/>
                    <a:pt x="186294" y="503697"/>
                    <a:pt x="178403" y="503697"/>
                  </a:cubicBezTo>
                  <a:close/>
                  <a:moveTo>
                    <a:pt x="722948" y="526081"/>
                  </a:moveTo>
                  <a:cubicBezTo>
                    <a:pt x="719061" y="526101"/>
                    <a:pt x="715339" y="524515"/>
                    <a:pt x="712661" y="521700"/>
                  </a:cubicBezTo>
                  <a:cubicBezTo>
                    <a:pt x="707089" y="516122"/>
                    <a:pt x="707089" y="507084"/>
                    <a:pt x="712661" y="501507"/>
                  </a:cubicBezTo>
                  <a:cubicBezTo>
                    <a:pt x="753809" y="461883"/>
                    <a:pt x="777431" y="410638"/>
                    <a:pt x="777431" y="361108"/>
                  </a:cubicBezTo>
                  <a:cubicBezTo>
                    <a:pt x="777431" y="280908"/>
                    <a:pt x="727710" y="224805"/>
                    <a:pt x="683895" y="175371"/>
                  </a:cubicBezTo>
                  <a:cubicBezTo>
                    <a:pt x="634270" y="119459"/>
                    <a:pt x="606076" y="72405"/>
                    <a:pt x="598170" y="32019"/>
                  </a:cubicBezTo>
                  <a:lnTo>
                    <a:pt x="597218" y="32591"/>
                  </a:lnTo>
                  <a:cubicBezTo>
                    <a:pt x="575500" y="45640"/>
                    <a:pt x="505587" y="95361"/>
                    <a:pt x="520160" y="189372"/>
                  </a:cubicBezTo>
                  <a:cubicBezTo>
                    <a:pt x="526637" y="231092"/>
                    <a:pt x="515302" y="261000"/>
                    <a:pt x="488442" y="274240"/>
                  </a:cubicBezTo>
                  <a:cubicBezTo>
                    <a:pt x="478039" y="278719"/>
                    <a:pt x="466627" y="280330"/>
                    <a:pt x="455390" y="278907"/>
                  </a:cubicBezTo>
                  <a:cubicBezTo>
                    <a:pt x="426913" y="274051"/>
                    <a:pt x="405939" y="249593"/>
                    <a:pt x="405479" y="220710"/>
                  </a:cubicBezTo>
                  <a:cubicBezTo>
                    <a:pt x="405479" y="216995"/>
                    <a:pt x="405479" y="213471"/>
                    <a:pt x="405479" y="210327"/>
                  </a:cubicBezTo>
                  <a:cubicBezTo>
                    <a:pt x="370487" y="252869"/>
                    <a:pt x="350976" y="306031"/>
                    <a:pt x="350139" y="361108"/>
                  </a:cubicBezTo>
                  <a:cubicBezTo>
                    <a:pt x="350139" y="410638"/>
                    <a:pt x="373761" y="461883"/>
                    <a:pt x="415004" y="501507"/>
                  </a:cubicBezTo>
                  <a:cubicBezTo>
                    <a:pt x="420522" y="507147"/>
                    <a:pt x="420423" y="516193"/>
                    <a:pt x="414783" y="521711"/>
                  </a:cubicBezTo>
                  <a:cubicBezTo>
                    <a:pt x="409379" y="526997"/>
                    <a:pt x="400792" y="527160"/>
                    <a:pt x="395192" y="522081"/>
                  </a:cubicBezTo>
                  <a:cubicBezTo>
                    <a:pt x="348425" y="477123"/>
                    <a:pt x="321564" y="418449"/>
                    <a:pt x="321564" y="361108"/>
                  </a:cubicBezTo>
                  <a:cubicBezTo>
                    <a:pt x="322291" y="293506"/>
                    <a:pt x="348323" y="228631"/>
                    <a:pt x="394526" y="179276"/>
                  </a:cubicBezTo>
                  <a:cubicBezTo>
                    <a:pt x="403145" y="170267"/>
                    <a:pt x="417434" y="169951"/>
                    <a:pt x="426443" y="178570"/>
                  </a:cubicBezTo>
                  <a:cubicBezTo>
                    <a:pt x="430635" y="182581"/>
                    <a:pt x="433122" y="188053"/>
                    <a:pt x="433387" y="193849"/>
                  </a:cubicBezTo>
                  <a:cubicBezTo>
                    <a:pt x="434054" y="201660"/>
                    <a:pt x="434150" y="213661"/>
                    <a:pt x="434150" y="220233"/>
                  </a:cubicBezTo>
                  <a:cubicBezTo>
                    <a:pt x="434501" y="235356"/>
                    <a:pt x="445453" y="248141"/>
                    <a:pt x="460343" y="250809"/>
                  </a:cubicBezTo>
                  <a:cubicBezTo>
                    <a:pt x="463006" y="251010"/>
                    <a:pt x="465681" y="251010"/>
                    <a:pt x="468344" y="250809"/>
                  </a:cubicBezTo>
                  <a:cubicBezTo>
                    <a:pt x="471078" y="250397"/>
                    <a:pt x="473760" y="249695"/>
                    <a:pt x="476345" y="248713"/>
                  </a:cubicBezTo>
                  <a:cubicBezTo>
                    <a:pt x="495395" y="239188"/>
                    <a:pt x="495395" y="214233"/>
                    <a:pt x="492157" y="194611"/>
                  </a:cubicBezTo>
                  <a:cubicBezTo>
                    <a:pt x="474821" y="82407"/>
                    <a:pt x="557117" y="23733"/>
                    <a:pt x="582740" y="8397"/>
                  </a:cubicBezTo>
                  <a:cubicBezTo>
                    <a:pt x="586740" y="5921"/>
                    <a:pt x="592265" y="2873"/>
                    <a:pt x="593789" y="2111"/>
                  </a:cubicBezTo>
                  <a:cubicBezTo>
                    <a:pt x="600269" y="-923"/>
                    <a:pt x="607809" y="-674"/>
                    <a:pt x="614077" y="2778"/>
                  </a:cubicBezTo>
                  <a:cubicBezTo>
                    <a:pt x="620277" y="6196"/>
                    <a:pt x="624431" y="12411"/>
                    <a:pt x="625221" y="19446"/>
                  </a:cubicBezTo>
                  <a:cubicBezTo>
                    <a:pt x="629793" y="55451"/>
                    <a:pt x="656939" y="101647"/>
                    <a:pt x="705707" y="156702"/>
                  </a:cubicBezTo>
                  <a:cubicBezTo>
                    <a:pt x="750665" y="207279"/>
                    <a:pt x="806482" y="270335"/>
                    <a:pt x="806482" y="361394"/>
                  </a:cubicBezTo>
                  <a:cubicBezTo>
                    <a:pt x="806482" y="418544"/>
                    <a:pt x="779717" y="477408"/>
                    <a:pt x="732949" y="522366"/>
                  </a:cubicBezTo>
                  <a:cubicBezTo>
                    <a:pt x="730230" y="524867"/>
                    <a:pt x="726639" y="526201"/>
                    <a:pt x="722948" y="526081"/>
                  </a:cubicBezTo>
                  <a:close/>
                  <a:moveTo>
                    <a:pt x="564356" y="597519"/>
                  </a:moveTo>
                  <a:cubicBezTo>
                    <a:pt x="553835" y="597519"/>
                    <a:pt x="545306" y="588990"/>
                    <a:pt x="545306" y="578469"/>
                  </a:cubicBezTo>
                  <a:cubicBezTo>
                    <a:pt x="545306" y="567947"/>
                    <a:pt x="553835" y="559419"/>
                    <a:pt x="564356" y="559419"/>
                  </a:cubicBezTo>
                  <a:lnTo>
                    <a:pt x="565118" y="559419"/>
                  </a:lnTo>
                  <a:cubicBezTo>
                    <a:pt x="575640" y="559419"/>
                    <a:pt x="584168" y="567947"/>
                    <a:pt x="584168" y="578469"/>
                  </a:cubicBezTo>
                  <a:cubicBezTo>
                    <a:pt x="584168" y="588990"/>
                    <a:pt x="575640" y="597519"/>
                    <a:pt x="565118" y="597519"/>
                  </a:cubicBezTo>
                  <a:close/>
                  <a:moveTo>
                    <a:pt x="503396" y="576659"/>
                  </a:moveTo>
                  <a:cubicBezTo>
                    <a:pt x="499100" y="576634"/>
                    <a:pt x="494937" y="575157"/>
                    <a:pt x="491585" y="572468"/>
                  </a:cubicBezTo>
                  <a:lnTo>
                    <a:pt x="490537" y="571611"/>
                  </a:lnTo>
                  <a:cubicBezTo>
                    <a:pt x="482259" y="565116"/>
                    <a:pt x="480813" y="553143"/>
                    <a:pt x="487307" y="544864"/>
                  </a:cubicBezTo>
                  <a:cubicBezTo>
                    <a:pt x="493801" y="536586"/>
                    <a:pt x="505776" y="535140"/>
                    <a:pt x="514053" y="541634"/>
                  </a:cubicBezTo>
                  <a:cubicBezTo>
                    <a:pt x="514317" y="541840"/>
                    <a:pt x="514574" y="542054"/>
                    <a:pt x="514826" y="542274"/>
                  </a:cubicBezTo>
                  <a:lnTo>
                    <a:pt x="514826" y="542274"/>
                  </a:lnTo>
                  <a:cubicBezTo>
                    <a:pt x="523085" y="548792"/>
                    <a:pt x="524497" y="560770"/>
                    <a:pt x="517979" y="569029"/>
                  </a:cubicBezTo>
                  <a:cubicBezTo>
                    <a:pt x="514364" y="573610"/>
                    <a:pt x="508850" y="576281"/>
                    <a:pt x="503015" y="576278"/>
                  </a:cubicBezTo>
                  <a:close/>
                  <a:moveTo>
                    <a:pt x="625983" y="575611"/>
                  </a:moveTo>
                  <a:cubicBezTo>
                    <a:pt x="615462" y="575643"/>
                    <a:pt x="606907" y="567140"/>
                    <a:pt x="606875" y="556619"/>
                  </a:cubicBezTo>
                  <a:cubicBezTo>
                    <a:pt x="606858" y="550874"/>
                    <a:pt x="609433" y="545428"/>
                    <a:pt x="613886" y="541797"/>
                  </a:cubicBezTo>
                  <a:lnTo>
                    <a:pt x="613886" y="541797"/>
                  </a:lnTo>
                  <a:cubicBezTo>
                    <a:pt x="621029" y="534073"/>
                    <a:pt x="633081" y="533600"/>
                    <a:pt x="640807" y="540742"/>
                  </a:cubicBezTo>
                  <a:cubicBezTo>
                    <a:pt x="648532" y="547885"/>
                    <a:pt x="649004" y="559937"/>
                    <a:pt x="641861" y="567662"/>
                  </a:cubicBezTo>
                  <a:cubicBezTo>
                    <a:pt x="640924" y="568676"/>
                    <a:pt x="639880" y="569585"/>
                    <a:pt x="638747" y="570372"/>
                  </a:cubicBezTo>
                  <a:lnTo>
                    <a:pt x="637794" y="571230"/>
                  </a:lnTo>
                  <a:cubicBezTo>
                    <a:pt x="634442" y="573942"/>
                    <a:pt x="630293" y="575482"/>
                    <a:pt x="625983" y="575611"/>
                  </a:cubicBezTo>
                  <a:close/>
                  <a:moveTo>
                    <a:pt x="468440" y="521128"/>
                  </a:moveTo>
                  <a:cubicBezTo>
                    <a:pt x="459657" y="521111"/>
                    <a:pt x="452025" y="515091"/>
                    <a:pt x="449961" y="506555"/>
                  </a:cubicBezTo>
                  <a:cubicBezTo>
                    <a:pt x="449961" y="506555"/>
                    <a:pt x="449961" y="505412"/>
                    <a:pt x="449961" y="505317"/>
                  </a:cubicBezTo>
                  <a:cubicBezTo>
                    <a:pt x="447966" y="494986"/>
                    <a:pt x="454724" y="484995"/>
                    <a:pt x="465055" y="483001"/>
                  </a:cubicBezTo>
                  <a:cubicBezTo>
                    <a:pt x="474932" y="481094"/>
                    <a:pt x="484589" y="487196"/>
                    <a:pt x="487108" y="496935"/>
                  </a:cubicBezTo>
                  <a:lnTo>
                    <a:pt x="487108" y="497506"/>
                  </a:lnTo>
                  <a:cubicBezTo>
                    <a:pt x="489625" y="507710"/>
                    <a:pt x="483402" y="518025"/>
                    <a:pt x="473202" y="520557"/>
                  </a:cubicBezTo>
                  <a:cubicBezTo>
                    <a:pt x="471645" y="520947"/>
                    <a:pt x="470044" y="521139"/>
                    <a:pt x="468440" y="521128"/>
                  </a:cubicBezTo>
                  <a:close/>
                  <a:moveTo>
                    <a:pt x="651510" y="454453"/>
                  </a:moveTo>
                  <a:cubicBezTo>
                    <a:pt x="644679" y="454568"/>
                    <a:pt x="638342" y="450905"/>
                    <a:pt x="635032" y="444928"/>
                  </a:cubicBezTo>
                  <a:lnTo>
                    <a:pt x="635032" y="444071"/>
                  </a:lnTo>
                  <a:cubicBezTo>
                    <a:pt x="630446" y="434601"/>
                    <a:pt x="634407" y="423208"/>
                    <a:pt x="643876" y="418623"/>
                  </a:cubicBezTo>
                  <a:cubicBezTo>
                    <a:pt x="652983" y="414214"/>
                    <a:pt x="663947" y="417692"/>
                    <a:pt x="668846" y="426545"/>
                  </a:cubicBezTo>
                  <a:cubicBezTo>
                    <a:pt x="673472" y="435913"/>
                    <a:pt x="669689" y="447258"/>
                    <a:pt x="660368" y="451977"/>
                  </a:cubicBezTo>
                  <a:cubicBezTo>
                    <a:pt x="657637" y="453426"/>
                    <a:pt x="654602" y="454209"/>
                    <a:pt x="651510" y="454263"/>
                  </a:cubicBezTo>
                  <a:close/>
                  <a:moveTo>
                    <a:pt x="516065" y="403590"/>
                  </a:moveTo>
                  <a:cubicBezTo>
                    <a:pt x="511576" y="403554"/>
                    <a:pt x="507237" y="401973"/>
                    <a:pt x="503777" y="399113"/>
                  </a:cubicBezTo>
                  <a:cubicBezTo>
                    <a:pt x="495846" y="392346"/>
                    <a:pt x="494827" y="380461"/>
                    <a:pt x="501491" y="372443"/>
                  </a:cubicBezTo>
                  <a:cubicBezTo>
                    <a:pt x="508065" y="364229"/>
                    <a:pt x="520054" y="362899"/>
                    <a:pt x="528268" y="369472"/>
                  </a:cubicBezTo>
                  <a:cubicBezTo>
                    <a:pt x="528392" y="369572"/>
                    <a:pt x="528516" y="369673"/>
                    <a:pt x="528638" y="369776"/>
                  </a:cubicBezTo>
                  <a:cubicBezTo>
                    <a:pt x="536567" y="376415"/>
                    <a:pt x="537750" y="388168"/>
                    <a:pt x="531305" y="396255"/>
                  </a:cubicBezTo>
                  <a:lnTo>
                    <a:pt x="530638" y="396922"/>
                  </a:lnTo>
                  <a:cubicBezTo>
                    <a:pt x="526996" y="401179"/>
                    <a:pt x="521666" y="403618"/>
                    <a:pt x="516065" y="403590"/>
                  </a:cubicBezTo>
                  <a:close/>
                  <a:moveTo>
                    <a:pt x="610267" y="401970"/>
                  </a:moveTo>
                  <a:cubicBezTo>
                    <a:pt x="604824" y="401987"/>
                    <a:pt x="599657" y="399578"/>
                    <a:pt x="596170" y="395398"/>
                  </a:cubicBezTo>
                  <a:lnTo>
                    <a:pt x="595598" y="394636"/>
                  </a:lnTo>
                  <a:cubicBezTo>
                    <a:pt x="588893" y="386579"/>
                    <a:pt x="589957" y="374618"/>
                    <a:pt x="597980" y="367871"/>
                  </a:cubicBezTo>
                  <a:cubicBezTo>
                    <a:pt x="606019" y="361084"/>
                    <a:pt x="618038" y="362100"/>
                    <a:pt x="624825" y="370139"/>
                  </a:cubicBezTo>
                  <a:cubicBezTo>
                    <a:pt x="624830" y="370144"/>
                    <a:pt x="624835" y="370151"/>
                    <a:pt x="624840" y="370157"/>
                  </a:cubicBezTo>
                  <a:cubicBezTo>
                    <a:pt x="631891" y="377964"/>
                    <a:pt x="631279" y="390011"/>
                    <a:pt x="623471" y="397063"/>
                  </a:cubicBezTo>
                  <a:cubicBezTo>
                    <a:pt x="619858" y="400325"/>
                    <a:pt x="615133" y="402082"/>
                    <a:pt x="610267" y="401970"/>
                  </a:cubicBezTo>
                  <a:close/>
                  <a:moveTo>
                    <a:pt x="563594" y="357679"/>
                  </a:moveTo>
                  <a:lnTo>
                    <a:pt x="563594" y="357679"/>
                  </a:lnTo>
                  <a:cubicBezTo>
                    <a:pt x="553073" y="357679"/>
                    <a:pt x="544544" y="349150"/>
                    <a:pt x="544544" y="338629"/>
                  </a:cubicBezTo>
                  <a:cubicBezTo>
                    <a:pt x="544520" y="328608"/>
                    <a:pt x="552263" y="320280"/>
                    <a:pt x="562261" y="319579"/>
                  </a:cubicBezTo>
                  <a:lnTo>
                    <a:pt x="563975" y="319579"/>
                  </a:lnTo>
                  <a:cubicBezTo>
                    <a:pt x="574497" y="319579"/>
                    <a:pt x="583025" y="328108"/>
                    <a:pt x="583025" y="338629"/>
                  </a:cubicBezTo>
                  <a:cubicBezTo>
                    <a:pt x="583027" y="349150"/>
                    <a:pt x="574500" y="357681"/>
                    <a:pt x="563979" y="357683"/>
                  </a:cubicBezTo>
                  <a:cubicBezTo>
                    <a:pt x="563850" y="357683"/>
                    <a:pt x="563723" y="357682"/>
                    <a:pt x="563594" y="357679"/>
                  </a:cubicBezTo>
                  <a:close/>
                  <a:moveTo>
                    <a:pt x="301371" y="427688"/>
                  </a:moveTo>
                  <a:cubicBezTo>
                    <a:pt x="301371" y="419797"/>
                    <a:pt x="294974" y="413400"/>
                    <a:pt x="287084" y="413400"/>
                  </a:cubicBezTo>
                  <a:lnTo>
                    <a:pt x="165068" y="413400"/>
                  </a:lnTo>
                  <a:cubicBezTo>
                    <a:pt x="157199" y="413348"/>
                    <a:pt x="150833" y="406982"/>
                    <a:pt x="150781" y="399113"/>
                  </a:cubicBezTo>
                  <a:lnTo>
                    <a:pt x="150781" y="367204"/>
                  </a:lnTo>
                  <a:cubicBezTo>
                    <a:pt x="151038" y="359500"/>
                    <a:pt x="157360" y="353388"/>
                    <a:pt x="165068" y="353393"/>
                  </a:cubicBezTo>
                  <a:lnTo>
                    <a:pt x="278511" y="353393"/>
                  </a:lnTo>
                  <a:cubicBezTo>
                    <a:pt x="286402" y="353393"/>
                    <a:pt x="292799" y="346996"/>
                    <a:pt x="292799" y="339105"/>
                  </a:cubicBezTo>
                  <a:cubicBezTo>
                    <a:pt x="292799" y="331215"/>
                    <a:pt x="286402" y="324818"/>
                    <a:pt x="278511" y="324818"/>
                  </a:cubicBezTo>
                  <a:lnTo>
                    <a:pt x="165068" y="324818"/>
                  </a:lnTo>
                  <a:cubicBezTo>
                    <a:pt x="141396" y="324818"/>
                    <a:pt x="122206" y="344008"/>
                    <a:pt x="122206" y="367680"/>
                  </a:cubicBezTo>
                  <a:lnTo>
                    <a:pt x="122206" y="399113"/>
                  </a:lnTo>
                  <a:cubicBezTo>
                    <a:pt x="122258" y="422763"/>
                    <a:pt x="141418" y="441923"/>
                    <a:pt x="165068" y="441975"/>
                  </a:cubicBezTo>
                  <a:lnTo>
                    <a:pt x="287084" y="441975"/>
                  </a:lnTo>
                  <a:cubicBezTo>
                    <a:pt x="294974" y="441975"/>
                    <a:pt x="301371" y="435578"/>
                    <a:pt x="301371" y="427688"/>
                  </a:cubicBezTo>
                  <a:close/>
                  <a:moveTo>
                    <a:pt x="98393" y="399113"/>
                  </a:moveTo>
                  <a:lnTo>
                    <a:pt x="98393" y="367204"/>
                  </a:lnTo>
                  <a:cubicBezTo>
                    <a:pt x="98393" y="343532"/>
                    <a:pt x="79203" y="324342"/>
                    <a:pt x="55531" y="324342"/>
                  </a:cubicBezTo>
                  <a:lnTo>
                    <a:pt x="14288" y="324342"/>
                  </a:lnTo>
                  <a:cubicBezTo>
                    <a:pt x="6397" y="324342"/>
                    <a:pt x="0" y="330739"/>
                    <a:pt x="0" y="338629"/>
                  </a:cubicBezTo>
                  <a:cubicBezTo>
                    <a:pt x="0" y="346520"/>
                    <a:pt x="6397" y="352917"/>
                    <a:pt x="14288" y="352917"/>
                  </a:cubicBezTo>
                  <a:lnTo>
                    <a:pt x="55721" y="352917"/>
                  </a:lnTo>
                  <a:cubicBezTo>
                    <a:pt x="63612" y="352917"/>
                    <a:pt x="70009" y="359314"/>
                    <a:pt x="70009" y="367204"/>
                  </a:cubicBezTo>
                  <a:lnTo>
                    <a:pt x="70009" y="399113"/>
                  </a:lnTo>
                  <a:cubicBezTo>
                    <a:pt x="70009" y="407003"/>
                    <a:pt x="63612" y="413400"/>
                    <a:pt x="55721" y="413400"/>
                  </a:cubicBezTo>
                  <a:lnTo>
                    <a:pt x="14288" y="413400"/>
                  </a:lnTo>
                  <a:cubicBezTo>
                    <a:pt x="6397" y="413400"/>
                    <a:pt x="0" y="419797"/>
                    <a:pt x="0" y="427688"/>
                  </a:cubicBezTo>
                  <a:cubicBezTo>
                    <a:pt x="0" y="435578"/>
                    <a:pt x="6397" y="441975"/>
                    <a:pt x="14288" y="441975"/>
                  </a:cubicBezTo>
                  <a:lnTo>
                    <a:pt x="55721" y="441975"/>
                  </a:lnTo>
                  <a:cubicBezTo>
                    <a:pt x="79298" y="441818"/>
                    <a:pt x="98342" y="422689"/>
                    <a:pt x="98393" y="399113"/>
                  </a:cubicBezTo>
                  <a:close/>
                  <a:moveTo>
                    <a:pt x="305276" y="277193"/>
                  </a:moveTo>
                  <a:cubicBezTo>
                    <a:pt x="305276" y="269302"/>
                    <a:pt x="298879" y="262905"/>
                    <a:pt x="290989" y="262905"/>
                  </a:cubicBezTo>
                  <a:lnTo>
                    <a:pt x="288131" y="262905"/>
                  </a:lnTo>
                  <a:cubicBezTo>
                    <a:pt x="280241" y="262905"/>
                    <a:pt x="273844" y="256508"/>
                    <a:pt x="273844" y="248618"/>
                  </a:cubicBezTo>
                  <a:lnTo>
                    <a:pt x="273844" y="216328"/>
                  </a:lnTo>
                  <a:cubicBezTo>
                    <a:pt x="273844" y="208438"/>
                    <a:pt x="280241" y="202041"/>
                    <a:pt x="288131" y="202041"/>
                  </a:cubicBezTo>
                  <a:lnTo>
                    <a:pt x="329660" y="202041"/>
                  </a:lnTo>
                  <a:cubicBezTo>
                    <a:pt x="337551" y="202041"/>
                    <a:pt x="343948" y="195644"/>
                    <a:pt x="343948" y="187753"/>
                  </a:cubicBezTo>
                  <a:cubicBezTo>
                    <a:pt x="343948" y="179863"/>
                    <a:pt x="337551" y="173466"/>
                    <a:pt x="329660" y="173466"/>
                  </a:cubicBezTo>
                  <a:lnTo>
                    <a:pt x="288131" y="173466"/>
                  </a:lnTo>
                  <a:cubicBezTo>
                    <a:pt x="264481" y="173518"/>
                    <a:pt x="245321" y="192677"/>
                    <a:pt x="245269" y="216328"/>
                  </a:cubicBezTo>
                  <a:lnTo>
                    <a:pt x="245269" y="248618"/>
                  </a:lnTo>
                  <a:cubicBezTo>
                    <a:pt x="245321" y="272268"/>
                    <a:pt x="264481" y="291428"/>
                    <a:pt x="288131" y="291480"/>
                  </a:cubicBezTo>
                  <a:lnTo>
                    <a:pt x="290989" y="291480"/>
                  </a:lnTo>
                  <a:cubicBezTo>
                    <a:pt x="298879" y="291480"/>
                    <a:pt x="305276" y="285083"/>
                    <a:pt x="305276" y="277193"/>
                  </a:cubicBezTo>
                  <a:close/>
                  <a:moveTo>
                    <a:pt x="446818" y="578469"/>
                  </a:moveTo>
                  <a:cubicBezTo>
                    <a:pt x="446818" y="570578"/>
                    <a:pt x="440421" y="564181"/>
                    <a:pt x="432530" y="564181"/>
                  </a:cubicBezTo>
                  <a:lnTo>
                    <a:pt x="288131" y="564181"/>
                  </a:lnTo>
                  <a:cubicBezTo>
                    <a:pt x="280241" y="564181"/>
                    <a:pt x="273844" y="557784"/>
                    <a:pt x="273844" y="549894"/>
                  </a:cubicBezTo>
                  <a:lnTo>
                    <a:pt x="273844" y="517985"/>
                  </a:lnTo>
                  <a:cubicBezTo>
                    <a:pt x="273844" y="510094"/>
                    <a:pt x="280241" y="503697"/>
                    <a:pt x="288131" y="503697"/>
                  </a:cubicBezTo>
                  <a:lnTo>
                    <a:pt x="312992" y="503697"/>
                  </a:lnTo>
                  <a:cubicBezTo>
                    <a:pt x="320882" y="503697"/>
                    <a:pt x="327279" y="497300"/>
                    <a:pt x="327279" y="489410"/>
                  </a:cubicBezTo>
                  <a:cubicBezTo>
                    <a:pt x="327279" y="481519"/>
                    <a:pt x="320882" y="475122"/>
                    <a:pt x="312992" y="475122"/>
                  </a:cubicBezTo>
                  <a:lnTo>
                    <a:pt x="288131" y="475122"/>
                  </a:lnTo>
                  <a:cubicBezTo>
                    <a:pt x="264481" y="475175"/>
                    <a:pt x="245321" y="494334"/>
                    <a:pt x="245269" y="517985"/>
                  </a:cubicBezTo>
                  <a:lnTo>
                    <a:pt x="245269" y="549894"/>
                  </a:lnTo>
                  <a:cubicBezTo>
                    <a:pt x="245321" y="573544"/>
                    <a:pt x="264481" y="592704"/>
                    <a:pt x="288131" y="592756"/>
                  </a:cubicBezTo>
                  <a:lnTo>
                    <a:pt x="432530" y="592756"/>
                  </a:lnTo>
                  <a:cubicBezTo>
                    <a:pt x="440421" y="592756"/>
                    <a:pt x="446818" y="586359"/>
                    <a:pt x="446818" y="57846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13" tIns="45694" rIns="91413" bIns="45694" anchor="ctr" anchorCtr="0">
              <a:noAutofit/>
            </a:bodyPr>
            <a:lstStyle/>
            <a:p>
              <a:pPr marL="0" marR="0" lvl="0" indent="0" algn="l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Tx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103D8104-3FBD-F279-F409-56DED89D4985}"/>
              </a:ext>
            </a:extLst>
          </p:cNvPr>
          <p:cNvCxnSpPr>
            <a:cxnSpLocks/>
            <a:stCxn id="79" idx="0"/>
            <a:endCxn id="59" idx="4"/>
          </p:cNvCxnSpPr>
          <p:nvPr/>
        </p:nvCxnSpPr>
        <p:spPr>
          <a:xfrm rot="5400000" flipH="1" flipV="1">
            <a:off x="4614084" y="3553550"/>
            <a:ext cx="2511326" cy="299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B62D4B0-1B00-C40F-6740-338EBC713481}"/>
              </a:ext>
            </a:extLst>
          </p:cNvPr>
          <p:cNvCxnSpPr>
            <a:cxnSpLocks/>
          </p:cNvCxnSpPr>
          <p:nvPr/>
        </p:nvCxnSpPr>
        <p:spPr>
          <a:xfrm flipV="1">
            <a:off x="5868250" y="1544654"/>
            <a:ext cx="0" cy="7748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2385FD-A97F-9E7D-E3D5-42CD9E0B9E3C}"/>
              </a:ext>
            </a:extLst>
          </p:cNvPr>
          <p:cNvSpPr txBox="1"/>
          <p:nvPr/>
        </p:nvSpPr>
        <p:spPr>
          <a:xfrm>
            <a:off x="5895891" y="2327387"/>
            <a:ext cx="17972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INTERNET SECURITY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Routed Access</a:t>
            </a:r>
          </a:p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Limited DLP</a:t>
            </a:r>
          </a:p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No Risk-Based Policies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FFF211D-4B59-F152-B1B1-93E270102AF7}"/>
              </a:ext>
            </a:extLst>
          </p:cNvPr>
          <p:cNvCxnSpPr>
            <a:cxnSpLocks/>
            <a:endCxn id="54" idx="4"/>
          </p:cNvCxnSpPr>
          <p:nvPr/>
        </p:nvCxnSpPr>
        <p:spPr>
          <a:xfrm flipV="1">
            <a:off x="2836369" y="1964135"/>
            <a:ext cx="1497" cy="333278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7200465F-4FD9-F4B1-9BDD-ED907A320CA8}"/>
              </a:ext>
            </a:extLst>
          </p:cNvPr>
          <p:cNvSpPr/>
          <p:nvPr/>
        </p:nvSpPr>
        <p:spPr>
          <a:xfrm>
            <a:off x="4807110" y="5001635"/>
            <a:ext cx="2534147" cy="1280877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Branch 2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3DB7720-4153-B07C-3DB8-83B718B69EB6}"/>
              </a:ext>
            </a:extLst>
          </p:cNvPr>
          <p:cNvCxnSpPr>
            <a:cxnSpLocks/>
          </p:cNvCxnSpPr>
          <p:nvPr/>
        </p:nvCxnSpPr>
        <p:spPr>
          <a:xfrm flipV="1">
            <a:off x="5868250" y="4979254"/>
            <a:ext cx="0" cy="7202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Google Shape;52;p3">
            <a:extLst>
              <a:ext uri="{FF2B5EF4-FFF2-40B4-BE49-F238E27FC236}">
                <a16:creationId xmlns:a16="http://schemas.microsoft.com/office/drawing/2014/main" id="{91D6DD9D-1469-19AC-585D-93ED58EFF497}"/>
              </a:ext>
            </a:extLst>
          </p:cNvPr>
          <p:cNvSpPr/>
          <p:nvPr/>
        </p:nvSpPr>
        <p:spPr>
          <a:xfrm>
            <a:off x="5350314" y="5854612"/>
            <a:ext cx="316227" cy="256419"/>
          </a:xfrm>
          <a:custGeom>
            <a:avLst/>
            <a:gdLst/>
            <a:ahLst/>
            <a:cxnLst/>
            <a:rect l="l" t="t" r="r" b="b"/>
            <a:pathLst>
              <a:path w="765809" h="519683" extrusionOk="0">
                <a:moveTo>
                  <a:pt x="673799" y="360807"/>
                </a:moveTo>
                <a:cubicBezTo>
                  <a:pt x="665911" y="361018"/>
                  <a:pt x="659345" y="354794"/>
                  <a:pt x="659135" y="346905"/>
                </a:cubicBezTo>
                <a:cubicBezTo>
                  <a:pt x="659132" y="346777"/>
                  <a:pt x="659130" y="346648"/>
                  <a:pt x="659130" y="346519"/>
                </a:cubicBezTo>
                <a:lnTo>
                  <a:pt x="659130" y="61913"/>
                </a:lnTo>
                <a:cubicBezTo>
                  <a:pt x="659130" y="43501"/>
                  <a:pt x="644204" y="28575"/>
                  <a:pt x="625793" y="28575"/>
                </a:cubicBezTo>
                <a:lnTo>
                  <a:pt x="139637" y="28575"/>
                </a:lnTo>
                <a:cubicBezTo>
                  <a:pt x="121225" y="28575"/>
                  <a:pt x="106299" y="43501"/>
                  <a:pt x="106299" y="61913"/>
                </a:cubicBezTo>
                <a:lnTo>
                  <a:pt x="106299" y="346519"/>
                </a:lnTo>
                <a:cubicBezTo>
                  <a:pt x="106299" y="354410"/>
                  <a:pt x="99902" y="360807"/>
                  <a:pt x="92012" y="360807"/>
                </a:cubicBezTo>
                <a:cubicBezTo>
                  <a:pt x="84121" y="360807"/>
                  <a:pt x="77724" y="354410"/>
                  <a:pt x="77724" y="346519"/>
                </a:cubicBezTo>
                <a:lnTo>
                  <a:pt x="77724" y="61913"/>
                </a:lnTo>
                <a:cubicBezTo>
                  <a:pt x="77724" y="27719"/>
                  <a:pt x="105443" y="0"/>
                  <a:pt x="139637" y="0"/>
                </a:cubicBezTo>
                <a:lnTo>
                  <a:pt x="626174" y="0"/>
                </a:lnTo>
                <a:cubicBezTo>
                  <a:pt x="660367" y="0"/>
                  <a:pt x="688086" y="27719"/>
                  <a:pt x="688086" y="61913"/>
                </a:cubicBezTo>
                <a:lnTo>
                  <a:pt x="688086" y="346519"/>
                </a:lnTo>
                <a:cubicBezTo>
                  <a:pt x="688086" y="354410"/>
                  <a:pt x="681689" y="360807"/>
                  <a:pt x="673799" y="360807"/>
                </a:cubicBezTo>
                <a:close/>
                <a:moveTo>
                  <a:pt x="765810" y="467296"/>
                </a:moveTo>
                <a:lnTo>
                  <a:pt x="765810" y="441674"/>
                </a:lnTo>
                <a:cubicBezTo>
                  <a:pt x="765753" y="412763"/>
                  <a:pt x="742334" y="389339"/>
                  <a:pt x="713423" y="389287"/>
                </a:cubicBezTo>
                <a:lnTo>
                  <a:pt x="52388" y="389287"/>
                </a:lnTo>
                <a:cubicBezTo>
                  <a:pt x="23476" y="389339"/>
                  <a:pt x="52" y="412763"/>
                  <a:pt x="0" y="441674"/>
                </a:cubicBezTo>
                <a:lnTo>
                  <a:pt x="0" y="467296"/>
                </a:lnTo>
                <a:cubicBezTo>
                  <a:pt x="0" y="496230"/>
                  <a:pt x="23454" y="519684"/>
                  <a:pt x="52388" y="519684"/>
                </a:cubicBezTo>
                <a:lnTo>
                  <a:pt x="713423" y="519684"/>
                </a:lnTo>
                <a:cubicBezTo>
                  <a:pt x="742356" y="519684"/>
                  <a:pt x="765810" y="496230"/>
                  <a:pt x="765810" y="467296"/>
                </a:cubicBezTo>
                <a:close/>
                <a:moveTo>
                  <a:pt x="713423" y="417862"/>
                </a:moveTo>
                <a:cubicBezTo>
                  <a:pt x="726552" y="417914"/>
                  <a:pt x="737183" y="428545"/>
                  <a:pt x="737235" y="441674"/>
                </a:cubicBezTo>
                <a:lnTo>
                  <a:pt x="737235" y="467296"/>
                </a:lnTo>
                <a:cubicBezTo>
                  <a:pt x="737183" y="480426"/>
                  <a:pt x="726552" y="491057"/>
                  <a:pt x="713423" y="491109"/>
                </a:cubicBezTo>
                <a:lnTo>
                  <a:pt x="52388" y="491109"/>
                </a:lnTo>
                <a:cubicBezTo>
                  <a:pt x="39258" y="491057"/>
                  <a:pt x="28627" y="480426"/>
                  <a:pt x="28575" y="467296"/>
                </a:cubicBezTo>
                <a:lnTo>
                  <a:pt x="28575" y="441674"/>
                </a:lnTo>
                <a:cubicBezTo>
                  <a:pt x="28627" y="428545"/>
                  <a:pt x="39258" y="417914"/>
                  <a:pt x="52388" y="417862"/>
                </a:cubicBezTo>
                <a:close/>
                <a:moveTo>
                  <a:pt x="382905" y="435483"/>
                </a:moveTo>
                <a:cubicBezTo>
                  <a:pt x="372384" y="435483"/>
                  <a:pt x="363855" y="444012"/>
                  <a:pt x="363855" y="454533"/>
                </a:cubicBezTo>
                <a:cubicBezTo>
                  <a:pt x="363855" y="465054"/>
                  <a:pt x="372384" y="473583"/>
                  <a:pt x="382905" y="473583"/>
                </a:cubicBezTo>
                <a:cubicBezTo>
                  <a:pt x="393426" y="473583"/>
                  <a:pt x="401955" y="465054"/>
                  <a:pt x="401955" y="454533"/>
                </a:cubicBezTo>
                <a:cubicBezTo>
                  <a:pt x="401955" y="444012"/>
                  <a:pt x="393426" y="435483"/>
                  <a:pt x="382905" y="43548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19" tIns="45697" rIns="91419" bIns="45697" anchor="ctr" anchorCtr="0">
            <a:no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Arial"/>
              <a:cs typeface="Arial"/>
              <a:sym typeface="Arial"/>
            </a:endParaRPr>
          </a:p>
        </p:txBody>
      </p:sp>
      <p:sp>
        <p:nvSpPr>
          <p:cNvPr id="68" name="Google Shape;72;p3">
            <a:extLst>
              <a:ext uri="{FF2B5EF4-FFF2-40B4-BE49-F238E27FC236}">
                <a16:creationId xmlns:a16="http://schemas.microsoft.com/office/drawing/2014/main" id="{62BF8AC5-5A37-075D-C643-ADD8AA30346C}"/>
              </a:ext>
            </a:extLst>
          </p:cNvPr>
          <p:cNvSpPr/>
          <p:nvPr/>
        </p:nvSpPr>
        <p:spPr>
          <a:xfrm>
            <a:off x="5852099" y="5862550"/>
            <a:ext cx="155858" cy="239326"/>
          </a:xfrm>
          <a:custGeom>
            <a:avLst/>
            <a:gdLst/>
            <a:ahLst/>
            <a:cxnLst/>
            <a:rect l="l" t="t" r="r" b="b"/>
            <a:pathLst>
              <a:path w="514540" h="790098" extrusionOk="0">
                <a:moveTo>
                  <a:pt x="444532" y="298418"/>
                </a:moveTo>
                <a:lnTo>
                  <a:pt x="70009" y="298418"/>
                </a:lnTo>
                <a:cubicBezTo>
                  <a:pt x="62103" y="298418"/>
                  <a:pt x="55721" y="292037"/>
                  <a:pt x="55721" y="284131"/>
                </a:cubicBezTo>
                <a:cubicBezTo>
                  <a:pt x="55721" y="276225"/>
                  <a:pt x="62103" y="269843"/>
                  <a:pt x="70009" y="269843"/>
                </a:cubicBezTo>
                <a:lnTo>
                  <a:pt x="444627" y="269843"/>
                </a:lnTo>
                <a:cubicBezTo>
                  <a:pt x="452533" y="269843"/>
                  <a:pt x="458914" y="276225"/>
                  <a:pt x="458914" y="284131"/>
                </a:cubicBezTo>
                <a:cubicBezTo>
                  <a:pt x="458914" y="292037"/>
                  <a:pt x="452533" y="298418"/>
                  <a:pt x="444627" y="298418"/>
                </a:cubicBezTo>
                <a:close/>
                <a:moveTo>
                  <a:pt x="70009" y="90488"/>
                </a:moveTo>
                <a:lnTo>
                  <a:pt x="444627" y="90488"/>
                </a:lnTo>
                <a:cubicBezTo>
                  <a:pt x="452533" y="90488"/>
                  <a:pt x="458914" y="84106"/>
                  <a:pt x="458914" y="76200"/>
                </a:cubicBezTo>
                <a:cubicBezTo>
                  <a:pt x="458914" y="68294"/>
                  <a:pt x="452533" y="61913"/>
                  <a:pt x="444627" y="61913"/>
                </a:cubicBezTo>
                <a:lnTo>
                  <a:pt x="70009" y="61913"/>
                </a:lnTo>
                <a:cubicBezTo>
                  <a:pt x="62103" y="61913"/>
                  <a:pt x="55721" y="68294"/>
                  <a:pt x="55721" y="76200"/>
                </a:cubicBezTo>
                <a:cubicBezTo>
                  <a:pt x="55721" y="84106"/>
                  <a:pt x="62103" y="90488"/>
                  <a:pt x="70009" y="90488"/>
                </a:cubicBezTo>
                <a:close/>
                <a:moveTo>
                  <a:pt x="271558" y="360331"/>
                </a:moveTo>
                <a:lnTo>
                  <a:pt x="271558" y="416719"/>
                </a:lnTo>
                <a:lnTo>
                  <a:pt x="463582" y="416719"/>
                </a:lnTo>
                <a:cubicBezTo>
                  <a:pt x="491681" y="416719"/>
                  <a:pt x="514541" y="439579"/>
                  <a:pt x="514541" y="467678"/>
                </a:cubicBezTo>
                <a:cubicBezTo>
                  <a:pt x="514541" y="495776"/>
                  <a:pt x="491681" y="518636"/>
                  <a:pt x="463582" y="518636"/>
                </a:cubicBezTo>
                <a:lnTo>
                  <a:pt x="271558" y="518636"/>
                </a:lnTo>
                <a:lnTo>
                  <a:pt x="271558" y="612267"/>
                </a:lnTo>
                <a:lnTo>
                  <a:pt x="381286" y="689896"/>
                </a:lnTo>
                <a:cubicBezTo>
                  <a:pt x="391097" y="681704"/>
                  <a:pt x="403765" y="676751"/>
                  <a:pt x="417576" y="676751"/>
                </a:cubicBezTo>
                <a:cubicBezTo>
                  <a:pt x="448818" y="676751"/>
                  <a:pt x="474250" y="702183"/>
                  <a:pt x="474250" y="733425"/>
                </a:cubicBezTo>
                <a:cubicBezTo>
                  <a:pt x="474250" y="764667"/>
                  <a:pt x="448818" y="790099"/>
                  <a:pt x="417576" y="790099"/>
                </a:cubicBezTo>
                <a:cubicBezTo>
                  <a:pt x="386334" y="790099"/>
                  <a:pt x="360902" y="764667"/>
                  <a:pt x="360902" y="733425"/>
                </a:cubicBezTo>
                <a:cubicBezTo>
                  <a:pt x="360902" y="726281"/>
                  <a:pt x="362331" y="719519"/>
                  <a:pt x="364712" y="713232"/>
                </a:cubicBezTo>
                <a:lnTo>
                  <a:pt x="257270" y="637223"/>
                </a:lnTo>
                <a:lnTo>
                  <a:pt x="149828" y="713232"/>
                </a:lnTo>
                <a:cubicBezTo>
                  <a:pt x="152210" y="719519"/>
                  <a:pt x="153638" y="726377"/>
                  <a:pt x="153638" y="733425"/>
                </a:cubicBezTo>
                <a:cubicBezTo>
                  <a:pt x="153638" y="764667"/>
                  <a:pt x="128206" y="790099"/>
                  <a:pt x="96964" y="790099"/>
                </a:cubicBezTo>
                <a:cubicBezTo>
                  <a:pt x="65722" y="790099"/>
                  <a:pt x="40291" y="764667"/>
                  <a:pt x="40291" y="733425"/>
                </a:cubicBezTo>
                <a:cubicBezTo>
                  <a:pt x="40291" y="702183"/>
                  <a:pt x="65722" y="676751"/>
                  <a:pt x="96964" y="676751"/>
                </a:cubicBezTo>
                <a:cubicBezTo>
                  <a:pt x="110776" y="676751"/>
                  <a:pt x="123349" y="681704"/>
                  <a:pt x="133255" y="689896"/>
                </a:cubicBezTo>
                <a:lnTo>
                  <a:pt x="242983" y="612267"/>
                </a:lnTo>
                <a:lnTo>
                  <a:pt x="242983" y="518636"/>
                </a:lnTo>
                <a:lnTo>
                  <a:pt x="50959" y="518636"/>
                </a:lnTo>
                <a:cubicBezTo>
                  <a:pt x="22860" y="518636"/>
                  <a:pt x="0" y="495776"/>
                  <a:pt x="0" y="467678"/>
                </a:cubicBezTo>
                <a:cubicBezTo>
                  <a:pt x="0" y="439579"/>
                  <a:pt x="22860" y="416719"/>
                  <a:pt x="50959" y="416719"/>
                </a:cubicBezTo>
                <a:lnTo>
                  <a:pt x="242983" y="416719"/>
                </a:lnTo>
                <a:lnTo>
                  <a:pt x="242983" y="360331"/>
                </a:lnTo>
                <a:lnTo>
                  <a:pt x="45148" y="360331"/>
                </a:lnTo>
                <a:cubicBezTo>
                  <a:pt x="20288" y="360331"/>
                  <a:pt x="95" y="340138"/>
                  <a:pt x="95" y="315278"/>
                </a:cubicBezTo>
                <a:lnTo>
                  <a:pt x="95" y="45053"/>
                </a:lnTo>
                <a:cubicBezTo>
                  <a:pt x="95" y="20193"/>
                  <a:pt x="20288" y="0"/>
                  <a:pt x="45148" y="0"/>
                </a:cubicBezTo>
                <a:lnTo>
                  <a:pt x="469487" y="0"/>
                </a:lnTo>
                <a:cubicBezTo>
                  <a:pt x="494347" y="0"/>
                  <a:pt x="514541" y="20193"/>
                  <a:pt x="514541" y="45053"/>
                </a:cubicBezTo>
                <a:lnTo>
                  <a:pt x="514541" y="315182"/>
                </a:lnTo>
                <a:cubicBezTo>
                  <a:pt x="514541" y="340043"/>
                  <a:pt x="494347" y="360236"/>
                  <a:pt x="469487" y="360236"/>
                </a:cubicBezTo>
                <a:lnTo>
                  <a:pt x="271653" y="360236"/>
                </a:lnTo>
                <a:close/>
                <a:moveTo>
                  <a:pt x="125063" y="733330"/>
                </a:moveTo>
                <a:cubicBezTo>
                  <a:pt x="125063" y="717804"/>
                  <a:pt x="112490" y="705231"/>
                  <a:pt x="96964" y="705231"/>
                </a:cubicBezTo>
                <a:cubicBezTo>
                  <a:pt x="81439" y="705231"/>
                  <a:pt x="68866" y="717804"/>
                  <a:pt x="68866" y="733330"/>
                </a:cubicBezTo>
                <a:cubicBezTo>
                  <a:pt x="68866" y="748856"/>
                  <a:pt x="81439" y="761429"/>
                  <a:pt x="96964" y="761429"/>
                </a:cubicBezTo>
                <a:cubicBezTo>
                  <a:pt x="112490" y="761429"/>
                  <a:pt x="125063" y="748856"/>
                  <a:pt x="125063" y="733330"/>
                </a:cubicBezTo>
                <a:close/>
                <a:moveTo>
                  <a:pt x="389477" y="733330"/>
                </a:moveTo>
                <a:cubicBezTo>
                  <a:pt x="389477" y="748856"/>
                  <a:pt x="402050" y="761429"/>
                  <a:pt x="417576" y="761429"/>
                </a:cubicBezTo>
                <a:cubicBezTo>
                  <a:pt x="433102" y="761429"/>
                  <a:pt x="445675" y="748856"/>
                  <a:pt x="445675" y="733330"/>
                </a:cubicBezTo>
                <a:cubicBezTo>
                  <a:pt x="445675" y="717804"/>
                  <a:pt x="433102" y="705231"/>
                  <a:pt x="417576" y="705231"/>
                </a:cubicBezTo>
                <a:cubicBezTo>
                  <a:pt x="402050" y="705231"/>
                  <a:pt x="389477" y="717804"/>
                  <a:pt x="389477" y="733330"/>
                </a:cubicBezTo>
                <a:close/>
                <a:moveTo>
                  <a:pt x="463582" y="445294"/>
                </a:moveTo>
                <a:lnTo>
                  <a:pt x="50959" y="445294"/>
                </a:lnTo>
                <a:cubicBezTo>
                  <a:pt x="38671" y="445294"/>
                  <a:pt x="28575" y="455295"/>
                  <a:pt x="28575" y="467678"/>
                </a:cubicBezTo>
                <a:cubicBezTo>
                  <a:pt x="28575" y="480060"/>
                  <a:pt x="38576" y="490061"/>
                  <a:pt x="50959" y="490061"/>
                </a:cubicBezTo>
                <a:lnTo>
                  <a:pt x="463487" y="490061"/>
                </a:lnTo>
                <a:cubicBezTo>
                  <a:pt x="475774" y="490061"/>
                  <a:pt x="485870" y="480060"/>
                  <a:pt x="485870" y="467678"/>
                </a:cubicBezTo>
                <a:cubicBezTo>
                  <a:pt x="485870" y="455295"/>
                  <a:pt x="475869" y="445294"/>
                  <a:pt x="463487" y="445294"/>
                </a:cubicBezTo>
                <a:close/>
                <a:moveTo>
                  <a:pt x="45148" y="331756"/>
                </a:moveTo>
                <a:lnTo>
                  <a:pt x="469487" y="331756"/>
                </a:lnTo>
                <a:cubicBezTo>
                  <a:pt x="478536" y="331756"/>
                  <a:pt x="485966" y="324422"/>
                  <a:pt x="485966" y="315278"/>
                </a:cubicBezTo>
                <a:lnTo>
                  <a:pt x="485966" y="45053"/>
                </a:lnTo>
                <a:cubicBezTo>
                  <a:pt x="485966" y="36005"/>
                  <a:pt x="478631" y="28575"/>
                  <a:pt x="469487" y="28575"/>
                </a:cubicBezTo>
                <a:lnTo>
                  <a:pt x="45148" y="28575"/>
                </a:lnTo>
                <a:cubicBezTo>
                  <a:pt x="36100" y="28575"/>
                  <a:pt x="28670" y="35909"/>
                  <a:pt x="28670" y="45053"/>
                </a:cubicBezTo>
                <a:lnTo>
                  <a:pt x="28670" y="315182"/>
                </a:lnTo>
                <a:cubicBezTo>
                  <a:pt x="28670" y="324231"/>
                  <a:pt x="36004" y="331661"/>
                  <a:pt x="45148" y="331661"/>
                </a:cubicBezTo>
                <a:close/>
                <a:moveTo>
                  <a:pt x="313944" y="733330"/>
                </a:moveTo>
                <a:cubicBezTo>
                  <a:pt x="313944" y="764572"/>
                  <a:pt x="288512" y="790004"/>
                  <a:pt x="257270" y="790004"/>
                </a:cubicBezTo>
                <a:cubicBezTo>
                  <a:pt x="226028" y="790004"/>
                  <a:pt x="200596" y="764572"/>
                  <a:pt x="200596" y="733330"/>
                </a:cubicBezTo>
                <a:cubicBezTo>
                  <a:pt x="200596" y="702088"/>
                  <a:pt x="226028" y="676656"/>
                  <a:pt x="257270" y="676656"/>
                </a:cubicBezTo>
                <a:cubicBezTo>
                  <a:pt x="288512" y="676656"/>
                  <a:pt x="313944" y="702088"/>
                  <a:pt x="313944" y="733330"/>
                </a:cubicBezTo>
                <a:close/>
                <a:moveTo>
                  <a:pt x="285369" y="733330"/>
                </a:moveTo>
                <a:cubicBezTo>
                  <a:pt x="285369" y="717804"/>
                  <a:pt x="272796" y="705231"/>
                  <a:pt x="257270" y="705231"/>
                </a:cubicBezTo>
                <a:cubicBezTo>
                  <a:pt x="241744" y="705231"/>
                  <a:pt x="229171" y="717804"/>
                  <a:pt x="229171" y="733330"/>
                </a:cubicBezTo>
                <a:cubicBezTo>
                  <a:pt x="229171" y="748856"/>
                  <a:pt x="241744" y="761429"/>
                  <a:pt x="257270" y="761429"/>
                </a:cubicBezTo>
                <a:cubicBezTo>
                  <a:pt x="272796" y="761429"/>
                  <a:pt x="285369" y="748856"/>
                  <a:pt x="285369" y="733330"/>
                </a:cubicBezTo>
                <a:close/>
                <a:moveTo>
                  <a:pt x="257270" y="222314"/>
                </a:moveTo>
                <a:cubicBezTo>
                  <a:pt x="265176" y="222314"/>
                  <a:pt x="271558" y="215932"/>
                  <a:pt x="271558" y="208026"/>
                </a:cubicBezTo>
                <a:lnTo>
                  <a:pt x="271558" y="194024"/>
                </a:lnTo>
                <a:lnTo>
                  <a:pt x="285560" y="194024"/>
                </a:lnTo>
                <a:cubicBezTo>
                  <a:pt x="293465" y="194024"/>
                  <a:pt x="299847" y="187643"/>
                  <a:pt x="299847" y="179737"/>
                </a:cubicBezTo>
                <a:cubicBezTo>
                  <a:pt x="299847" y="171831"/>
                  <a:pt x="293465" y="165449"/>
                  <a:pt x="285560" y="165449"/>
                </a:cubicBezTo>
                <a:lnTo>
                  <a:pt x="271558" y="165449"/>
                </a:lnTo>
                <a:lnTo>
                  <a:pt x="271558" y="151448"/>
                </a:lnTo>
                <a:cubicBezTo>
                  <a:pt x="271558" y="143542"/>
                  <a:pt x="265176" y="137160"/>
                  <a:pt x="257270" y="137160"/>
                </a:cubicBezTo>
                <a:cubicBezTo>
                  <a:pt x="249364" y="137160"/>
                  <a:pt x="242983" y="143542"/>
                  <a:pt x="242983" y="151448"/>
                </a:cubicBezTo>
                <a:lnTo>
                  <a:pt x="242983" y="165449"/>
                </a:lnTo>
                <a:lnTo>
                  <a:pt x="228981" y="165449"/>
                </a:lnTo>
                <a:cubicBezTo>
                  <a:pt x="221075" y="165449"/>
                  <a:pt x="214693" y="171831"/>
                  <a:pt x="214693" y="179737"/>
                </a:cubicBezTo>
                <a:cubicBezTo>
                  <a:pt x="214693" y="187643"/>
                  <a:pt x="221075" y="194024"/>
                  <a:pt x="228981" y="194024"/>
                </a:cubicBezTo>
                <a:lnTo>
                  <a:pt x="242983" y="194024"/>
                </a:lnTo>
                <a:lnTo>
                  <a:pt x="242983" y="208026"/>
                </a:lnTo>
                <a:cubicBezTo>
                  <a:pt x="242983" y="215932"/>
                  <a:pt x="249364" y="222314"/>
                  <a:pt x="257270" y="22231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19" tIns="45697" rIns="91419" bIns="45697" anchor="ctr" anchorCtr="0">
            <a:no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Arial"/>
              <a:cs typeface="Arial"/>
              <a:sym typeface="Arial"/>
            </a:endParaRP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B484B853-598D-F9FB-FB04-053D54B7C6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7614" y="5837373"/>
            <a:ext cx="316227" cy="273657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9C2D3EC3-EFCA-2D5E-E20B-C9CF833523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8414" y="5842572"/>
            <a:ext cx="287087" cy="259303"/>
          </a:xfrm>
          <a:prstGeom prst="rect">
            <a:avLst/>
          </a:prstGeom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B636F32-149A-F512-5C9F-F3DF67A6A082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5760050" y="5074897"/>
            <a:ext cx="4242" cy="223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F9D446A-A78D-AAF9-D483-4B5778A5388B}"/>
              </a:ext>
            </a:extLst>
          </p:cNvPr>
          <p:cNvCxnSpPr>
            <a:cxnSpLocks/>
            <a:stCxn id="74" idx="7"/>
          </p:cNvCxnSpPr>
          <p:nvPr/>
        </p:nvCxnSpPr>
        <p:spPr>
          <a:xfrm flipV="1">
            <a:off x="5968925" y="5072123"/>
            <a:ext cx="0" cy="225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31BEE7E-4F45-A748-A334-5FBFD2B21898}"/>
              </a:ext>
            </a:extLst>
          </p:cNvPr>
          <p:cNvGrpSpPr/>
          <p:nvPr/>
        </p:nvGrpSpPr>
        <p:grpSpPr>
          <a:xfrm>
            <a:off x="5721911" y="5255580"/>
            <a:ext cx="289396" cy="289396"/>
            <a:chOff x="3909357" y="3102510"/>
            <a:chExt cx="577976" cy="577976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F4DE031-CE5D-F5D2-8CA2-7CF218D0272A}"/>
                </a:ext>
              </a:extLst>
            </p:cNvPr>
            <p:cNvSpPr/>
            <p:nvPr/>
          </p:nvSpPr>
          <p:spPr>
            <a:xfrm>
              <a:off x="3909357" y="3102510"/>
              <a:ext cx="577976" cy="57797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75" name="Graphic 14">
              <a:extLst>
                <a:ext uri="{FF2B5EF4-FFF2-40B4-BE49-F238E27FC236}">
                  <a16:creationId xmlns:a16="http://schemas.microsoft.com/office/drawing/2014/main" id="{6D7EFBDE-763F-2EAD-A1F7-9BA3315C879C}"/>
                </a:ext>
              </a:extLst>
            </p:cNvPr>
            <p:cNvSpPr/>
            <p:nvPr/>
          </p:nvSpPr>
          <p:spPr>
            <a:xfrm>
              <a:off x="4007163" y="3200284"/>
              <a:ext cx="387544" cy="390659"/>
            </a:xfrm>
            <a:custGeom>
              <a:avLst/>
              <a:gdLst>
                <a:gd name="connsiteX0" fmla="*/ 533305 w 616458"/>
                <a:gd name="connsiteY0" fmla="*/ 300609 h 621411"/>
                <a:gd name="connsiteX1" fmla="*/ 474059 w 616458"/>
                <a:gd name="connsiteY1" fmla="*/ 241364 h 621411"/>
                <a:gd name="connsiteX2" fmla="*/ 453866 w 616458"/>
                <a:gd name="connsiteY2" fmla="*/ 241364 h 621411"/>
                <a:gd name="connsiteX3" fmla="*/ 453866 w 616458"/>
                <a:gd name="connsiteY3" fmla="*/ 261557 h 621411"/>
                <a:gd name="connsiteX4" fmla="*/ 503015 w 616458"/>
                <a:gd name="connsiteY4" fmla="*/ 310706 h 621411"/>
                <a:gd name="connsiteX5" fmla="*/ 453866 w 616458"/>
                <a:gd name="connsiteY5" fmla="*/ 359855 h 621411"/>
                <a:gd name="connsiteX6" fmla="*/ 453866 w 616458"/>
                <a:gd name="connsiteY6" fmla="*/ 380048 h 621411"/>
                <a:gd name="connsiteX7" fmla="*/ 474059 w 616458"/>
                <a:gd name="connsiteY7" fmla="*/ 380048 h 621411"/>
                <a:gd name="connsiteX8" fmla="*/ 533305 w 616458"/>
                <a:gd name="connsiteY8" fmla="*/ 320802 h 621411"/>
                <a:gd name="connsiteX9" fmla="*/ 537496 w 616458"/>
                <a:gd name="connsiteY9" fmla="*/ 310706 h 621411"/>
                <a:gd name="connsiteX10" fmla="*/ 533305 w 616458"/>
                <a:gd name="connsiteY10" fmla="*/ 300609 h 621411"/>
                <a:gd name="connsiteX11" fmla="*/ 433197 w 616458"/>
                <a:gd name="connsiteY11" fmla="*/ 291656 h 621411"/>
                <a:gd name="connsiteX12" fmla="*/ 432721 w 616458"/>
                <a:gd name="connsiteY12" fmla="*/ 291656 h 621411"/>
                <a:gd name="connsiteX13" fmla="*/ 413957 w 616458"/>
                <a:gd name="connsiteY13" fmla="*/ 310706 h 621411"/>
                <a:gd name="connsiteX14" fmla="*/ 433197 w 616458"/>
                <a:gd name="connsiteY14" fmla="*/ 329756 h 621411"/>
                <a:gd name="connsiteX15" fmla="*/ 452247 w 616458"/>
                <a:gd name="connsiteY15" fmla="*/ 310706 h 621411"/>
                <a:gd name="connsiteX16" fmla="*/ 433197 w 616458"/>
                <a:gd name="connsiteY16" fmla="*/ 291656 h 621411"/>
                <a:gd name="connsiteX17" fmla="*/ 369665 w 616458"/>
                <a:gd name="connsiteY17" fmla="*/ 291656 h 621411"/>
                <a:gd name="connsiteX18" fmla="*/ 369189 w 616458"/>
                <a:gd name="connsiteY18" fmla="*/ 291656 h 621411"/>
                <a:gd name="connsiteX19" fmla="*/ 350330 w 616458"/>
                <a:gd name="connsiteY19" fmla="*/ 310706 h 621411"/>
                <a:gd name="connsiteX20" fmla="*/ 369665 w 616458"/>
                <a:gd name="connsiteY20" fmla="*/ 329756 h 621411"/>
                <a:gd name="connsiteX21" fmla="*/ 388715 w 616458"/>
                <a:gd name="connsiteY21" fmla="*/ 310706 h 621411"/>
                <a:gd name="connsiteX22" fmla="*/ 369665 w 616458"/>
                <a:gd name="connsiteY22" fmla="*/ 291656 h 621411"/>
                <a:gd name="connsiteX23" fmla="*/ 259080 w 616458"/>
                <a:gd name="connsiteY23" fmla="*/ 165068 h 621411"/>
                <a:gd name="connsiteX24" fmla="*/ 308229 w 616458"/>
                <a:gd name="connsiteY24" fmla="*/ 115919 h 621411"/>
                <a:gd name="connsiteX25" fmla="*/ 357378 w 616458"/>
                <a:gd name="connsiteY25" fmla="*/ 165068 h 621411"/>
                <a:gd name="connsiteX26" fmla="*/ 367475 w 616458"/>
                <a:gd name="connsiteY26" fmla="*/ 169259 h 621411"/>
                <a:gd name="connsiteX27" fmla="*/ 377571 w 616458"/>
                <a:gd name="connsiteY27" fmla="*/ 165068 h 621411"/>
                <a:gd name="connsiteX28" fmla="*/ 377571 w 616458"/>
                <a:gd name="connsiteY28" fmla="*/ 144875 h 621411"/>
                <a:gd name="connsiteX29" fmla="*/ 318326 w 616458"/>
                <a:gd name="connsiteY29" fmla="*/ 85630 h 621411"/>
                <a:gd name="connsiteX30" fmla="*/ 298133 w 616458"/>
                <a:gd name="connsiteY30" fmla="*/ 85630 h 621411"/>
                <a:gd name="connsiteX31" fmla="*/ 238887 w 616458"/>
                <a:gd name="connsiteY31" fmla="*/ 144875 h 621411"/>
                <a:gd name="connsiteX32" fmla="*/ 238887 w 616458"/>
                <a:gd name="connsiteY32" fmla="*/ 165068 h 621411"/>
                <a:gd name="connsiteX33" fmla="*/ 259080 w 616458"/>
                <a:gd name="connsiteY33" fmla="*/ 165068 h 621411"/>
                <a:gd name="connsiteX34" fmla="*/ 357378 w 616458"/>
                <a:gd name="connsiteY34" fmla="*/ 456343 h 621411"/>
                <a:gd name="connsiteX35" fmla="*/ 308229 w 616458"/>
                <a:gd name="connsiteY35" fmla="*/ 505492 h 621411"/>
                <a:gd name="connsiteX36" fmla="*/ 259080 w 616458"/>
                <a:gd name="connsiteY36" fmla="*/ 456343 h 621411"/>
                <a:gd name="connsiteX37" fmla="*/ 238887 w 616458"/>
                <a:gd name="connsiteY37" fmla="*/ 456343 h 621411"/>
                <a:gd name="connsiteX38" fmla="*/ 238887 w 616458"/>
                <a:gd name="connsiteY38" fmla="*/ 476536 h 621411"/>
                <a:gd name="connsiteX39" fmla="*/ 298133 w 616458"/>
                <a:gd name="connsiteY39" fmla="*/ 535781 h 621411"/>
                <a:gd name="connsiteX40" fmla="*/ 308229 w 616458"/>
                <a:gd name="connsiteY40" fmla="*/ 539972 h 621411"/>
                <a:gd name="connsiteX41" fmla="*/ 318326 w 616458"/>
                <a:gd name="connsiteY41" fmla="*/ 535781 h 621411"/>
                <a:gd name="connsiteX42" fmla="*/ 377571 w 616458"/>
                <a:gd name="connsiteY42" fmla="*/ 476536 h 621411"/>
                <a:gd name="connsiteX43" fmla="*/ 377571 w 616458"/>
                <a:gd name="connsiteY43" fmla="*/ 456343 h 621411"/>
                <a:gd name="connsiteX44" fmla="*/ 357378 w 616458"/>
                <a:gd name="connsiteY44" fmla="*/ 456343 h 621411"/>
                <a:gd name="connsiteX45" fmla="*/ 308229 w 616458"/>
                <a:gd name="connsiteY45" fmla="*/ 416433 h 621411"/>
                <a:gd name="connsiteX46" fmla="*/ 289179 w 616458"/>
                <a:gd name="connsiteY46" fmla="*/ 435674 h 621411"/>
                <a:gd name="connsiteX47" fmla="*/ 308229 w 616458"/>
                <a:gd name="connsiteY47" fmla="*/ 454724 h 621411"/>
                <a:gd name="connsiteX48" fmla="*/ 327279 w 616458"/>
                <a:gd name="connsiteY48" fmla="*/ 435674 h 621411"/>
                <a:gd name="connsiteX49" fmla="*/ 327279 w 616458"/>
                <a:gd name="connsiteY49" fmla="*/ 435197 h 621411"/>
                <a:gd name="connsiteX50" fmla="*/ 308229 w 616458"/>
                <a:gd name="connsiteY50" fmla="*/ 416433 h 621411"/>
                <a:gd name="connsiteX51" fmla="*/ 327279 w 616458"/>
                <a:gd name="connsiteY51" fmla="*/ 371666 h 621411"/>
                <a:gd name="connsiteX52" fmla="*/ 308229 w 616458"/>
                <a:gd name="connsiteY52" fmla="*/ 352806 h 621411"/>
                <a:gd name="connsiteX53" fmla="*/ 289179 w 616458"/>
                <a:gd name="connsiteY53" fmla="*/ 372142 h 621411"/>
                <a:gd name="connsiteX54" fmla="*/ 308229 w 616458"/>
                <a:gd name="connsiteY54" fmla="*/ 391192 h 621411"/>
                <a:gd name="connsiteX55" fmla="*/ 327279 w 616458"/>
                <a:gd name="connsiteY55" fmla="*/ 372142 h 621411"/>
                <a:gd name="connsiteX56" fmla="*/ 327279 w 616458"/>
                <a:gd name="connsiteY56" fmla="*/ 371666 h 621411"/>
                <a:gd name="connsiteX57" fmla="*/ 308229 w 616458"/>
                <a:gd name="connsiteY57" fmla="*/ 166688 h 621411"/>
                <a:gd name="connsiteX58" fmla="*/ 289179 w 616458"/>
                <a:gd name="connsiteY58" fmla="*/ 185738 h 621411"/>
                <a:gd name="connsiteX59" fmla="*/ 289179 w 616458"/>
                <a:gd name="connsiteY59" fmla="*/ 186214 h 621411"/>
                <a:gd name="connsiteX60" fmla="*/ 308229 w 616458"/>
                <a:gd name="connsiteY60" fmla="*/ 204978 h 621411"/>
                <a:gd name="connsiteX61" fmla="*/ 327279 w 616458"/>
                <a:gd name="connsiteY61" fmla="*/ 185738 h 621411"/>
                <a:gd name="connsiteX62" fmla="*/ 308229 w 616458"/>
                <a:gd name="connsiteY62" fmla="*/ 166688 h 621411"/>
                <a:gd name="connsiteX63" fmla="*/ 308229 w 616458"/>
                <a:gd name="connsiteY63" fmla="*/ 230219 h 621411"/>
                <a:gd name="connsiteX64" fmla="*/ 289179 w 616458"/>
                <a:gd name="connsiteY64" fmla="*/ 249269 h 621411"/>
                <a:gd name="connsiteX65" fmla="*/ 289179 w 616458"/>
                <a:gd name="connsiteY65" fmla="*/ 249746 h 621411"/>
                <a:gd name="connsiteX66" fmla="*/ 308229 w 616458"/>
                <a:gd name="connsiteY66" fmla="*/ 268605 h 621411"/>
                <a:gd name="connsiteX67" fmla="*/ 327279 w 616458"/>
                <a:gd name="connsiteY67" fmla="*/ 249269 h 621411"/>
                <a:gd name="connsiteX68" fmla="*/ 308229 w 616458"/>
                <a:gd name="connsiteY68" fmla="*/ 230219 h 621411"/>
                <a:gd name="connsiteX69" fmla="*/ 247269 w 616458"/>
                <a:gd name="connsiteY69" fmla="*/ 329756 h 621411"/>
                <a:gd name="connsiteX70" fmla="*/ 266129 w 616458"/>
                <a:gd name="connsiteY70" fmla="*/ 310706 h 621411"/>
                <a:gd name="connsiteX71" fmla="*/ 246793 w 616458"/>
                <a:gd name="connsiteY71" fmla="*/ 291656 h 621411"/>
                <a:gd name="connsiteX72" fmla="*/ 227743 w 616458"/>
                <a:gd name="connsiteY72" fmla="*/ 310706 h 621411"/>
                <a:gd name="connsiteX73" fmla="*/ 246793 w 616458"/>
                <a:gd name="connsiteY73" fmla="*/ 329756 h 621411"/>
                <a:gd name="connsiteX74" fmla="*/ 247269 w 616458"/>
                <a:gd name="connsiteY74" fmla="*/ 329756 h 621411"/>
                <a:gd name="connsiteX75" fmla="*/ 183261 w 616458"/>
                <a:gd name="connsiteY75" fmla="*/ 291656 h 621411"/>
                <a:gd name="connsiteX76" fmla="*/ 164211 w 616458"/>
                <a:gd name="connsiteY76" fmla="*/ 310706 h 621411"/>
                <a:gd name="connsiteX77" fmla="*/ 183261 w 616458"/>
                <a:gd name="connsiteY77" fmla="*/ 329756 h 621411"/>
                <a:gd name="connsiteX78" fmla="*/ 183737 w 616458"/>
                <a:gd name="connsiteY78" fmla="*/ 329756 h 621411"/>
                <a:gd name="connsiteX79" fmla="*/ 202502 w 616458"/>
                <a:gd name="connsiteY79" fmla="*/ 310706 h 621411"/>
                <a:gd name="connsiteX80" fmla="*/ 183261 w 616458"/>
                <a:gd name="connsiteY80" fmla="*/ 291656 h 621411"/>
                <a:gd name="connsiteX81" fmla="*/ 113443 w 616458"/>
                <a:gd name="connsiteY81" fmla="*/ 310706 h 621411"/>
                <a:gd name="connsiteX82" fmla="*/ 162592 w 616458"/>
                <a:gd name="connsiteY82" fmla="*/ 261557 h 621411"/>
                <a:gd name="connsiteX83" fmla="*/ 166783 w 616458"/>
                <a:gd name="connsiteY83" fmla="*/ 251460 h 621411"/>
                <a:gd name="connsiteX84" fmla="*/ 162592 w 616458"/>
                <a:gd name="connsiteY84" fmla="*/ 241364 h 621411"/>
                <a:gd name="connsiteX85" fmla="*/ 142399 w 616458"/>
                <a:gd name="connsiteY85" fmla="*/ 241364 h 621411"/>
                <a:gd name="connsiteX86" fmla="*/ 83153 w 616458"/>
                <a:gd name="connsiteY86" fmla="*/ 300609 h 621411"/>
                <a:gd name="connsiteX87" fmla="*/ 83153 w 616458"/>
                <a:gd name="connsiteY87" fmla="*/ 320802 h 621411"/>
                <a:gd name="connsiteX88" fmla="*/ 142399 w 616458"/>
                <a:gd name="connsiteY88" fmla="*/ 380048 h 621411"/>
                <a:gd name="connsiteX89" fmla="*/ 162592 w 616458"/>
                <a:gd name="connsiteY89" fmla="*/ 380048 h 621411"/>
                <a:gd name="connsiteX90" fmla="*/ 162592 w 616458"/>
                <a:gd name="connsiteY90" fmla="*/ 359855 h 621411"/>
                <a:gd name="connsiteX91" fmla="*/ 113443 w 616458"/>
                <a:gd name="connsiteY91" fmla="*/ 310706 h 621411"/>
                <a:gd name="connsiteX92" fmla="*/ 533114 w 616458"/>
                <a:gd name="connsiteY92" fmla="*/ 0 h 621411"/>
                <a:gd name="connsiteX93" fmla="*/ 83344 w 616458"/>
                <a:gd name="connsiteY93" fmla="*/ 0 h 621411"/>
                <a:gd name="connsiteX94" fmla="*/ 0 w 616458"/>
                <a:gd name="connsiteY94" fmla="*/ 83344 h 621411"/>
                <a:gd name="connsiteX95" fmla="*/ 0 w 616458"/>
                <a:gd name="connsiteY95" fmla="*/ 538067 h 621411"/>
                <a:gd name="connsiteX96" fmla="*/ 83344 w 616458"/>
                <a:gd name="connsiteY96" fmla="*/ 621411 h 621411"/>
                <a:gd name="connsiteX97" fmla="*/ 533114 w 616458"/>
                <a:gd name="connsiteY97" fmla="*/ 621411 h 621411"/>
                <a:gd name="connsiteX98" fmla="*/ 616458 w 616458"/>
                <a:gd name="connsiteY98" fmla="*/ 538067 h 621411"/>
                <a:gd name="connsiteX99" fmla="*/ 616458 w 616458"/>
                <a:gd name="connsiteY99" fmla="*/ 83344 h 621411"/>
                <a:gd name="connsiteX100" fmla="*/ 533114 w 616458"/>
                <a:gd name="connsiteY100" fmla="*/ 0 h 621411"/>
                <a:gd name="connsiteX101" fmla="*/ 587883 w 616458"/>
                <a:gd name="connsiteY101" fmla="*/ 538067 h 621411"/>
                <a:gd name="connsiteX102" fmla="*/ 533114 w 616458"/>
                <a:gd name="connsiteY102" fmla="*/ 592836 h 621411"/>
                <a:gd name="connsiteX103" fmla="*/ 83344 w 616458"/>
                <a:gd name="connsiteY103" fmla="*/ 592836 h 621411"/>
                <a:gd name="connsiteX104" fmla="*/ 28575 w 616458"/>
                <a:gd name="connsiteY104" fmla="*/ 538067 h 621411"/>
                <a:gd name="connsiteX105" fmla="*/ 28575 w 616458"/>
                <a:gd name="connsiteY105" fmla="*/ 83344 h 621411"/>
                <a:gd name="connsiteX106" fmla="*/ 83344 w 616458"/>
                <a:gd name="connsiteY106" fmla="*/ 28575 h 621411"/>
                <a:gd name="connsiteX107" fmla="*/ 533114 w 616458"/>
                <a:gd name="connsiteY107" fmla="*/ 28575 h 621411"/>
                <a:gd name="connsiteX108" fmla="*/ 587883 w 616458"/>
                <a:gd name="connsiteY108" fmla="*/ 83344 h 621411"/>
                <a:gd name="connsiteX109" fmla="*/ 587883 w 616458"/>
                <a:gd name="connsiteY109" fmla="*/ 538067 h 621411"/>
                <a:gd name="connsiteX110" fmla="*/ 474059 w 616458"/>
                <a:gd name="connsiteY110" fmla="*/ 241364 h 621411"/>
                <a:gd name="connsiteX111" fmla="*/ 453866 w 616458"/>
                <a:gd name="connsiteY111" fmla="*/ 241364 h 621411"/>
                <a:gd name="connsiteX112" fmla="*/ 453866 w 616458"/>
                <a:gd name="connsiteY112" fmla="*/ 261557 h 621411"/>
                <a:gd name="connsiteX113" fmla="*/ 503015 w 616458"/>
                <a:gd name="connsiteY113" fmla="*/ 310706 h 621411"/>
                <a:gd name="connsiteX114" fmla="*/ 453866 w 616458"/>
                <a:gd name="connsiteY114" fmla="*/ 359855 h 621411"/>
                <a:gd name="connsiteX115" fmla="*/ 453866 w 616458"/>
                <a:gd name="connsiteY115" fmla="*/ 380048 h 621411"/>
                <a:gd name="connsiteX116" fmla="*/ 474059 w 616458"/>
                <a:gd name="connsiteY116" fmla="*/ 380048 h 621411"/>
                <a:gd name="connsiteX117" fmla="*/ 533305 w 616458"/>
                <a:gd name="connsiteY117" fmla="*/ 320802 h 621411"/>
                <a:gd name="connsiteX118" fmla="*/ 537496 w 616458"/>
                <a:gd name="connsiteY118" fmla="*/ 310706 h 621411"/>
                <a:gd name="connsiteX119" fmla="*/ 533305 w 616458"/>
                <a:gd name="connsiteY119" fmla="*/ 300609 h 621411"/>
                <a:gd name="connsiteX120" fmla="*/ 474059 w 616458"/>
                <a:gd name="connsiteY120" fmla="*/ 241364 h 621411"/>
                <a:gd name="connsiteX121" fmla="*/ 433197 w 616458"/>
                <a:gd name="connsiteY121" fmla="*/ 291656 h 621411"/>
                <a:gd name="connsiteX122" fmla="*/ 432721 w 616458"/>
                <a:gd name="connsiteY122" fmla="*/ 291656 h 621411"/>
                <a:gd name="connsiteX123" fmla="*/ 413957 w 616458"/>
                <a:gd name="connsiteY123" fmla="*/ 310706 h 621411"/>
                <a:gd name="connsiteX124" fmla="*/ 433197 w 616458"/>
                <a:gd name="connsiteY124" fmla="*/ 329756 h 621411"/>
                <a:gd name="connsiteX125" fmla="*/ 452247 w 616458"/>
                <a:gd name="connsiteY125" fmla="*/ 310706 h 621411"/>
                <a:gd name="connsiteX126" fmla="*/ 433197 w 616458"/>
                <a:gd name="connsiteY126" fmla="*/ 291656 h 621411"/>
                <a:gd name="connsiteX127" fmla="*/ 369665 w 616458"/>
                <a:gd name="connsiteY127" fmla="*/ 291656 h 621411"/>
                <a:gd name="connsiteX128" fmla="*/ 369189 w 616458"/>
                <a:gd name="connsiteY128" fmla="*/ 291656 h 621411"/>
                <a:gd name="connsiteX129" fmla="*/ 350330 w 616458"/>
                <a:gd name="connsiteY129" fmla="*/ 310706 h 621411"/>
                <a:gd name="connsiteX130" fmla="*/ 369665 w 616458"/>
                <a:gd name="connsiteY130" fmla="*/ 329756 h 621411"/>
                <a:gd name="connsiteX131" fmla="*/ 388715 w 616458"/>
                <a:gd name="connsiteY131" fmla="*/ 310706 h 621411"/>
                <a:gd name="connsiteX132" fmla="*/ 369665 w 616458"/>
                <a:gd name="connsiteY132" fmla="*/ 291656 h 621411"/>
                <a:gd name="connsiteX133" fmla="*/ 259080 w 616458"/>
                <a:gd name="connsiteY133" fmla="*/ 165068 h 621411"/>
                <a:gd name="connsiteX134" fmla="*/ 308229 w 616458"/>
                <a:gd name="connsiteY134" fmla="*/ 115919 h 621411"/>
                <a:gd name="connsiteX135" fmla="*/ 357378 w 616458"/>
                <a:gd name="connsiteY135" fmla="*/ 165068 h 621411"/>
                <a:gd name="connsiteX136" fmla="*/ 367475 w 616458"/>
                <a:gd name="connsiteY136" fmla="*/ 169259 h 621411"/>
                <a:gd name="connsiteX137" fmla="*/ 377571 w 616458"/>
                <a:gd name="connsiteY137" fmla="*/ 165068 h 621411"/>
                <a:gd name="connsiteX138" fmla="*/ 377571 w 616458"/>
                <a:gd name="connsiteY138" fmla="*/ 144875 h 621411"/>
                <a:gd name="connsiteX139" fmla="*/ 318326 w 616458"/>
                <a:gd name="connsiteY139" fmla="*/ 85630 h 621411"/>
                <a:gd name="connsiteX140" fmla="*/ 298133 w 616458"/>
                <a:gd name="connsiteY140" fmla="*/ 85630 h 621411"/>
                <a:gd name="connsiteX141" fmla="*/ 238887 w 616458"/>
                <a:gd name="connsiteY141" fmla="*/ 144875 h 621411"/>
                <a:gd name="connsiteX142" fmla="*/ 238887 w 616458"/>
                <a:gd name="connsiteY142" fmla="*/ 165068 h 621411"/>
                <a:gd name="connsiteX143" fmla="*/ 259080 w 616458"/>
                <a:gd name="connsiteY143" fmla="*/ 165068 h 621411"/>
                <a:gd name="connsiteX144" fmla="*/ 357378 w 616458"/>
                <a:gd name="connsiteY144" fmla="*/ 456343 h 621411"/>
                <a:gd name="connsiteX145" fmla="*/ 308229 w 616458"/>
                <a:gd name="connsiteY145" fmla="*/ 505492 h 621411"/>
                <a:gd name="connsiteX146" fmla="*/ 259080 w 616458"/>
                <a:gd name="connsiteY146" fmla="*/ 456343 h 621411"/>
                <a:gd name="connsiteX147" fmla="*/ 238887 w 616458"/>
                <a:gd name="connsiteY147" fmla="*/ 456343 h 621411"/>
                <a:gd name="connsiteX148" fmla="*/ 238887 w 616458"/>
                <a:gd name="connsiteY148" fmla="*/ 476536 h 621411"/>
                <a:gd name="connsiteX149" fmla="*/ 298133 w 616458"/>
                <a:gd name="connsiteY149" fmla="*/ 535781 h 621411"/>
                <a:gd name="connsiteX150" fmla="*/ 308229 w 616458"/>
                <a:gd name="connsiteY150" fmla="*/ 539972 h 621411"/>
                <a:gd name="connsiteX151" fmla="*/ 318326 w 616458"/>
                <a:gd name="connsiteY151" fmla="*/ 535781 h 621411"/>
                <a:gd name="connsiteX152" fmla="*/ 377571 w 616458"/>
                <a:gd name="connsiteY152" fmla="*/ 476536 h 621411"/>
                <a:gd name="connsiteX153" fmla="*/ 377571 w 616458"/>
                <a:gd name="connsiteY153" fmla="*/ 456343 h 621411"/>
                <a:gd name="connsiteX154" fmla="*/ 357378 w 616458"/>
                <a:gd name="connsiteY154" fmla="*/ 456343 h 621411"/>
                <a:gd name="connsiteX155" fmla="*/ 308229 w 616458"/>
                <a:gd name="connsiteY155" fmla="*/ 416433 h 621411"/>
                <a:gd name="connsiteX156" fmla="*/ 289179 w 616458"/>
                <a:gd name="connsiteY156" fmla="*/ 435674 h 621411"/>
                <a:gd name="connsiteX157" fmla="*/ 308229 w 616458"/>
                <a:gd name="connsiteY157" fmla="*/ 454724 h 621411"/>
                <a:gd name="connsiteX158" fmla="*/ 327279 w 616458"/>
                <a:gd name="connsiteY158" fmla="*/ 435674 h 621411"/>
                <a:gd name="connsiteX159" fmla="*/ 327279 w 616458"/>
                <a:gd name="connsiteY159" fmla="*/ 435197 h 621411"/>
                <a:gd name="connsiteX160" fmla="*/ 308229 w 616458"/>
                <a:gd name="connsiteY160" fmla="*/ 416433 h 621411"/>
                <a:gd name="connsiteX161" fmla="*/ 327279 w 616458"/>
                <a:gd name="connsiteY161" fmla="*/ 371666 h 621411"/>
                <a:gd name="connsiteX162" fmla="*/ 308229 w 616458"/>
                <a:gd name="connsiteY162" fmla="*/ 352806 h 621411"/>
                <a:gd name="connsiteX163" fmla="*/ 289179 w 616458"/>
                <a:gd name="connsiteY163" fmla="*/ 372142 h 621411"/>
                <a:gd name="connsiteX164" fmla="*/ 308229 w 616458"/>
                <a:gd name="connsiteY164" fmla="*/ 391192 h 621411"/>
                <a:gd name="connsiteX165" fmla="*/ 327279 w 616458"/>
                <a:gd name="connsiteY165" fmla="*/ 372142 h 621411"/>
                <a:gd name="connsiteX166" fmla="*/ 327279 w 616458"/>
                <a:gd name="connsiteY166" fmla="*/ 371666 h 621411"/>
                <a:gd name="connsiteX167" fmla="*/ 308229 w 616458"/>
                <a:gd name="connsiteY167" fmla="*/ 166688 h 621411"/>
                <a:gd name="connsiteX168" fmla="*/ 289179 w 616458"/>
                <a:gd name="connsiteY168" fmla="*/ 185738 h 621411"/>
                <a:gd name="connsiteX169" fmla="*/ 289179 w 616458"/>
                <a:gd name="connsiteY169" fmla="*/ 186214 h 621411"/>
                <a:gd name="connsiteX170" fmla="*/ 308229 w 616458"/>
                <a:gd name="connsiteY170" fmla="*/ 204978 h 621411"/>
                <a:gd name="connsiteX171" fmla="*/ 327279 w 616458"/>
                <a:gd name="connsiteY171" fmla="*/ 185738 h 621411"/>
                <a:gd name="connsiteX172" fmla="*/ 308229 w 616458"/>
                <a:gd name="connsiteY172" fmla="*/ 166688 h 621411"/>
                <a:gd name="connsiteX173" fmla="*/ 308229 w 616458"/>
                <a:gd name="connsiteY173" fmla="*/ 230219 h 621411"/>
                <a:gd name="connsiteX174" fmla="*/ 289179 w 616458"/>
                <a:gd name="connsiteY174" fmla="*/ 249269 h 621411"/>
                <a:gd name="connsiteX175" fmla="*/ 289179 w 616458"/>
                <a:gd name="connsiteY175" fmla="*/ 249746 h 621411"/>
                <a:gd name="connsiteX176" fmla="*/ 308229 w 616458"/>
                <a:gd name="connsiteY176" fmla="*/ 268605 h 621411"/>
                <a:gd name="connsiteX177" fmla="*/ 327279 w 616458"/>
                <a:gd name="connsiteY177" fmla="*/ 249269 h 621411"/>
                <a:gd name="connsiteX178" fmla="*/ 308229 w 616458"/>
                <a:gd name="connsiteY178" fmla="*/ 230219 h 621411"/>
                <a:gd name="connsiteX179" fmla="*/ 247269 w 616458"/>
                <a:gd name="connsiteY179" fmla="*/ 329756 h 621411"/>
                <a:gd name="connsiteX180" fmla="*/ 266129 w 616458"/>
                <a:gd name="connsiteY180" fmla="*/ 310706 h 621411"/>
                <a:gd name="connsiteX181" fmla="*/ 246793 w 616458"/>
                <a:gd name="connsiteY181" fmla="*/ 291656 h 621411"/>
                <a:gd name="connsiteX182" fmla="*/ 227743 w 616458"/>
                <a:gd name="connsiteY182" fmla="*/ 310706 h 621411"/>
                <a:gd name="connsiteX183" fmla="*/ 246793 w 616458"/>
                <a:gd name="connsiteY183" fmla="*/ 329756 h 621411"/>
                <a:gd name="connsiteX184" fmla="*/ 247269 w 616458"/>
                <a:gd name="connsiteY184" fmla="*/ 329756 h 621411"/>
                <a:gd name="connsiteX185" fmla="*/ 183261 w 616458"/>
                <a:gd name="connsiteY185" fmla="*/ 291656 h 621411"/>
                <a:gd name="connsiteX186" fmla="*/ 164211 w 616458"/>
                <a:gd name="connsiteY186" fmla="*/ 310706 h 621411"/>
                <a:gd name="connsiteX187" fmla="*/ 183261 w 616458"/>
                <a:gd name="connsiteY187" fmla="*/ 329756 h 621411"/>
                <a:gd name="connsiteX188" fmla="*/ 183737 w 616458"/>
                <a:gd name="connsiteY188" fmla="*/ 329756 h 621411"/>
                <a:gd name="connsiteX189" fmla="*/ 202502 w 616458"/>
                <a:gd name="connsiteY189" fmla="*/ 310706 h 621411"/>
                <a:gd name="connsiteX190" fmla="*/ 183261 w 616458"/>
                <a:gd name="connsiteY190" fmla="*/ 291656 h 621411"/>
                <a:gd name="connsiteX191" fmla="*/ 113443 w 616458"/>
                <a:gd name="connsiteY191" fmla="*/ 310706 h 621411"/>
                <a:gd name="connsiteX192" fmla="*/ 162592 w 616458"/>
                <a:gd name="connsiteY192" fmla="*/ 261557 h 621411"/>
                <a:gd name="connsiteX193" fmla="*/ 166783 w 616458"/>
                <a:gd name="connsiteY193" fmla="*/ 251460 h 621411"/>
                <a:gd name="connsiteX194" fmla="*/ 162592 w 616458"/>
                <a:gd name="connsiteY194" fmla="*/ 241364 h 621411"/>
                <a:gd name="connsiteX195" fmla="*/ 142399 w 616458"/>
                <a:gd name="connsiteY195" fmla="*/ 241364 h 621411"/>
                <a:gd name="connsiteX196" fmla="*/ 83153 w 616458"/>
                <a:gd name="connsiteY196" fmla="*/ 300609 h 621411"/>
                <a:gd name="connsiteX197" fmla="*/ 83153 w 616458"/>
                <a:gd name="connsiteY197" fmla="*/ 320802 h 621411"/>
                <a:gd name="connsiteX198" fmla="*/ 142399 w 616458"/>
                <a:gd name="connsiteY198" fmla="*/ 380048 h 621411"/>
                <a:gd name="connsiteX199" fmla="*/ 162592 w 616458"/>
                <a:gd name="connsiteY199" fmla="*/ 380048 h 621411"/>
                <a:gd name="connsiteX200" fmla="*/ 162592 w 616458"/>
                <a:gd name="connsiteY200" fmla="*/ 359855 h 621411"/>
                <a:gd name="connsiteX201" fmla="*/ 113443 w 616458"/>
                <a:gd name="connsiteY201" fmla="*/ 310706 h 621411"/>
                <a:gd name="connsiteX202" fmla="*/ 433197 w 616458"/>
                <a:gd name="connsiteY202" fmla="*/ 291656 h 621411"/>
                <a:gd name="connsiteX203" fmla="*/ 432721 w 616458"/>
                <a:gd name="connsiteY203" fmla="*/ 291656 h 621411"/>
                <a:gd name="connsiteX204" fmla="*/ 413957 w 616458"/>
                <a:gd name="connsiteY204" fmla="*/ 310706 h 621411"/>
                <a:gd name="connsiteX205" fmla="*/ 433197 w 616458"/>
                <a:gd name="connsiteY205" fmla="*/ 329756 h 621411"/>
                <a:gd name="connsiteX206" fmla="*/ 452247 w 616458"/>
                <a:gd name="connsiteY206" fmla="*/ 310706 h 621411"/>
                <a:gd name="connsiteX207" fmla="*/ 433197 w 616458"/>
                <a:gd name="connsiteY207" fmla="*/ 291656 h 621411"/>
                <a:gd name="connsiteX208" fmla="*/ 533305 w 616458"/>
                <a:gd name="connsiteY208" fmla="*/ 300609 h 621411"/>
                <a:gd name="connsiteX209" fmla="*/ 474059 w 616458"/>
                <a:gd name="connsiteY209" fmla="*/ 241364 h 621411"/>
                <a:gd name="connsiteX210" fmla="*/ 453866 w 616458"/>
                <a:gd name="connsiteY210" fmla="*/ 241364 h 621411"/>
                <a:gd name="connsiteX211" fmla="*/ 453866 w 616458"/>
                <a:gd name="connsiteY211" fmla="*/ 261557 h 621411"/>
                <a:gd name="connsiteX212" fmla="*/ 503015 w 616458"/>
                <a:gd name="connsiteY212" fmla="*/ 310706 h 621411"/>
                <a:gd name="connsiteX213" fmla="*/ 453866 w 616458"/>
                <a:gd name="connsiteY213" fmla="*/ 359855 h 621411"/>
                <a:gd name="connsiteX214" fmla="*/ 453866 w 616458"/>
                <a:gd name="connsiteY214" fmla="*/ 380048 h 621411"/>
                <a:gd name="connsiteX215" fmla="*/ 474059 w 616458"/>
                <a:gd name="connsiteY215" fmla="*/ 380048 h 621411"/>
                <a:gd name="connsiteX216" fmla="*/ 533305 w 616458"/>
                <a:gd name="connsiteY216" fmla="*/ 320802 h 621411"/>
                <a:gd name="connsiteX217" fmla="*/ 537496 w 616458"/>
                <a:gd name="connsiteY217" fmla="*/ 310706 h 621411"/>
                <a:gd name="connsiteX218" fmla="*/ 533305 w 616458"/>
                <a:gd name="connsiteY218" fmla="*/ 300609 h 621411"/>
                <a:gd name="connsiteX219" fmla="*/ 162592 w 616458"/>
                <a:gd name="connsiteY219" fmla="*/ 359855 h 621411"/>
                <a:gd name="connsiteX220" fmla="*/ 113443 w 616458"/>
                <a:gd name="connsiteY220" fmla="*/ 310706 h 621411"/>
                <a:gd name="connsiteX221" fmla="*/ 162592 w 616458"/>
                <a:gd name="connsiteY221" fmla="*/ 261557 h 621411"/>
                <a:gd name="connsiteX222" fmla="*/ 166783 w 616458"/>
                <a:gd name="connsiteY222" fmla="*/ 251460 h 621411"/>
                <a:gd name="connsiteX223" fmla="*/ 162592 w 616458"/>
                <a:gd name="connsiteY223" fmla="*/ 241364 h 621411"/>
                <a:gd name="connsiteX224" fmla="*/ 142399 w 616458"/>
                <a:gd name="connsiteY224" fmla="*/ 241364 h 621411"/>
                <a:gd name="connsiteX225" fmla="*/ 83153 w 616458"/>
                <a:gd name="connsiteY225" fmla="*/ 300609 h 621411"/>
                <a:gd name="connsiteX226" fmla="*/ 83153 w 616458"/>
                <a:gd name="connsiteY226" fmla="*/ 320802 h 621411"/>
                <a:gd name="connsiteX227" fmla="*/ 142399 w 616458"/>
                <a:gd name="connsiteY227" fmla="*/ 380048 h 621411"/>
                <a:gd name="connsiteX228" fmla="*/ 162592 w 616458"/>
                <a:gd name="connsiteY228" fmla="*/ 380048 h 621411"/>
                <a:gd name="connsiteX229" fmla="*/ 162592 w 616458"/>
                <a:gd name="connsiteY229" fmla="*/ 359855 h 621411"/>
                <a:gd name="connsiteX230" fmla="*/ 369665 w 616458"/>
                <a:gd name="connsiteY230" fmla="*/ 291656 h 621411"/>
                <a:gd name="connsiteX231" fmla="*/ 369189 w 616458"/>
                <a:gd name="connsiteY231" fmla="*/ 291656 h 621411"/>
                <a:gd name="connsiteX232" fmla="*/ 350330 w 616458"/>
                <a:gd name="connsiteY232" fmla="*/ 310706 h 621411"/>
                <a:gd name="connsiteX233" fmla="*/ 369665 w 616458"/>
                <a:gd name="connsiteY233" fmla="*/ 329756 h 621411"/>
                <a:gd name="connsiteX234" fmla="*/ 388715 w 616458"/>
                <a:gd name="connsiteY234" fmla="*/ 310706 h 621411"/>
                <a:gd name="connsiteX235" fmla="*/ 369665 w 616458"/>
                <a:gd name="connsiteY235" fmla="*/ 291656 h 621411"/>
                <a:gd name="connsiteX236" fmla="*/ 246793 w 616458"/>
                <a:gd name="connsiteY236" fmla="*/ 291656 h 621411"/>
                <a:gd name="connsiteX237" fmla="*/ 227743 w 616458"/>
                <a:gd name="connsiteY237" fmla="*/ 310706 h 621411"/>
                <a:gd name="connsiteX238" fmla="*/ 246793 w 616458"/>
                <a:gd name="connsiteY238" fmla="*/ 329756 h 621411"/>
                <a:gd name="connsiteX239" fmla="*/ 247269 w 616458"/>
                <a:gd name="connsiteY239" fmla="*/ 329756 h 621411"/>
                <a:gd name="connsiteX240" fmla="*/ 266129 w 616458"/>
                <a:gd name="connsiteY240" fmla="*/ 310706 h 621411"/>
                <a:gd name="connsiteX241" fmla="*/ 246793 w 616458"/>
                <a:gd name="connsiteY241" fmla="*/ 291656 h 621411"/>
                <a:gd name="connsiteX242" fmla="*/ 183261 w 616458"/>
                <a:gd name="connsiteY242" fmla="*/ 291656 h 621411"/>
                <a:gd name="connsiteX243" fmla="*/ 164211 w 616458"/>
                <a:gd name="connsiteY243" fmla="*/ 310706 h 621411"/>
                <a:gd name="connsiteX244" fmla="*/ 183261 w 616458"/>
                <a:gd name="connsiteY244" fmla="*/ 329756 h 621411"/>
                <a:gd name="connsiteX245" fmla="*/ 183737 w 616458"/>
                <a:gd name="connsiteY245" fmla="*/ 329756 h 621411"/>
                <a:gd name="connsiteX246" fmla="*/ 202502 w 616458"/>
                <a:gd name="connsiteY246" fmla="*/ 310706 h 621411"/>
                <a:gd name="connsiteX247" fmla="*/ 183261 w 616458"/>
                <a:gd name="connsiteY247" fmla="*/ 291656 h 621411"/>
                <a:gd name="connsiteX248" fmla="*/ 308229 w 616458"/>
                <a:gd name="connsiteY248" fmla="*/ 230219 h 621411"/>
                <a:gd name="connsiteX249" fmla="*/ 289179 w 616458"/>
                <a:gd name="connsiteY249" fmla="*/ 249269 h 621411"/>
                <a:gd name="connsiteX250" fmla="*/ 289179 w 616458"/>
                <a:gd name="connsiteY250" fmla="*/ 249746 h 621411"/>
                <a:gd name="connsiteX251" fmla="*/ 308229 w 616458"/>
                <a:gd name="connsiteY251" fmla="*/ 268605 h 621411"/>
                <a:gd name="connsiteX252" fmla="*/ 327279 w 616458"/>
                <a:gd name="connsiteY252" fmla="*/ 249269 h 621411"/>
                <a:gd name="connsiteX253" fmla="*/ 308229 w 616458"/>
                <a:gd name="connsiteY253" fmla="*/ 230219 h 621411"/>
                <a:gd name="connsiteX254" fmla="*/ 308229 w 616458"/>
                <a:gd name="connsiteY254" fmla="*/ 166688 h 621411"/>
                <a:gd name="connsiteX255" fmla="*/ 289179 w 616458"/>
                <a:gd name="connsiteY255" fmla="*/ 185738 h 621411"/>
                <a:gd name="connsiteX256" fmla="*/ 289179 w 616458"/>
                <a:gd name="connsiteY256" fmla="*/ 186214 h 621411"/>
                <a:gd name="connsiteX257" fmla="*/ 308229 w 616458"/>
                <a:gd name="connsiteY257" fmla="*/ 204978 h 621411"/>
                <a:gd name="connsiteX258" fmla="*/ 327279 w 616458"/>
                <a:gd name="connsiteY258" fmla="*/ 185738 h 621411"/>
                <a:gd name="connsiteX259" fmla="*/ 308229 w 616458"/>
                <a:gd name="connsiteY259" fmla="*/ 166688 h 621411"/>
                <a:gd name="connsiteX260" fmla="*/ 377571 w 616458"/>
                <a:gd name="connsiteY260" fmla="*/ 456343 h 621411"/>
                <a:gd name="connsiteX261" fmla="*/ 357378 w 616458"/>
                <a:gd name="connsiteY261" fmla="*/ 456343 h 621411"/>
                <a:gd name="connsiteX262" fmla="*/ 308229 w 616458"/>
                <a:gd name="connsiteY262" fmla="*/ 505492 h 621411"/>
                <a:gd name="connsiteX263" fmla="*/ 259080 w 616458"/>
                <a:gd name="connsiteY263" fmla="*/ 456343 h 621411"/>
                <a:gd name="connsiteX264" fmla="*/ 238887 w 616458"/>
                <a:gd name="connsiteY264" fmla="*/ 456343 h 621411"/>
                <a:gd name="connsiteX265" fmla="*/ 238887 w 616458"/>
                <a:gd name="connsiteY265" fmla="*/ 476536 h 621411"/>
                <a:gd name="connsiteX266" fmla="*/ 298133 w 616458"/>
                <a:gd name="connsiteY266" fmla="*/ 535781 h 621411"/>
                <a:gd name="connsiteX267" fmla="*/ 308229 w 616458"/>
                <a:gd name="connsiteY267" fmla="*/ 539972 h 621411"/>
                <a:gd name="connsiteX268" fmla="*/ 318326 w 616458"/>
                <a:gd name="connsiteY268" fmla="*/ 535781 h 621411"/>
                <a:gd name="connsiteX269" fmla="*/ 377571 w 616458"/>
                <a:gd name="connsiteY269" fmla="*/ 476536 h 621411"/>
                <a:gd name="connsiteX270" fmla="*/ 377571 w 616458"/>
                <a:gd name="connsiteY270" fmla="*/ 456343 h 621411"/>
                <a:gd name="connsiteX271" fmla="*/ 308229 w 616458"/>
                <a:gd name="connsiteY271" fmla="*/ 416433 h 621411"/>
                <a:gd name="connsiteX272" fmla="*/ 289179 w 616458"/>
                <a:gd name="connsiteY272" fmla="*/ 435674 h 621411"/>
                <a:gd name="connsiteX273" fmla="*/ 308229 w 616458"/>
                <a:gd name="connsiteY273" fmla="*/ 454724 h 621411"/>
                <a:gd name="connsiteX274" fmla="*/ 327279 w 616458"/>
                <a:gd name="connsiteY274" fmla="*/ 435674 h 621411"/>
                <a:gd name="connsiteX275" fmla="*/ 327279 w 616458"/>
                <a:gd name="connsiteY275" fmla="*/ 435197 h 621411"/>
                <a:gd name="connsiteX276" fmla="*/ 308229 w 616458"/>
                <a:gd name="connsiteY276" fmla="*/ 416433 h 621411"/>
                <a:gd name="connsiteX277" fmla="*/ 377571 w 616458"/>
                <a:gd name="connsiteY277" fmla="*/ 144875 h 621411"/>
                <a:gd name="connsiteX278" fmla="*/ 318326 w 616458"/>
                <a:gd name="connsiteY278" fmla="*/ 85630 h 621411"/>
                <a:gd name="connsiteX279" fmla="*/ 298133 w 616458"/>
                <a:gd name="connsiteY279" fmla="*/ 85630 h 621411"/>
                <a:gd name="connsiteX280" fmla="*/ 238887 w 616458"/>
                <a:gd name="connsiteY280" fmla="*/ 144875 h 621411"/>
                <a:gd name="connsiteX281" fmla="*/ 238887 w 616458"/>
                <a:gd name="connsiteY281" fmla="*/ 165068 h 621411"/>
                <a:gd name="connsiteX282" fmla="*/ 259080 w 616458"/>
                <a:gd name="connsiteY282" fmla="*/ 165068 h 621411"/>
                <a:gd name="connsiteX283" fmla="*/ 308229 w 616458"/>
                <a:gd name="connsiteY283" fmla="*/ 115919 h 621411"/>
                <a:gd name="connsiteX284" fmla="*/ 357378 w 616458"/>
                <a:gd name="connsiteY284" fmla="*/ 165068 h 621411"/>
                <a:gd name="connsiteX285" fmla="*/ 367475 w 616458"/>
                <a:gd name="connsiteY285" fmla="*/ 169259 h 621411"/>
                <a:gd name="connsiteX286" fmla="*/ 377571 w 616458"/>
                <a:gd name="connsiteY286" fmla="*/ 165068 h 621411"/>
                <a:gd name="connsiteX287" fmla="*/ 377571 w 616458"/>
                <a:gd name="connsiteY287" fmla="*/ 144875 h 621411"/>
                <a:gd name="connsiteX288" fmla="*/ 308229 w 616458"/>
                <a:gd name="connsiteY288" fmla="*/ 352806 h 621411"/>
                <a:gd name="connsiteX289" fmla="*/ 289179 w 616458"/>
                <a:gd name="connsiteY289" fmla="*/ 372142 h 621411"/>
                <a:gd name="connsiteX290" fmla="*/ 308229 w 616458"/>
                <a:gd name="connsiteY290" fmla="*/ 391192 h 621411"/>
                <a:gd name="connsiteX291" fmla="*/ 327279 w 616458"/>
                <a:gd name="connsiteY291" fmla="*/ 372142 h 621411"/>
                <a:gd name="connsiteX292" fmla="*/ 327279 w 616458"/>
                <a:gd name="connsiteY292" fmla="*/ 371666 h 621411"/>
                <a:gd name="connsiteX293" fmla="*/ 308229 w 616458"/>
                <a:gd name="connsiteY293" fmla="*/ 352806 h 621411"/>
                <a:gd name="connsiteX294" fmla="*/ 533305 w 616458"/>
                <a:gd name="connsiteY294" fmla="*/ 300609 h 621411"/>
                <a:gd name="connsiteX295" fmla="*/ 474059 w 616458"/>
                <a:gd name="connsiteY295" fmla="*/ 241364 h 621411"/>
                <a:gd name="connsiteX296" fmla="*/ 453866 w 616458"/>
                <a:gd name="connsiteY296" fmla="*/ 241364 h 621411"/>
                <a:gd name="connsiteX297" fmla="*/ 453866 w 616458"/>
                <a:gd name="connsiteY297" fmla="*/ 261557 h 621411"/>
                <a:gd name="connsiteX298" fmla="*/ 503015 w 616458"/>
                <a:gd name="connsiteY298" fmla="*/ 310706 h 621411"/>
                <a:gd name="connsiteX299" fmla="*/ 453866 w 616458"/>
                <a:gd name="connsiteY299" fmla="*/ 359855 h 621411"/>
                <a:gd name="connsiteX300" fmla="*/ 453866 w 616458"/>
                <a:gd name="connsiteY300" fmla="*/ 380048 h 621411"/>
                <a:gd name="connsiteX301" fmla="*/ 474059 w 616458"/>
                <a:gd name="connsiteY301" fmla="*/ 380048 h 621411"/>
                <a:gd name="connsiteX302" fmla="*/ 533305 w 616458"/>
                <a:gd name="connsiteY302" fmla="*/ 320802 h 621411"/>
                <a:gd name="connsiteX303" fmla="*/ 537496 w 616458"/>
                <a:gd name="connsiteY303" fmla="*/ 310706 h 621411"/>
                <a:gd name="connsiteX304" fmla="*/ 533305 w 616458"/>
                <a:gd name="connsiteY304" fmla="*/ 300609 h 621411"/>
                <a:gd name="connsiteX305" fmla="*/ 433197 w 616458"/>
                <a:gd name="connsiteY305" fmla="*/ 291656 h 621411"/>
                <a:gd name="connsiteX306" fmla="*/ 432721 w 616458"/>
                <a:gd name="connsiteY306" fmla="*/ 291656 h 621411"/>
                <a:gd name="connsiteX307" fmla="*/ 413957 w 616458"/>
                <a:gd name="connsiteY307" fmla="*/ 310706 h 621411"/>
                <a:gd name="connsiteX308" fmla="*/ 433197 w 616458"/>
                <a:gd name="connsiteY308" fmla="*/ 329756 h 621411"/>
                <a:gd name="connsiteX309" fmla="*/ 452247 w 616458"/>
                <a:gd name="connsiteY309" fmla="*/ 310706 h 621411"/>
                <a:gd name="connsiteX310" fmla="*/ 433197 w 616458"/>
                <a:gd name="connsiteY310" fmla="*/ 291656 h 621411"/>
                <a:gd name="connsiteX311" fmla="*/ 369665 w 616458"/>
                <a:gd name="connsiteY311" fmla="*/ 291656 h 621411"/>
                <a:gd name="connsiteX312" fmla="*/ 369189 w 616458"/>
                <a:gd name="connsiteY312" fmla="*/ 291656 h 621411"/>
                <a:gd name="connsiteX313" fmla="*/ 350330 w 616458"/>
                <a:gd name="connsiteY313" fmla="*/ 310706 h 621411"/>
                <a:gd name="connsiteX314" fmla="*/ 369665 w 616458"/>
                <a:gd name="connsiteY314" fmla="*/ 329756 h 621411"/>
                <a:gd name="connsiteX315" fmla="*/ 388715 w 616458"/>
                <a:gd name="connsiteY315" fmla="*/ 310706 h 621411"/>
                <a:gd name="connsiteX316" fmla="*/ 369665 w 616458"/>
                <a:gd name="connsiteY316" fmla="*/ 291656 h 621411"/>
                <a:gd name="connsiteX317" fmla="*/ 377571 w 616458"/>
                <a:gd name="connsiteY317" fmla="*/ 456343 h 621411"/>
                <a:gd name="connsiteX318" fmla="*/ 357378 w 616458"/>
                <a:gd name="connsiteY318" fmla="*/ 456343 h 621411"/>
                <a:gd name="connsiteX319" fmla="*/ 308229 w 616458"/>
                <a:gd name="connsiteY319" fmla="*/ 505492 h 621411"/>
                <a:gd name="connsiteX320" fmla="*/ 259080 w 616458"/>
                <a:gd name="connsiteY320" fmla="*/ 456343 h 621411"/>
                <a:gd name="connsiteX321" fmla="*/ 238887 w 616458"/>
                <a:gd name="connsiteY321" fmla="*/ 456343 h 621411"/>
                <a:gd name="connsiteX322" fmla="*/ 238887 w 616458"/>
                <a:gd name="connsiteY322" fmla="*/ 476536 h 621411"/>
                <a:gd name="connsiteX323" fmla="*/ 298133 w 616458"/>
                <a:gd name="connsiteY323" fmla="*/ 535781 h 621411"/>
                <a:gd name="connsiteX324" fmla="*/ 308229 w 616458"/>
                <a:gd name="connsiteY324" fmla="*/ 539972 h 621411"/>
                <a:gd name="connsiteX325" fmla="*/ 318326 w 616458"/>
                <a:gd name="connsiteY325" fmla="*/ 535781 h 621411"/>
                <a:gd name="connsiteX326" fmla="*/ 377571 w 616458"/>
                <a:gd name="connsiteY326" fmla="*/ 476536 h 621411"/>
                <a:gd name="connsiteX327" fmla="*/ 377571 w 616458"/>
                <a:gd name="connsiteY327" fmla="*/ 456343 h 621411"/>
                <a:gd name="connsiteX328" fmla="*/ 246793 w 616458"/>
                <a:gd name="connsiteY328" fmla="*/ 291656 h 621411"/>
                <a:gd name="connsiteX329" fmla="*/ 227743 w 616458"/>
                <a:gd name="connsiteY329" fmla="*/ 310706 h 621411"/>
                <a:gd name="connsiteX330" fmla="*/ 246793 w 616458"/>
                <a:gd name="connsiteY330" fmla="*/ 329756 h 621411"/>
                <a:gd name="connsiteX331" fmla="*/ 247269 w 616458"/>
                <a:gd name="connsiteY331" fmla="*/ 329756 h 621411"/>
                <a:gd name="connsiteX332" fmla="*/ 266129 w 616458"/>
                <a:gd name="connsiteY332" fmla="*/ 310706 h 621411"/>
                <a:gd name="connsiteX333" fmla="*/ 246793 w 616458"/>
                <a:gd name="connsiteY333" fmla="*/ 291656 h 621411"/>
                <a:gd name="connsiteX334" fmla="*/ 183261 w 616458"/>
                <a:gd name="connsiteY334" fmla="*/ 291656 h 621411"/>
                <a:gd name="connsiteX335" fmla="*/ 164211 w 616458"/>
                <a:gd name="connsiteY335" fmla="*/ 310706 h 621411"/>
                <a:gd name="connsiteX336" fmla="*/ 183261 w 616458"/>
                <a:gd name="connsiteY336" fmla="*/ 329756 h 621411"/>
                <a:gd name="connsiteX337" fmla="*/ 183737 w 616458"/>
                <a:gd name="connsiteY337" fmla="*/ 329756 h 621411"/>
                <a:gd name="connsiteX338" fmla="*/ 202502 w 616458"/>
                <a:gd name="connsiteY338" fmla="*/ 310706 h 621411"/>
                <a:gd name="connsiteX339" fmla="*/ 183261 w 616458"/>
                <a:gd name="connsiteY339" fmla="*/ 291656 h 621411"/>
                <a:gd name="connsiteX340" fmla="*/ 162592 w 616458"/>
                <a:gd name="connsiteY340" fmla="*/ 359855 h 621411"/>
                <a:gd name="connsiteX341" fmla="*/ 113443 w 616458"/>
                <a:gd name="connsiteY341" fmla="*/ 310706 h 621411"/>
                <a:gd name="connsiteX342" fmla="*/ 162592 w 616458"/>
                <a:gd name="connsiteY342" fmla="*/ 261557 h 621411"/>
                <a:gd name="connsiteX343" fmla="*/ 166783 w 616458"/>
                <a:gd name="connsiteY343" fmla="*/ 251460 h 621411"/>
                <a:gd name="connsiteX344" fmla="*/ 162592 w 616458"/>
                <a:gd name="connsiteY344" fmla="*/ 241364 h 621411"/>
                <a:gd name="connsiteX345" fmla="*/ 142399 w 616458"/>
                <a:gd name="connsiteY345" fmla="*/ 241364 h 621411"/>
                <a:gd name="connsiteX346" fmla="*/ 83153 w 616458"/>
                <a:gd name="connsiteY346" fmla="*/ 300609 h 621411"/>
                <a:gd name="connsiteX347" fmla="*/ 83153 w 616458"/>
                <a:gd name="connsiteY347" fmla="*/ 320802 h 621411"/>
                <a:gd name="connsiteX348" fmla="*/ 142399 w 616458"/>
                <a:gd name="connsiteY348" fmla="*/ 380048 h 621411"/>
                <a:gd name="connsiteX349" fmla="*/ 162592 w 616458"/>
                <a:gd name="connsiteY349" fmla="*/ 380048 h 621411"/>
                <a:gd name="connsiteX350" fmla="*/ 162592 w 616458"/>
                <a:gd name="connsiteY350" fmla="*/ 359855 h 621411"/>
                <a:gd name="connsiteX351" fmla="*/ 308229 w 616458"/>
                <a:gd name="connsiteY351" fmla="*/ 166688 h 621411"/>
                <a:gd name="connsiteX352" fmla="*/ 289179 w 616458"/>
                <a:gd name="connsiteY352" fmla="*/ 185738 h 621411"/>
                <a:gd name="connsiteX353" fmla="*/ 289179 w 616458"/>
                <a:gd name="connsiteY353" fmla="*/ 186214 h 621411"/>
                <a:gd name="connsiteX354" fmla="*/ 308229 w 616458"/>
                <a:gd name="connsiteY354" fmla="*/ 204978 h 621411"/>
                <a:gd name="connsiteX355" fmla="*/ 327279 w 616458"/>
                <a:gd name="connsiteY355" fmla="*/ 185738 h 621411"/>
                <a:gd name="connsiteX356" fmla="*/ 308229 w 616458"/>
                <a:gd name="connsiteY356" fmla="*/ 166688 h 621411"/>
                <a:gd name="connsiteX357" fmla="*/ 308229 w 616458"/>
                <a:gd name="connsiteY357" fmla="*/ 230219 h 621411"/>
                <a:gd name="connsiteX358" fmla="*/ 289179 w 616458"/>
                <a:gd name="connsiteY358" fmla="*/ 249269 h 621411"/>
                <a:gd name="connsiteX359" fmla="*/ 289179 w 616458"/>
                <a:gd name="connsiteY359" fmla="*/ 249746 h 621411"/>
                <a:gd name="connsiteX360" fmla="*/ 308229 w 616458"/>
                <a:gd name="connsiteY360" fmla="*/ 268605 h 621411"/>
                <a:gd name="connsiteX361" fmla="*/ 327279 w 616458"/>
                <a:gd name="connsiteY361" fmla="*/ 249269 h 621411"/>
                <a:gd name="connsiteX362" fmla="*/ 308229 w 616458"/>
                <a:gd name="connsiteY362" fmla="*/ 230219 h 621411"/>
                <a:gd name="connsiteX363" fmla="*/ 308229 w 616458"/>
                <a:gd name="connsiteY363" fmla="*/ 416433 h 621411"/>
                <a:gd name="connsiteX364" fmla="*/ 289179 w 616458"/>
                <a:gd name="connsiteY364" fmla="*/ 435674 h 621411"/>
                <a:gd name="connsiteX365" fmla="*/ 308229 w 616458"/>
                <a:gd name="connsiteY365" fmla="*/ 454724 h 621411"/>
                <a:gd name="connsiteX366" fmla="*/ 327279 w 616458"/>
                <a:gd name="connsiteY366" fmla="*/ 435674 h 621411"/>
                <a:gd name="connsiteX367" fmla="*/ 327279 w 616458"/>
                <a:gd name="connsiteY367" fmla="*/ 435197 h 621411"/>
                <a:gd name="connsiteX368" fmla="*/ 308229 w 616458"/>
                <a:gd name="connsiteY368" fmla="*/ 416433 h 621411"/>
                <a:gd name="connsiteX369" fmla="*/ 308229 w 616458"/>
                <a:gd name="connsiteY369" fmla="*/ 352806 h 621411"/>
                <a:gd name="connsiteX370" fmla="*/ 289179 w 616458"/>
                <a:gd name="connsiteY370" fmla="*/ 372142 h 621411"/>
                <a:gd name="connsiteX371" fmla="*/ 308229 w 616458"/>
                <a:gd name="connsiteY371" fmla="*/ 391192 h 621411"/>
                <a:gd name="connsiteX372" fmla="*/ 327279 w 616458"/>
                <a:gd name="connsiteY372" fmla="*/ 372142 h 621411"/>
                <a:gd name="connsiteX373" fmla="*/ 327279 w 616458"/>
                <a:gd name="connsiteY373" fmla="*/ 371666 h 621411"/>
                <a:gd name="connsiteX374" fmla="*/ 308229 w 616458"/>
                <a:gd name="connsiteY374" fmla="*/ 352806 h 621411"/>
                <a:gd name="connsiteX375" fmla="*/ 377571 w 616458"/>
                <a:gd name="connsiteY375" fmla="*/ 144875 h 621411"/>
                <a:gd name="connsiteX376" fmla="*/ 318326 w 616458"/>
                <a:gd name="connsiteY376" fmla="*/ 85630 h 621411"/>
                <a:gd name="connsiteX377" fmla="*/ 298133 w 616458"/>
                <a:gd name="connsiteY377" fmla="*/ 85630 h 621411"/>
                <a:gd name="connsiteX378" fmla="*/ 238887 w 616458"/>
                <a:gd name="connsiteY378" fmla="*/ 144875 h 621411"/>
                <a:gd name="connsiteX379" fmla="*/ 238887 w 616458"/>
                <a:gd name="connsiteY379" fmla="*/ 165068 h 621411"/>
                <a:gd name="connsiteX380" fmla="*/ 259080 w 616458"/>
                <a:gd name="connsiteY380" fmla="*/ 165068 h 621411"/>
                <a:gd name="connsiteX381" fmla="*/ 308229 w 616458"/>
                <a:gd name="connsiteY381" fmla="*/ 115919 h 621411"/>
                <a:gd name="connsiteX382" fmla="*/ 357378 w 616458"/>
                <a:gd name="connsiteY382" fmla="*/ 165068 h 621411"/>
                <a:gd name="connsiteX383" fmla="*/ 367475 w 616458"/>
                <a:gd name="connsiteY383" fmla="*/ 169259 h 621411"/>
                <a:gd name="connsiteX384" fmla="*/ 377571 w 616458"/>
                <a:gd name="connsiteY384" fmla="*/ 165068 h 621411"/>
                <a:gd name="connsiteX385" fmla="*/ 377571 w 616458"/>
                <a:gd name="connsiteY385" fmla="*/ 144875 h 621411"/>
                <a:gd name="connsiteX386" fmla="*/ 533305 w 616458"/>
                <a:gd name="connsiteY386" fmla="*/ 300609 h 621411"/>
                <a:gd name="connsiteX387" fmla="*/ 474059 w 616458"/>
                <a:gd name="connsiteY387" fmla="*/ 241364 h 621411"/>
                <a:gd name="connsiteX388" fmla="*/ 453866 w 616458"/>
                <a:gd name="connsiteY388" fmla="*/ 241364 h 621411"/>
                <a:gd name="connsiteX389" fmla="*/ 453866 w 616458"/>
                <a:gd name="connsiteY389" fmla="*/ 261557 h 621411"/>
                <a:gd name="connsiteX390" fmla="*/ 503015 w 616458"/>
                <a:gd name="connsiteY390" fmla="*/ 310706 h 621411"/>
                <a:gd name="connsiteX391" fmla="*/ 453866 w 616458"/>
                <a:gd name="connsiteY391" fmla="*/ 359855 h 621411"/>
                <a:gd name="connsiteX392" fmla="*/ 453866 w 616458"/>
                <a:gd name="connsiteY392" fmla="*/ 380048 h 621411"/>
                <a:gd name="connsiteX393" fmla="*/ 474059 w 616458"/>
                <a:gd name="connsiteY393" fmla="*/ 380048 h 621411"/>
                <a:gd name="connsiteX394" fmla="*/ 533305 w 616458"/>
                <a:gd name="connsiteY394" fmla="*/ 320802 h 621411"/>
                <a:gd name="connsiteX395" fmla="*/ 537496 w 616458"/>
                <a:gd name="connsiteY395" fmla="*/ 310706 h 621411"/>
                <a:gd name="connsiteX396" fmla="*/ 533305 w 616458"/>
                <a:gd name="connsiteY396" fmla="*/ 300609 h 621411"/>
                <a:gd name="connsiteX397" fmla="*/ 433197 w 616458"/>
                <a:gd name="connsiteY397" fmla="*/ 291656 h 621411"/>
                <a:gd name="connsiteX398" fmla="*/ 432721 w 616458"/>
                <a:gd name="connsiteY398" fmla="*/ 291656 h 621411"/>
                <a:gd name="connsiteX399" fmla="*/ 413957 w 616458"/>
                <a:gd name="connsiteY399" fmla="*/ 310706 h 621411"/>
                <a:gd name="connsiteX400" fmla="*/ 433197 w 616458"/>
                <a:gd name="connsiteY400" fmla="*/ 329756 h 621411"/>
                <a:gd name="connsiteX401" fmla="*/ 452247 w 616458"/>
                <a:gd name="connsiteY401" fmla="*/ 310706 h 621411"/>
                <a:gd name="connsiteX402" fmla="*/ 433197 w 616458"/>
                <a:gd name="connsiteY402" fmla="*/ 291656 h 621411"/>
                <a:gd name="connsiteX403" fmla="*/ 369665 w 616458"/>
                <a:gd name="connsiteY403" fmla="*/ 291656 h 621411"/>
                <a:gd name="connsiteX404" fmla="*/ 369189 w 616458"/>
                <a:gd name="connsiteY404" fmla="*/ 291656 h 621411"/>
                <a:gd name="connsiteX405" fmla="*/ 350330 w 616458"/>
                <a:gd name="connsiteY405" fmla="*/ 310706 h 621411"/>
                <a:gd name="connsiteX406" fmla="*/ 369665 w 616458"/>
                <a:gd name="connsiteY406" fmla="*/ 329756 h 621411"/>
                <a:gd name="connsiteX407" fmla="*/ 388715 w 616458"/>
                <a:gd name="connsiteY407" fmla="*/ 310706 h 621411"/>
                <a:gd name="connsiteX408" fmla="*/ 369665 w 616458"/>
                <a:gd name="connsiteY408" fmla="*/ 291656 h 621411"/>
                <a:gd name="connsiteX409" fmla="*/ 259080 w 616458"/>
                <a:gd name="connsiteY409" fmla="*/ 165068 h 621411"/>
                <a:gd name="connsiteX410" fmla="*/ 308229 w 616458"/>
                <a:gd name="connsiteY410" fmla="*/ 115919 h 621411"/>
                <a:gd name="connsiteX411" fmla="*/ 357378 w 616458"/>
                <a:gd name="connsiteY411" fmla="*/ 165068 h 621411"/>
                <a:gd name="connsiteX412" fmla="*/ 367475 w 616458"/>
                <a:gd name="connsiteY412" fmla="*/ 169259 h 621411"/>
                <a:gd name="connsiteX413" fmla="*/ 377571 w 616458"/>
                <a:gd name="connsiteY413" fmla="*/ 165068 h 621411"/>
                <a:gd name="connsiteX414" fmla="*/ 377571 w 616458"/>
                <a:gd name="connsiteY414" fmla="*/ 144875 h 621411"/>
                <a:gd name="connsiteX415" fmla="*/ 318326 w 616458"/>
                <a:gd name="connsiteY415" fmla="*/ 85630 h 621411"/>
                <a:gd name="connsiteX416" fmla="*/ 298133 w 616458"/>
                <a:gd name="connsiteY416" fmla="*/ 85630 h 621411"/>
                <a:gd name="connsiteX417" fmla="*/ 238887 w 616458"/>
                <a:gd name="connsiteY417" fmla="*/ 144875 h 621411"/>
                <a:gd name="connsiteX418" fmla="*/ 238887 w 616458"/>
                <a:gd name="connsiteY418" fmla="*/ 165068 h 621411"/>
                <a:gd name="connsiteX419" fmla="*/ 259080 w 616458"/>
                <a:gd name="connsiteY419" fmla="*/ 165068 h 621411"/>
                <a:gd name="connsiteX420" fmla="*/ 357378 w 616458"/>
                <a:gd name="connsiteY420" fmla="*/ 456343 h 621411"/>
                <a:gd name="connsiteX421" fmla="*/ 308229 w 616458"/>
                <a:gd name="connsiteY421" fmla="*/ 505492 h 621411"/>
                <a:gd name="connsiteX422" fmla="*/ 259080 w 616458"/>
                <a:gd name="connsiteY422" fmla="*/ 456343 h 621411"/>
                <a:gd name="connsiteX423" fmla="*/ 238887 w 616458"/>
                <a:gd name="connsiteY423" fmla="*/ 456343 h 621411"/>
                <a:gd name="connsiteX424" fmla="*/ 238887 w 616458"/>
                <a:gd name="connsiteY424" fmla="*/ 476536 h 621411"/>
                <a:gd name="connsiteX425" fmla="*/ 298133 w 616458"/>
                <a:gd name="connsiteY425" fmla="*/ 535781 h 621411"/>
                <a:gd name="connsiteX426" fmla="*/ 308229 w 616458"/>
                <a:gd name="connsiteY426" fmla="*/ 539972 h 621411"/>
                <a:gd name="connsiteX427" fmla="*/ 318326 w 616458"/>
                <a:gd name="connsiteY427" fmla="*/ 535781 h 621411"/>
                <a:gd name="connsiteX428" fmla="*/ 377571 w 616458"/>
                <a:gd name="connsiteY428" fmla="*/ 476536 h 621411"/>
                <a:gd name="connsiteX429" fmla="*/ 377571 w 616458"/>
                <a:gd name="connsiteY429" fmla="*/ 456343 h 621411"/>
                <a:gd name="connsiteX430" fmla="*/ 357378 w 616458"/>
                <a:gd name="connsiteY430" fmla="*/ 456343 h 621411"/>
                <a:gd name="connsiteX431" fmla="*/ 308229 w 616458"/>
                <a:gd name="connsiteY431" fmla="*/ 416433 h 621411"/>
                <a:gd name="connsiteX432" fmla="*/ 289179 w 616458"/>
                <a:gd name="connsiteY432" fmla="*/ 435674 h 621411"/>
                <a:gd name="connsiteX433" fmla="*/ 308229 w 616458"/>
                <a:gd name="connsiteY433" fmla="*/ 454724 h 621411"/>
                <a:gd name="connsiteX434" fmla="*/ 327279 w 616458"/>
                <a:gd name="connsiteY434" fmla="*/ 435674 h 621411"/>
                <a:gd name="connsiteX435" fmla="*/ 327279 w 616458"/>
                <a:gd name="connsiteY435" fmla="*/ 435197 h 621411"/>
                <a:gd name="connsiteX436" fmla="*/ 308229 w 616458"/>
                <a:gd name="connsiteY436" fmla="*/ 416433 h 621411"/>
                <a:gd name="connsiteX437" fmla="*/ 327279 w 616458"/>
                <a:gd name="connsiteY437" fmla="*/ 371666 h 621411"/>
                <a:gd name="connsiteX438" fmla="*/ 308229 w 616458"/>
                <a:gd name="connsiteY438" fmla="*/ 352806 h 621411"/>
                <a:gd name="connsiteX439" fmla="*/ 289179 w 616458"/>
                <a:gd name="connsiteY439" fmla="*/ 372142 h 621411"/>
                <a:gd name="connsiteX440" fmla="*/ 308229 w 616458"/>
                <a:gd name="connsiteY440" fmla="*/ 391192 h 621411"/>
                <a:gd name="connsiteX441" fmla="*/ 327279 w 616458"/>
                <a:gd name="connsiteY441" fmla="*/ 372142 h 621411"/>
                <a:gd name="connsiteX442" fmla="*/ 327279 w 616458"/>
                <a:gd name="connsiteY442" fmla="*/ 371666 h 621411"/>
                <a:gd name="connsiteX443" fmla="*/ 308229 w 616458"/>
                <a:gd name="connsiteY443" fmla="*/ 166688 h 621411"/>
                <a:gd name="connsiteX444" fmla="*/ 289179 w 616458"/>
                <a:gd name="connsiteY444" fmla="*/ 185738 h 621411"/>
                <a:gd name="connsiteX445" fmla="*/ 289179 w 616458"/>
                <a:gd name="connsiteY445" fmla="*/ 186214 h 621411"/>
                <a:gd name="connsiteX446" fmla="*/ 308229 w 616458"/>
                <a:gd name="connsiteY446" fmla="*/ 204978 h 621411"/>
                <a:gd name="connsiteX447" fmla="*/ 327279 w 616458"/>
                <a:gd name="connsiteY447" fmla="*/ 185738 h 621411"/>
                <a:gd name="connsiteX448" fmla="*/ 308229 w 616458"/>
                <a:gd name="connsiteY448" fmla="*/ 166688 h 621411"/>
                <a:gd name="connsiteX449" fmla="*/ 308229 w 616458"/>
                <a:gd name="connsiteY449" fmla="*/ 230219 h 621411"/>
                <a:gd name="connsiteX450" fmla="*/ 289179 w 616458"/>
                <a:gd name="connsiteY450" fmla="*/ 249269 h 621411"/>
                <a:gd name="connsiteX451" fmla="*/ 289179 w 616458"/>
                <a:gd name="connsiteY451" fmla="*/ 249746 h 621411"/>
                <a:gd name="connsiteX452" fmla="*/ 308229 w 616458"/>
                <a:gd name="connsiteY452" fmla="*/ 268605 h 621411"/>
                <a:gd name="connsiteX453" fmla="*/ 327279 w 616458"/>
                <a:gd name="connsiteY453" fmla="*/ 249269 h 621411"/>
                <a:gd name="connsiteX454" fmla="*/ 308229 w 616458"/>
                <a:gd name="connsiteY454" fmla="*/ 230219 h 621411"/>
                <a:gd name="connsiteX455" fmla="*/ 247269 w 616458"/>
                <a:gd name="connsiteY455" fmla="*/ 329756 h 621411"/>
                <a:gd name="connsiteX456" fmla="*/ 266129 w 616458"/>
                <a:gd name="connsiteY456" fmla="*/ 310706 h 621411"/>
                <a:gd name="connsiteX457" fmla="*/ 246793 w 616458"/>
                <a:gd name="connsiteY457" fmla="*/ 291656 h 621411"/>
                <a:gd name="connsiteX458" fmla="*/ 227743 w 616458"/>
                <a:gd name="connsiteY458" fmla="*/ 310706 h 621411"/>
                <a:gd name="connsiteX459" fmla="*/ 246793 w 616458"/>
                <a:gd name="connsiteY459" fmla="*/ 329756 h 621411"/>
                <a:gd name="connsiteX460" fmla="*/ 247269 w 616458"/>
                <a:gd name="connsiteY460" fmla="*/ 329756 h 621411"/>
                <a:gd name="connsiteX461" fmla="*/ 183261 w 616458"/>
                <a:gd name="connsiteY461" fmla="*/ 291656 h 621411"/>
                <a:gd name="connsiteX462" fmla="*/ 164211 w 616458"/>
                <a:gd name="connsiteY462" fmla="*/ 310706 h 621411"/>
                <a:gd name="connsiteX463" fmla="*/ 183261 w 616458"/>
                <a:gd name="connsiteY463" fmla="*/ 329756 h 621411"/>
                <a:gd name="connsiteX464" fmla="*/ 183737 w 616458"/>
                <a:gd name="connsiteY464" fmla="*/ 329756 h 621411"/>
                <a:gd name="connsiteX465" fmla="*/ 202502 w 616458"/>
                <a:gd name="connsiteY465" fmla="*/ 310706 h 621411"/>
                <a:gd name="connsiteX466" fmla="*/ 183261 w 616458"/>
                <a:gd name="connsiteY466" fmla="*/ 291656 h 621411"/>
                <a:gd name="connsiteX467" fmla="*/ 113443 w 616458"/>
                <a:gd name="connsiteY467" fmla="*/ 310706 h 621411"/>
                <a:gd name="connsiteX468" fmla="*/ 162592 w 616458"/>
                <a:gd name="connsiteY468" fmla="*/ 261557 h 621411"/>
                <a:gd name="connsiteX469" fmla="*/ 166783 w 616458"/>
                <a:gd name="connsiteY469" fmla="*/ 251460 h 621411"/>
                <a:gd name="connsiteX470" fmla="*/ 162592 w 616458"/>
                <a:gd name="connsiteY470" fmla="*/ 241364 h 621411"/>
                <a:gd name="connsiteX471" fmla="*/ 142399 w 616458"/>
                <a:gd name="connsiteY471" fmla="*/ 241364 h 621411"/>
                <a:gd name="connsiteX472" fmla="*/ 83153 w 616458"/>
                <a:gd name="connsiteY472" fmla="*/ 300609 h 621411"/>
                <a:gd name="connsiteX473" fmla="*/ 83153 w 616458"/>
                <a:gd name="connsiteY473" fmla="*/ 320802 h 621411"/>
                <a:gd name="connsiteX474" fmla="*/ 142399 w 616458"/>
                <a:gd name="connsiteY474" fmla="*/ 380048 h 621411"/>
                <a:gd name="connsiteX475" fmla="*/ 162592 w 616458"/>
                <a:gd name="connsiteY475" fmla="*/ 380048 h 621411"/>
                <a:gd name="connsiteX476" fmla="*/ 162592 w 616458"/>
                <a:gd name="connsiteY476" fmla="*/ 359855 h 621411"/>
                <a:gd name="connsiteX477" fmla="*/ 113443 w 616458"/>
                <a:gd name="connsiteY477" fmla="*/ 310706 h 62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</a:cxnLst>
              <a:rect l="l" t="t" r="r" b="b"/>
              <a:pathLst>
                <a:path w="616458" h="621411">
                  <a:moveTo>
                    <a:pt x="533305" y="300609"/>
                  </a:moveTo>
                  <a:lnTo>
                    <a:pt x="474059" y="241364"/>
                  </a:lnTo>
                  <a:cubicBezTo>
                    <a:pt x="468440" y="235744"/>
                    <a:pt x="459391" y="235744"/>
                    <a:pt x="453866" y="241364"/>
                  </a:cubicBezTo>
                  <a:cubicBezTo>
                    <a:pt x="448246" y="246888"/>
                    <a:pt x="448246" y="255937"/>
                    <a:pt x="453866" y="261557"/>
                  </a:cubicBezTo>
                  <a:lnTo>
                    <a:pt x="503015" y="310706"/>
                  </a:lnTo>
                  <a:lnTo>
                    <a:pt x="453866" y="359855"/>
                  </a:lnTo>
                  <a:cubicBezTo>
                    <a:pt x="448246" y="365474"/>
                    <a:pt x="448246" y="374523"/>
                    <a:pt x="453866" y="380048"/>
                  </a:cubicBezTo>
                  <a:cubicBezTo>
                    <a:pt x="459391" y="385667"/>
                    <a:pt x="468440" y="385667"/>
                    <a:pt x="474059" y="380048"/>
                  </a:cubicBezTo>
                  <a:lnTo>
                    <a:pt x="533305" y="320802"/>
                  </a:lnTo>
                  <a:cubicBezTo>
                    <a:pt x="536162" y="318040"/>
                    <a:pt x="537496" y="314325"/>
                    <a:pt x="537496" y="310706"/>
                  </a:cubicBezTo>
                  <a:cubicBezTo>
                    <a:pt x="537496" y="307086"/>
                    <a:pt x="536162" y="303371"/>
                    <a:pt x="533305" y="300609"/>
                  </a:cubicBezTo>
                  <a:close/>
                  <a:moveTo>
                    <a:pt x="433197" y="291656"/>
                  </a:moveTo>
                  <a:lnTo>
                    <a:pt x="432721" y="291656"/>
                  </a:lnTo>
                  <a:cubicBezTo>
                    <a:pt x="422243" y="291656"/>
                    <a:pt x="413957" y="300228"/>
                    <a:pt x="413957" y="310706"/>
                  </a:cubicBezTo>
                  <a:cubicBezTo>
                    <a:pt x="413957" y="321183"/>
                    <a:pt x="422719" y="329756"/>
                    <a:pt x="433197" y="329756"/>
                  </a:cubicBezTo>
                  <a:cubicBezTo>
                    <a:pt x="443675" y="329756"/>
                    <a:pt x="452247" y="321183"/>
                    <a:pt x="452247" y="310706"/>
                  </a:cubicBezTo>
                  <a:cubicBezTo>
                    <a:pt x="452247" y="300228"/>
                    <a:pt x="443770" y="291656"/>
                    <a:pt x="433197" y="291656"/>
                  </a:cubicBezTo>
                  <a:close/>
                  <a:moveTo>
                    <a:pt x="369665" y="291656"/>
                  </a:moveTo>
                  <a:lnTo>
                    <a:pt x="369189" y="291656"/>
                  </a:lnTo>
                  <a:cubicBezTo>
                    <a:pt x="358616" y="291656"/>
                    <a:pt x="350330" y="300228"/>
                    <a:pt x="350330" y="310706"/>
                  </a:cubicBezTo>
                  <a:cubicBezTo>
                    <a:pt x="350330" y="321183"/>
                    <a:pt x="359092" y="329756"/>
                    <a:pt x="369665" y="329756"/>
                  </a:cubicBezTo>
                  <a:cubicBezTo>
                    <a:pt x="380238" y="329756"/>
                    <a:pt x="388715" y="321183"/>
                    <a:pt x="388715" y="310706"/>
                  </a:cubicBezTo>
                  <a:cubicBezTo>
                    <a:pt x="388715" y="300228"/>
                    <a:pt x="380143" y="291656"/>
                    <a:pt x="369665" y="291656"/>
                  </a:cubicBezTo>
                  <a:close/>
                  <a:moveTo>
                    <a:pt x="259080" y="165068"/>
                  </a:moveTo>
                  <a:lnTo>
                    <a:pt x="308229" y="115919"/>
                  </a:lnTo>
                  <a:lnTo>
                    <a:pt x="357378" y="165068"/>
                  </a:lnTo>
                  <a:cubicBezTo>
                    <a:pt x="360236" y="167831"/>
                    <a:pt x="363855" y="169259"/>
                    <a:pt x="367475" y="169259"/>
                  </a:cubicBezTo>
                  <a:cubicBezTo>
                    <a:pt x="371094" y="169259"/>
                    <a:pt x="374809" y="167831"/>
                    <a:pt x="377571" y="165068"/>
                  </a:cubicBezTo>
                  <a:cubicBezTo>
                    <a:pt x="383191" y="159544"/>
                    <a:pt x="383191" y="150495"/>
                    <a:pt x="377571" y="144875"/>
                  </a:cubicBezTo>
                  <a:lnTo>
                    <a:pt x="318326" y="85630"/>
                  </a:lnTo>
                  <a:cubicBezTo>
                    <a:pt x="312706" y="80010"/>
                    <a:pt x="303752" y="80010"/>
                    <a:pt x="298133" y="85630"/>
                  </a:cubicBezTo>
                  <a:lnTo>
                    <a:pt x="238887" y="144875"/>
                  </a:lnTo>
                  <a:cubicBezTo>
                    <a:pt x="233267" y="150495"/>
                    <a:pt x="233267" y="159544"/>
                    <a:pt x="238887" y="165068"/>
                  </a:cubicBezTo>
                  <a:cubicBezTo>
                    <a:pt x="244412" y="170688"/>
                    <a:pt x="253460" y="170688"/>
                    <a:pt x="259080" y="165068"/>
                  </a:cubicBezTo>
                  <a:close/>
                  <a:moveTo>
                    <a:pt x="357378" y="456343"/>
                  </a:moveTo>
                  <a:lnTo>
                    <a:pt x="308229" y="505492"/>
                  </a:lnTo>
                  <a:lnTo>
                    <a:pt x="259080" y="456343"/>
                  </a:lnTo>
                  <a:cubicBezTo>
                    <a:pt x="253460" y="450723"/>
                    <a:pt x="244412" y="450723"/>
                    <a:pt x="238887" y="456343"/>
                  </a:cubicBezTo>
                  <a:cubicBezTo>
                    <a:pt x="233267" y="461867"/>
                    <a:pt x="233267" y="470916"/>
                    <a:pt x="238887" y="476536"/>
                  </a:cubicBezTo>
                  <a:lnTo>
                    <a:pt x="298133" y="535781"/>
                  </a:lnTo>
                  <a:cubicBezTo>
                    <a:pt x="300895" y="538639"/>
                    <a:pt x="304610" y="539972"/>
                    <a:pt x="308229" y="539972"/>
                  </a:cubicBezTo>
                  <a:cubicBezTo>
                    <a:pt x="311849" y="539972"/>
                    <a:pt x="315563" y="538639"/>
                    <a:pt x="318326" y="535781"/>
                  </a:cubicBezTo>
                  <a:lnTo>
                    <a:pt x="377571" y="476536"/>
                  </a:lnTo>
                  <a:cubicBezTo>
                    <a:pt x="383191" y="470916"/>
                    <a:pt x="383191" y="461867"/>
                    <a:pt x="377571" y="456343"/>
                  </a:cubicBezTo>
                  <a:cubicBezTo>
                    <a:pt x="372046" y="450723"/>
                    <a:pt x="362998" y="450723"/>
                    <a:pt x="357378" y="456343"/>
                  </a:cubicBezTo>
                  <a:close/>
                  <a:moveTo>
                    <a:pt x="308229" y="416433"/>
                  </a:moveTo>
                  <a:cubicBezTo>
                    <a:pt x="297752" y="416433"/>
                    <a:pt x="289179" y="425196"/>
                    <a:pt x="289179" y="435674"/>
                  </a:cubicBezTo>
                  <a:cubicBezTo>
                    <a:pt x="289179" y="446151"/>
                    <a:pt x="297752" y="454724"/>
                    <a:pt x="308229" y="454724"/>
                  </a:cubicBezTo>
                  <a:cubicBezTo>
                    <a:pt x="318707" y="454724"/>
                    <a:pt x="327279" y="446246"/>
                    <a:pt x="327279" y="435674"/>
                  </a:cubicBezTo>
                  <a:lnTo>
                    <a:pt x="327279" y="435197"/>
                  </a:lnTo>
                  <a:cubicBezTo>
                    <a:pt x="327279" y="424720"/>
                    <a:pt x="318707" y="416433"/>
                    <a:pt x="308229" y="416433"/>
                  </a:cubicBezTo>
                  <a:close/>
                  <a:moveTo>
                    <a:pt x="327279" y="371666"/>
                  </a:moveTo>
                  <a:cubicBezTo>
                    <a:pt x="327279" y="361093"/>
                    <a:pt x="318707" y="352806"/>
                    <a:pt x="308229" y="352806"/>
                  </a:cubicBezTo>
                  <a:cubicBezTo>
                    <a:pt x="297752" y="352806"/>
                    <a:pt x="289179" y="361569"/>
                    <a:pt x="289179" y="372142"/>
                  </a:cubicBezTo>
                  <a:cubicBezTo>
                    <a:pt x="289179" y="382715"/>
                    <a:pt x="297752" y="391192"/>
                    <a:pt x="308229" y="391192"/>
                  </a:cubicBezTo>
                  <a:cubicBezTo>
                    <a:pt x="318707" y="391192"/>
                    <a:pt x="327279" y="382619"/>
                    <a:pt x="327279" y="372142"/>
                  </a:cubicBezTo>
                  <a:lnTo>
                    <a:pt x="327279" y="371666"/>
                  </a:lnTo>
                  <a:close/>
                  <a:moveTo>
                    <a:pt x="308229" y="166688"/>
                  </a:moveTo>
                  <a:cubicBezTo>
                    <a:pt x="297752" y="166688"/>
                    <a:pt x="289179" y="175165"/>
                    <a:pt x="289179" y="185738"/>
                  </a:cubicBezTo>
                  <a:lnTo>
                    <a:pt x="289179" y="186214"/>
                  </a:lnTo>
                  <a:cubicBezTo>
                    <a:pt x="289179" y="196691"/>
                    <a:pt x="297752" y="204978"/>
                    <a:pt x="308229" y="204978"/>
                  </a:cubicBezTo>
                  <a:cubicBezTo>
                    <a:pt x="318707" y="204978"/>
                    <a:pt x="327279" y="196215"/>
                    <a:pt x="327279" y="185738"/>
                  </a:cubicBezTo>
                  <a:cubicBezTo>
                    <a:pt x="327279" y="175260"/>
                    <a:pt x="318707" y="166688"/>
                    <a:pt x="308229" y="166688"/>
                  </a:cubicBezTo>
                  <a:close/>
                  <a:moveTo>
                    <a:pt x="308229" y="230219"/>
                  </a:moveTo>
                  <a:cubicBezTo>
                    <a:pt x="297752" y="230219"/>
                    <a:pt x="289179" y="238792"/>
                    <a:pt x="289179" y="249269"/>
                  </a:cubicBezTo>
                  <a:lnTo>
                    <a:pt x="289179" y="249746"/>
                  </a:lnTo>
                  <a:cubicBezTo>
                    <a:pt x="289179" y="260318"/>
                    <a:pt x="297752" y="268605"/>
                    <a:pt x="308229" y="268605"/>
                  </a:cubicBezTo>
                  <a:cubicBezTo>
                    <a:pt x="318707" y="268605"/>
                    <a:pt x="327279" y="259842"/>
                    <a:pt x="327279" y="249269"/>
                  </a:cubicBezTo>
                  <a:cubicBezTo>
                    <a:pt x="327279" y="238697"/>
                    <a:pt x="318707" y="230219"/>
                    <a:pt x="308229" y="230219"/>
                  </a:cubicBezTo>
                  <a:close/>
                  <a:moveTo>
                    <a:pt x="247269" y="329756"/>
                  </a:moveTo>
                  <a:cubicBezTo>
                    <a:pt x="257842" y="329756"/>
                    <a:pt x="266129" y="321183"/>
                    <a:pt x="266129" y="310706"/>
                  </a:cubicBezTo>
                  <a:cubicBezTo>
                    <a:pt x="266129" y="300228"/>
                    <a:pt x="257366" y="291656"/>
                    <a:pt x="246793" y="291656"/>
                  </a:cubicBezTo>
                  <a:cubicBezTo>
                    <a:pt x="236220" y="291656"/>
                    <a:pt x="227743" y="300228"/>
                    <a:pt x="227743" y="310706"/>
                  </a:cubicBezTo>
                  <a:cubicBezTo>
                    <a:pt x="227743" y="321183"/>
                    <a:pt x="236315" y="329756"/>
                    <a:pt x="246793" y="329756"/>
                  </a:cubicBezTo>
                  <a:lnTo>
                    <a:pt x="247269" y="329756"/>
                  </a:lnTo>
                  <a:close/>
                  <a:moveTo>
                    <a:pt x="183261" y="291656"/>
                  </a:moveTo>
                  <a:cubicBezTo>
                    <a:pt x="172688" y="291656"/>
                    <a:pt x="164211" y="300228"/>
                    <a:pt x="164211" y="310706"/>
                  </a:cubicBezTo>
                  <a:cubicBezTo>
                    <a:pt x="164211" y="321183"/>
                    <a:pt x="172688" y="329756"/>
                    <a:pt x="183261" y="329756"/>
                  </a:cubicBezTo>
                  <a:lnTo>
                    <a:pt x="183737" y="329756"/>
                  </a:lnTo>
                  <a:cubicBezTo>
                    <a:pt x="194215" y="329756"/>
                    <a:pt x="202502" y="321183"/>
                    <a:pt x="202502" y="310706"/>
                  </a:cubicBezTo>
                  <a:cubicBezTo>
                    <a:pt x="202502" y="300228"/>
                    <a:pt x="193739" y="291656"/>
                    <a:pt x="183261" y="291656"/>
                  </a:cubicBezTo>
                  <a:close/>
                  <a:moveTo>
                    <a:pt x="113443" y="310706"/>
                  </a:moveTo>
                  <a:lnTo>
                    <a:pt x="162592" y="261557"/>
                  </a:lnTo>
                  <a:cubicBezTo>
                    <a:pt x="165354" y="258699"/>
                    <a:pt x="166783" y="255080"/>
                    <a:pt x="166783" y="251460"/>
                  </a:cubicBezTo>
                  <a:cubicBezTo>
                    <a:pt x="166783" y="247841"/>
                    <a:pt x="165354" y="244126"/>
                    <a:pt x="162592" y="241364"/>
                  </a:cubicBezTo>
                  <a:cubicBezTo>
                    <a:pt x="157067" y="235744"/>
                    <a:pt x="148019" y="235744"/>
                    <a:pt x="142399" y="241364"/>
                  </a:cubicBezTo>
                  <a:lnTo>
                    <a:pt x="83153" y="300609"/>
                  </a:lnTo>
                  <a:cubicBezTo>
                    <a:pt x="77533" y="306229"/>
                    <a:pt x="77533" y="315182"/>
                    <a:pt x="83153" y="320802"/>
                  </a:cubicBezTo>
                  <a:lnTo>
                    <a:pt x="142399" y="380048"/>
                  </a:lnTo>
                  <a:cubicBezTo>
                    <a:pt x="148019" y="385667"/>
                    <a:pt x="157067" y="385667"/>
                    <a:pt x="162592" y="380048"/>
                  </a:cubicBezTo>
                  <a:cubicBezTo>
                    <a:pt x="168212" y="374523"/>
                    <a:pt x="168212" y="365474"/>
                    <a:pt x="162592" y="359855"/>
                  </a:cubicBezTo>
                  <a:lnTo>
                    <a:pt x="113443" y="310706"/>
                  </a:lnTo>
                  <a:close/>
                  <a:moveTo>
                    <a:pt x="533114" y="0"/>
                  </a:moveTo>
                  <a:lnTo>
                    <a:pt x="83344" y="0"/>
                  </a:lnTo>
                  <a:cubicBezTo>
                    <a:pt x="37433" y="0"/>
                    <a:pt x="0" y="37338"/>
                    <a:pt x="0" y="83344"/>
                  </a:cubicBezTo>
                  <a:lnTo>
                    <a:pt x="0" y="538067"/>
                  </a:lnTo>
                  <a:cubicBezTo>
                    <a:pt x="0" y="584073"/>
                    <a:pt x="37433" y="621411"/>
                    <a:pt x="83344" y="621411"/>
                  </a:cubicBezTo>
                  <a:lnTo>
                    <a:pt x="533114" y="621411"/>
                  </a:lnTo>
                  <a:cubicBezTo>
                    <a:pt x="579025" y="621411"/>
                    <a:pt x="616458" y="584073"/>
                    <a:pt x="616458" y="538067"/>
                  </a:cubicBezTo>
                  <a:lnTo>
                    <a:pt x="616458" y="83344"/>
                  </a:lnTo>
                  <a:cubicBezTo>
                    <a:pt x="616458" y="37338"/>
                    <a:pt x="579025" y="0"/>
                    <a:pt x="533114" y="0"/>
                  </a:cubicBezTo>
                  <a:close/>
                  <a:moveTo>
                    <a:pt x="587883" y="538067"/>
                  </a:moveTo>
                  <a:cubicBezTo>
                    <a:pt x="587883" y="568262"/>
                    <a:pt x="563309" y="592836"/>
                    <a:pt x="533114" y="592836"/>
                  </a:cubicBezTo>
                  <a:lnTo>
                    <a:pt x="83344" y="592836"/>
                  </a:lnTo>
                  <a:cubicBezTo>
                    <a:pt x="53150" y="592836"/>
                    <a:pt x="28575" y="568262"/>
                    <a:pt x="28575" y="538067"/>
                  </a:cubicBezTo>
                  <a:lnTo>
                    <a:pt x="28575" y="83344"/>
                  </a:lnTo>
                  <a:cubicBezTo>
                    <a:pt x="28575" y="53150"/>
                    <a:pt x="53150" y="28575"/>
                    <a:pt x="83344" y="28575"/>
                  </a:cubicBezTo>
                  <a:lnTo>
                    <a:pt x="533114" y="28575"/>
                  </a:lnTo>
                  <a:cubicBezTo>
                    <a:pt x="563309" y="28575"/>
                    <a:pt x="587883" y="53150"/>
                    <a:pt x="587883" y="83344"/>
                  </a:cubicBezTo>
                  <a:lnTo>
                    <a:pt x="587883" y="538067"/>
                  </a:lnTo>
                  <a:close/>
                  <a:moveTo>
                    <a:pt x="474059" y="241364"/>
                  </a:moveTo>
                  <a:cubicBezTo>
                    <a:pt x="468440" y="235744"/>
                    <a:pt x="459391" y="235744"/>
                    <a:pt x="453866" y="241364"/>
                  </a:cubicBezTo>
                  <a:cubicBezTo>
                    <a:pt x="448246" y="246888"/>
                    <a:pt x="448246" y="255937"/>
                    <a:pt x="453866" y="261557"/>
                  </a:cubicBezTo>
                  <a:lnTo>
                    <a:pt x="503015" y="310706"/>
                  </a:lnTo>
                  <a:lnTo>
                    <a:pt x="453866" y="359855"/>
                  </a:lnTo>
                  <a:cubicBezTo>
                    <a:pt x="448246" y="365474"/>
                    <a:pt x="448246" y="374523"/>
                    <a:pt x="453866" y="380048"/>
                  </a:cubicBezTo>
                  <a:cubicBezTo>
                    <a:pt x="459391" y="385667"/>
                    <a:pt x="468440" y="385667"/>
                    <a:pt x="474059" y="380048"/>
                  </a:cubicBezTo>
                  <a:lnTo>
                    <a:pt x="533305" y="320802"/>
                  </a:lnTo>
                  <a:cubicBezTo>
                    <a:pt x="536162" y="318040"/>
                    <a:pt x="537496" y="314325"/>
                    <a:pt x="537496" y="310706"/>
                  </a:cubicBezTo>
                  <a:cubicBezTo>
                    <a:pt x="537496" y="307086"/>
                    <a:pt x="536162" y="303371"/>
                    <a:pt x="533305" y="300609"/>
                  </a:cubicBezTo>
                  <a:lnTo>
                    <a:pt x="474059" y="241364"/>
                  </a:lnTo>
                  <a:close/>
                  <a:moveTo>
                    <a:pt x="433197" y="291656"/>
                  </a:moveTo>
                  <a:lnTo>
                    <a:pt x="432721" y="291656"/>
                  </a:lnTo>
                  <a:cubicBezTo>
                    <a:pt x="422243" y="291656"/>
                    <a:pt x="413957" y="300228"/>
                    <a:pt x="413957" y="310706"/>
                  </a:cubicBezTo>
                  <a:cubicBezTo>
                    <a:pt x="413957" y="321183"/>
                    <a:pt x="422719" y="329756"/>
                    <a:pt x="433197" y="329756"/>
                  </a:cubicBezTo>
                  <a:cubicBezTo>
                    <a:pt x="443675" y="329756"/>
                    <a:pt x="452247" y="321183"/>
                    <a:pt x="452247" y="310706"/>
                  </a:cubicBezTo>
                  <a:cubicBezTo>
                    <a:pt x="452247" y="300228"/>
                    <a:pt x="443770" y="291656"/>
                    <a:pt x="433197" y="291656"/>
                  </a:cubicBezTo>
                  <a:close/>
                  <a:moveTo>
                    <a:pt x="369665" y="291656"/>
                  </a:moveTo>
                  <a:lnTo>
                    <a:pt x="369189" y="291656"/>
                  </a:lnTo>
                  <a:cubicBezTo>
                    <a:pt x="358616" y="291656"/>
                    <a:pt x="350330" y="300228"/>
                    <a:pt x="350330" y="310706"/>
                  </a:cubicBezTo>
                  <a:cubicBezTo>
                    <a:pt x="350330" y="321183"/>
                    <a:pt x="359092" y="329756"/>
                    <a:pt x="369665" y="329756"/>
                  </a:cubicBezTo>
                  <a:cubicBezTo>
                    <a:pt x="380238" y="329756"/>
                    <a:pt x="388715" y="321183"/>
                    <a:pt x="388715" y="310706"/>
                  </a:cubicBezTo>
                  <a:cubicBezTo>
                    <a:pt x="388715" y="300228"/>
                    <a:pt x="380143" y="291656"/>
                    <a:pt x="369665" y="291656"/>
                  </a:cubicBezTo>
                  <a:close/>
                  <a:moveTo>
                    <a:pt x="259080" y="165068"/>
                  </a:moveTo>
                  <a:lnTo>
                    <a:pt x="308229" y="115919"/>
                  </a:lnTo>
                  <a:lnTo>
                    <a:pt x="357378" y="165068"/>
                  </a:lnTo>
                  <a:cubicBezTo>
                    <a:pt x="360236" y="167831"/>
                    <a:pt x="363855" y="169259"/>
                    <a:pt x="367475" y="169259"/>
                  </a:cubicBezTo>
                  <a:cubicBezTo>
                    <a:pt x="371094" y="169259"/>
                    <a:pt x="374809" y="167831"/>
                    <a:pt x="377571" y="165068"/>
                  </a:cubicBezTo>
                  <a:cubicBezTo>
                    <a:pt x="383191" y="159544"/>
                    <a:pt x="383191" y="150495"/>
                    <a:pt x="377571" y="144875"/>
                  </a:cubicBezTo>
                  <a:lnTo>
                    <a:pt x="318326" y="85630"/>
                  </a:lnTo>
                  <a:cubicBezTo>
                    <a:pt x="312706" y="80010"/>
                    <a:pt x="303752" y="80010"/>
                    <a:pt x="298133" y="85630"/>
                  </a:cubicBezTo>
                  <a:lnTo>
                    <a:pt x="238887" y="144875"/>
                  </a:lnTo>
                  <a:cubicBezTo>
                    <a:pt x="233267" y="150495"/>
                    <a:pt x="233267" y="159544"/>
                    <a:pt x="238887" y="165068"/>
                  </a:cubicBezTo>
                  <a:cubicBezTo>
                    <a:pt x="244412" y="170688"/>
                    <a:pt x="253460" y="170688"/>
                    <a:pt x="259080" y="165068"/>
                  </a:cubicBezTo>
                  <a:close/>
                  <a:moveTo>
                    <a:pt x="357378" y="456343"/>
                  </a:moveTo>
                  <a:lnTo>
                    <a:pt x="308229" y="505492"/>
                  </a:lnTo>
                  <a:lnTo>
                    <a:pt x="259080" y="456343"/>
                  </a:lnTo>
                  <a:cubicBezTo>
                    <a:pt x="253460" y="450723"/>
                    <a:pt x="244412" y="450723"/>
                    <a:pt x="238887" y="456343"/>
                  </a:cubicBezTo>
                  <a:cubicBezTo>
                    <a:pt x="233267" y="461867"/>
                    <a:pt x="233267" y="470916"/>
                    <a:pt x="238887" y="476536"/>
                  </a:cubicBezTo>
                  <a:lnTo>
                    <a:pt x="298133" y="535781"/>
                  </a:lnTo>
                  <a:cubicBezTo>
                    <a:pt x="300895" y="538639"/>
                    <a:pt x="304610" y="539972"/>
                    <a:pt x="308229" y="539972"/>
                  </a:cubicBezTo>
                  <a:cubicBezTo>
                    <a:pt x="311849" y="539972"/>
                    <a:pt x="315563" y="538639"/>
                    <a:pt x="318326" y="535781"/>
                  </a:cubicBezTo>
                  <a:lnTo>
                    <a:pt x="377571" y="476536"/>
                  </a:lnTo>
                  <a:cubicBezTo>
                    <a:pt x="383191" y="470916"/>
                    <a:pt x="383191" y="461867"/>
                    <a:pt x="377571" y="456343"/>
                  </a:cubicBezTo>
                  <a:cubicBezTo>
                    <a:pt x="372046" y="450723"/>
                    <a:pt x="362998" y="450723"/>
                    <a:pt x="357378" y="456343"/>
                  </a:cubicBezTo>
                  <a:close/>
                  <a:moveTo>
                    <a:pt x="308229" y="416433"/>
                  </a:moveTo>
                  <a:cubicBezTo>
                    <a:pt x="297752" y="416433"/>
                    <a:pt x="289179" y="425196"/>
                    <a:pt x="289179" y="435674"/>
                  </a:cubicBezTo>
                  <a:cubicBezTo>
                    <a:pt x="289179" y="446151"/>
                    <a:pt x="297752" y="454724"/>
                    <a:pt x="308229" y="454724"/>
                  </a:cubicBezTo>
                  <a:cubicBezTo>
                    <a:pt x="318707" y="454724"/>
                    <a:pt x="327279" y="446246"/>
                    <a:pt x="327279" y="435674"/>
                  </a:cubicBezTo>
                  <a:lnTo>
                    <a:pt x="327279" y="435197"/>
                  </a:lnTo>
                  <a:cubicBezTo>
                    <a:pt x="327279" y="424720"/>
                    <a:pt x="318707" y="416433"/>
                    <a:pt x="308229" y="416433"/>
                  </a:cubicBezTo>
                  <a:close/>
                  <a:moveTo>
                    <a:pt x="327279" y="371666"/>
                  </a:moveTo>
                  <a:cubicBezTo>
                    <a:pt x="327279" y="361093"/>
                    <a:pt x="318707" y="352806"/>
                    <a:pt x="308229" y="352806"/>
                  </a:cubicBezTo>
                  <a:cubicBezTo>
                    <a:pt x="297752" y="352806"/>
                    <a:pt x="289179" y="361569"/>
                    <a:pt x="289179" y="372142"/>
                  </a:cubicBezTo>
                  <a:cubicBezTo>
                    <a:pt x="289179" y="382715"/>
                    <a:pt x="297752" y="391192"/>
                    <a:pt x="308229" y="391192"/>
                  </a:cubicBezTo>
                  <a:cubicBezTo>
                    <a:pt x="318707" y="391192"/>
                    <a:pt x="327279" y="382619"/>
                    <a:pt x="327279" y="372142"/>
                  </a:cubicBezTo>
                  <a:lnTo>
                    <a:pt x="327279" y="371666"/>
                  </a:lnTo>
                  <a:close/>
                  <a:moveTo>
                    <a:pt x="308229" y="166688"/>
                  </a:moveTo>
                  <a:cubicBezTo>
                    <a:pt x="297752" y="166688"/>
                    <a:pt x="289179" y="175165"/>
                    <a:pt x="289179" y="185738"/>
                  </a:cubicBezTo>
                  <a:lnTo>
                    <a:pt x="289179" y="186214"/>
                  </a:lnTo>
                  <a:cubicBezTo>
                    <a:pt x="289179" y="196691"/>
                    <a:pt x="297752" y="204978"/>
                    <a:pt x="308229" y="204978"/>
                  </a:cubicBezTo>
                  <a:cubicBezTo>
                    <a:pt x="318707" y="204978"/>
                    <a:pt x="327279" y="196215"/>
                    <a:pt x="327279" y="185738"/>
                  </a:cubicBezTo>
                  <a:cubicBezTo>
                    <a:pt x="327279" y="175260"/>
                    <a:pt x="318707" y="166688"/>
                    <a:pt x="308229" y="166688"/>
                  </a:cubicBezTo>
                  <a:close/>
                  <a:moveTo>
                    <a:pt x="308229" y="230219"/>
                  </a:moveTo>
                  <a:cubicBezTo>
                    <a:pt x="297752" y="230219"/>
                    <a:pt x="289179" y="238792"/>
                    <a:pt x="289179" y="249269"/>
                  </a:cubicBezTo>
                  <a:lnTo>
                    <a:pt x="289179" y="249746"/>
                  </a:lnTo>
                  <a:cubicBezTo>
                    <a:pt x="289179" y="260318"/>
                    <a:pt x="297752" y="268605"/>
                    <a:pt x="308229" y="268605"/>
                  </a:cubicBezTo>
                  <a:cubicBezTo>
                    <a:pt x="318707" y="268605"/>
                    <a:pt x="327279" y="259842"/>
                    <a:pt x="327279" y="249269"/>
                  </a:cubicBezTo>
                  <a:cubicBezTo>
                    <a:pt x="327279" y="238697"/>
                    <a:pt x="318707" y="230219"/>
                    <a:pt x="308229" y="230219"/>
                  </a:cubicBezTo>
                  <a:close/>
                  <a:moveTo>
                    <a:pt x="247269" y="329756"/>
                  </a:moveTo>
                  <a:cubicBezTo>
                    <a:pt x="257842" y="329756"/>
                    <a:pt x="266129" y="321183"/>
                    <a:pt x="266129" y="310706"/>
                  </a:cubicBezTo>
                  <a:cubicBezTo>
                    <a:pt x="266129" y="300228"/>
                    <a:pt x="257366" y="291656"/>
                    <a:pt x="246793" y="291656"/>
                  </a:cubicBezTo>
                  <a:cubicBezTo>
                    <a:pt x="236220" y="291656"/>
                    <a:pt x="227743" y="300228"/>
                    <a:pt x="227743" y="310706"/>
                  </a:cubicBezTo>
                  <a:cubicBezTo>
                    <a:pt x="227743" y="321183"/>
                    <a:pt x="236315" y="329756"/>
                    <a:pt x="246793" y="329756"/>
                  </a:cubicBezTo>
                  <a:lnTo>
                    <a:pt x="247269" y="329756"/>
                  </a:lnTo>
                  <a:close/>
                  <a:moveTo>
                    <a:pt x="183261" y="291656"/>
                  </a:moveTo>
                  <a:cubicBezTo>
                    <a:pt x="172688" y="291656"/>
                    <a:pt x="164211" y="300228"/>
                    <a:pt x="164211" y="310706"/>
                  </a:cubicBezTo>
                  <a:cubicBezTo>
                    <a:pt x="164211" y="321183"/>
                    <a:pt x="172688" y="329756"/>
                    <a:pt x="183261" y="329756"/>
                  </a:cubicBezTo>
                  <a:lnTo>
                    <a:pt x="183737" y="329756"/>
                  </a:lnTo>
                  <a:cubicBezTo>
                    <a:pt x="194215" y="329756"/>
                    <a:pt x="202502" y="321183"/>
                    <a:pt x="202502" y="310706"/>
                  </a:cubicBezTo>
                  <a:cubicBezTo>
                    <a:pt x="202502" y="300228"/>
                    <a:pt x="193739" y="291656"/>
                    <a:pt x="183261" y="291656"/>
                  </a:cubicBezTo>
                  <a:close/>
                  <a:moveTo>
                    <a:pt x="113443" y="310706"/>
                  </a:moveTo>
                  <a:lnTo>
                    <a:pt x="162592" y="261557"/>
                  </a:lnTo>
                  <a:cubicBezTo>
                    <a:pt x="165354" y="258699"/>
                    <a:pt x="166783" y="255080"/>
                    <a:pt x="166783" y="251460"/>
                  </a:cubicBezTo>
                  <a:cubicBezTo>
                    <a:pt x="166783" y="247841"/>
                    <a:pt x="165354" y="244126"/>
                    <a:pt x="162592" y="241364"/>
                  </a:cubicBezTo>
                  <a:cubicBezTo>
                    <a:pt x="157067" y="235744"/>
                    <a:pt x="148019" y="235744"/>
                    <a:pt x="142399" y="241364"/>
                  </a:cubicBezTo>
                  <a:lnTo>
                    <a:pt x="83153" y="300609"/>
                  </a:lnTo>
                  <a:cubicBezTo>
                    <a:pt x="77533" y="306229"/>
                    <a:pt x="77533" y="315182"/>
                    <a:pt x="83153" y="320802"/>
                  </a:cubicBezTo>
                  <a:lnTo>
                    <a:pt x="142399" y="380048"/>
                  </a:lnTo>
                  <a:cubicBezTo>
                    <a:pt x="148019" y="385667"/>
                    <a:pt x="157067" y="385667"/>
                    <a:pt x="162592" y="380048"/>
                  </a:cubicBezTo>
                  <a:cubicBezTo>
                    <a:pt x="168212" y="374523"/>
                    <a:pt x="168212" y="365474"/>
                    <a:pt x="162592" y="359855"/>
                  </a:cubicBezTo>
                  <a:lnTo>
                    <a:pt x="113443" y="310706"/>
                  </a:lnTo>
                  <a:close/>
                  <a:moveTo>
                    <a:pt x="433197" y="291656"/>
                  </a:moveTo>
                  <a:lnTo>
                    <a:pt x="432721" y="291656"/>
                  </a:lnTo>
                  <a:cubicBezTo>
                    <a:pt x="422243" y="291656"/>
                    <a:pt x="413957" y="300228"/>
                    <a:pt x="413957" y="310706"/>
                  </a:cubicBezTo>
                  <a:cubicBezTo>
                    <a:pt x="413957" y="321183"/>
                    <a:pt x="422719" y="329756"/>
                    <a:pt x="433197" y="329756"/>
                  </a:cubicBezTo>
                  <a:cubicBezTo>
                    <a:pt x="443675" y="329756"/>
                    <a:pt x="452247" y="321183"/>
                    <a:pt x="452247" y="310706"/>
                  </a:cubicBezTo>
                  <a:cubicBezTo>
                    <a:pt x="452247" y="300228"/>
                    <a:pt x="443770" y="291656"/>
                    <a:pt x="433197" y="291656"/>
                  </a:cubicBezTo>
                  <a:close/>
                  <a:moveTo>
                    <a:pt x="533305" y="300609"/>
                  </a:moveTo>
                  <a:lnTo>
                    <a:pt x="474059" y="241364"/>
                  </a:lnTo>
                  <a:cubicBezTo>
                    <a:pt x="468440" y="235744"/>
                    <a:pt x="459391" y="235744"/>
                    <a:pt x="453866" y="241364"/>
                  </a:cubicBezTo>
                  <a:cubicBezTo>
                    <a:pt x="448246" y="246888"/>
                    <a:pt x="448246" y="255937"/>
                    <a:pt x="453866" y="261557"/>
                  </a:cubicBezTo>
                  <a:lnTo>
                    <a:pt x="503015" y="310706"/>
                  </a:lnTo>
                  <a:lnTo>
                    <a:pt x="453866" y="359855"/>
                  </a:lnTo>
                  <a:cubicBezTo>
                    <a:pt x="448246" y="365474"/>
                    <a:pt x="448246" y="374523"/>
                    <a:pt x="453866" y="380048"/>
                  </a:cubicBezTo>
                  <a:cubicBezTo>
                    <a:pt x="459391" y="385667"/>
                    <a:pt x="468440" y="385667"/>
                    <a:pt x="474059" y="380048"/>
                  </a:cubicBezTo>
                  <a:lnTo>
                    <a:pt x="533305" y="320802"/>
                  </a:lnTo>
                  <a:cubicBezTo>
                    <a:pt x="536162" y="318040"/>
                    <a:pt x="537496" y="314325"/>
                    <a:pt x="537496" y="310706"/>
                  </a:cubicBezTo>
                  <a:cubicBezTo>
                    <a:pt x="537496" y="307086"/>
                    <a:pt x="536162" y="303371"/>
                    <a:pt x="533305" y="300609"/>
                  </a:cubicBezTo>
                  <a:close/>
                  <a:moveTo>
                    <a:pt x="162592" y="359855"/>
                  </a:moveTo>
                  <a:lnTo>
                    <a:pt x="113443" y="310706"/>
                  </a:lnTo>
                  <a:lnTo>
                    <a:pt x="162592" y="261557"/>
                  </a:lnTo>
                  <a:cubicBezTo>
                    <a:pt x="165354" y="258699"/>
                    <a:pt x="166783" y="255080"/>
                    <a:pt x="166783" y="251460"/>
                  </a:cubicBezTo>
                  <a:cubicBezTo>
                    <a:pt x="166783" y="247841"/>
                    <a:pt x="165354" y="244126"/>
                    <a:pt x="162592" y="241364"/>
                  </a:cubicBezTo>
                  <a:cubicBezTo>
                    <a:pt x="157067" y="235744"/>
                    <a:pt x="148019" y="235744"/>
                    <a:pt x="142399" y="241364"/>
                  </a:cubicBezTo>
                  <a:lnTo>
                    <a:pt x="83153" y="300609"/>
                  </a:lnTo>
                  <a:cubicBezTo>
                    <a:pt x="77533" y="306229"/>
                    <a:pt x="77533" y="315182"/>
                    <a:pt x="83153" y="320802"/>
                  </a:cubicBezTo>
                  <a:lnTo>
                    <a:pt x="142399" y="380048"/>
                  </a:lnTo>
                  <a:cubicBezTo>
                    <a:pt x="148019" y="385667"/>
                    <a:pt x="157067" y="385667"/>
                    <a:pt x="162592" y="380048"/>
                  </a:cubicBezTo>
                  <a:cubicBezTo>
                    <a:pt x="168212" y="374523"/>
                    <a:pt x="168212" y="365474"/>
                    <a:pt x="162592" y="359855"/>
                  </a:cubicBezTo>
                  <a:close/>
                  <a:moveTo>
                    <a:pt x="369665" y="291656"/>
                  </a:moveTo>
                  <a:lnTo>
                    <a:pt x="369189" y="291656"/>
                  </a:lnTo>
                  <a:cubicBezTo>
                    <a:pt x="358616" y="291656"/>
                    <a:pt x="350330" y="300228"/>
                    <a:pt x="350330" y="310706"/>
                  </a:cubicBezTo>
                  <a:cubicBezTo>
                    <a:pt x="350330" y="321183"/>
                    <a:pt x="359092" y="329756"/>
                    <a:pt x="369665" y="329756"/>
                  </a:cubicBezTo>
                  <a:cubicBezTo>
                    <a:pt x="380238" y="329756"/>
                    <a:pt x="388715" y="321183"/>
                    <a:pt x="388715" y="310706"/>
                  </a:cubicBezTo>
                  <a:cubicBezTo>
                    <a:pt x="388715" y="300228"/>
                    <a:pt x="380143" y="291656"/>
                    <a:pt x="369665" y="291656"/>
                  </a:cubicBezTo>
                  <a:close/>
                  <a:moveTo>
                    <a:pt x="246793" y="291656"/>
                  </a:moveTo>
                  <a:cubicBezTo>
                    <a:pt x="236315" y="291656"/>
                    <a:pt x="227743" y="300228"/>
                    <a:pt x="227743" y="310706"/>
                  </a:cubicBezTo>
                  <a:cubicBezTo>
                    <a:pt x="227743" y="321183"/>
                    <a:pt x="236315" y="329756"/>
                    <a:pt x="246793" y="329756"/>
                  </a:cubicBezTo>
                  <a:lnTo>
                    <a:pt x="247269" y="329756"/>
                  </a:lnTo>
                  <a:cubicBezTo>
                    <a:pt x="257842" y="329756"/>
                    <a:pt x="266129" y="321183"/>
                    <a:pt x="266129" y="310706"/>
                  </a:cubicBezTo>
                  <a:cubicBezTo>
                    <a:pt x="266129" y="300228"/>
                    <a:pt x="257366" y="291656"/>
                    <a:pt x="246793" y="291656"/>
                  </a:cubicBezTo>
                  <a:close/>
                  <a:moveTo>
                    <a:pt x="183261" y="291656"/>
                  </a:moveTo>
                  <a:cubicBezTo>
                    <a:pt x="172688" y="291656"/>
                    <a:pt x="164211" y="300228"/>
                    <a:pt x="164211" y="310706"/>
                  </a:cubicBezTo>
                  <a:cubicBezTo>
                    <a:pt x="164211" y="321183"/>
                    <a:pt x="172688" y="329756"/>
                    <a:pt x="183261" y="329756"/>
                  </a:cubicBezTo>
                  <a:lnTo>
                    <a:pt x="183737" y="329756"/>
                  </a:lnTo>
                  <a:cubicBezTo>
                    <a:pt x="194215" y="329756"/>
                    <a:pt x="202502" y="321183"/>
                    <a:pt x="202502" y="310706"/>
                  </a:cubicBezTo>
                  <a:cubicBezTo>
                    <a:pt x="202502" y="300228"/>
                    <a:pt x="193739" y="291656"/>
                    <a:pt x="183261" y="291656"/>
                  </a:cubicBezTo>
                  <a:close/>
                  <a:moveTo>
                    <a:pt x="308229" y="230219"/>
                  </a:moveTo>
                  <a:cubicBezTo>
                    <a:pt x="297752" y="230219"/>
                    <a:pt x="289179" y="238792"/>
                    <a:pt x="289179" y="249269"/>
                  </a:cubicBezTo>
                  <a:lnTo>
                    <a:pt x="289179" y="249746"/>
                  </a:lnTo>
                  <a:cubicBezTo>
                    <a:pt x="289179" y="260318"/>
                    <a:pt x="297752" y="268605"/>
                    <a:pt x="308229" y="268605"/>
                  </a:cubicBezTo>
                  <a:cubicBezTo>
                    <a:pt x="318707" y="268605"/>
                    <a:pt x="327279" y="259842"/>
                    <a:pt x="327279" y="249269"/>
                  </a:cubicBezTo>
                  <a:cubicBezTo>
                    <a:pt x="327279" y="238697"/>
                    <a:pt x="318707" y="230219"/>
                    <a:pt x="308229" y="230219"/>
                  </a:cubicBezTo>
                  <a:close/>
                  <a:moveTo>
                    <a:pt x="308229" y="166688"/>
                  </a:moveTo>
                  <a:cubicBezTo>
                    <a:pt x="297752" y="166688"/>
                    <a:pt x="289179" y="175165"/>
                    <a:pt x="289179" y="185738"/>
                  </a:cubicBezTo>
                  <a:lnTo>
                    <a:pt x="289179" y="186214"/>
                  </a:lnTo>
                  <a:cubicBezTo>
                    <a:pt x="289179" y="196691"/>
                    <a:pt x="297752" y="204978"/>
                    <a:pt x="308229" y="204978"/>
                  </a:cubicBezTo>
                  <a:cubicBezTo>
                    <a:pt x="318707" y="204978"/>
                    <a:pt x="327279" y="196215"/>
                    <a:pt x="327279" y="185738"/>
                  </a:cubicBezTo>
                  <a:cubicBezTo>
                    <a:pt x="327279" y="175260"/>
                    <a:pt x="318707" y="166688"/>
                    <a:pt x="308229" y="166688"/>
                  </a:cubicBezTo>
                  <a:close/>
                  <a:moveTo>
                    <a:pt x="377571" y="456343"/>
                  </a:moveTo>
                  <a:cubicBezTo>
                    <a:pt x="372046" y="450723"/>
                    <a:pt x="362998" y="450723"/>
                    <a:pt x="357378" y="456343"/>
                  </a:cubicBezTo>
                  <a:lnTo>
                    <a:pt x="308229" y="505492"/>
                  </a:lnTo>
                  <a:lnTo>
                    <a:pt x="259080" y="456343"/>
                  </a:lnTo>
                  <a:cubicBezTo>
                    <a:pt x="253460" y="450723"/>
                    <a:pt x="244412" y="450723"/>
                    <a:pt x="238887" y="456343"/>
                  </a:cubicBezTo>
                  <a:cubicBezTo>
                    <a:pt x="233267" y="461867"/>
                    <a:pt x="233267" y="470916"/>
                    <a:pt x="238887" y="476536"/>
                  </a:cubicBezTo>
                  <a:lnTo>
                    <a:pt x="298133" y="535781"/>
                  </a:lnTo>
                  <a:cubicBezTo>
                    <a:pt x="300895" y="538639"/>
                    <a:pt x="304610" y="539972"/>
                    <a:pt x="308229" y="539972"/>
                  </a:cubicBezTo>
                  <a:cubicBezTo>
                    <a:pt x="311849" y="539972"/>
                    <a:pt x="315563" y="538639"/>
                    <a:pt x="318326" y="535781"/>
                  </a:cubicBezTo>
                  <a:lnTo>
                    <a:pt x="377571" y="476536"/>
                  </a:lnTo>
                  <a:cubicBezTo>
                    <a:pt x="383191" y="470916"/>
                    <a:pt x="383191" y="461867"/>
                    <a:pt x="377571" y="456343"/>
                  </a:cubicBezTo>
                  <a:close/>
                  <a:moveTo>
                    <a:pt x="308229" y="416433"/>
                  </a:moveTo>
                  <a:cubicBezTo>
                    <a:pt x="297752" y="416433"/>
                    <a:pt x="289179" y="425196"/>
                    <a:pt x="289179" y="435674"/>
                  </a:cubicBezTo>
                  <a:cubicBezTo>
                    <a:pt x="289179" y="446151"/>
                    <a:pt x="297752" y="454724"/>
                    <a:pt x="308229" y="454724"/>
                  </a:cubicBezTo>
                  <a:cubicBezTo>
                    <a:pt x="318707" y="454724"/>
                    <a:pt x="327279" y="446246"/>
                    <a:pt x="327279" y="435674"/>
                  </a:cubicBezTo>
                  <a:lnTo>
                    <a:pt x="327279" y="435197"/>
                  </a:lnTo>
                  <a:cubicBezTo>
                    <a:pt x="327279" y="424720"/>
                    <a:pt x="318707" y="416433"/>
                    <a:pt x="308229" y="416433"/>
                  </a:cubicBezTo>
                  <a:close/>
                  <a:moveTo>
                    <a:pt x="377571" y="144875"/>
                  </a:moveTo>
                  <a:lnTo>
                    <a:pt x="318326" y="85630"/>
                  </a:lnTo>
                  <a:cubicBezTo>
                    <a:pt x="312706" y="80010"/>
                    <a:pt x="303752" y="80010"/>
                    <a:pt x="298133" y="85630"/>
                  </a:cubicBezTo>
                  <a:lnTo>
                    <a:pt x="238887" y="144875"/>
                  </a:lnTo>
                  <a:cubicBezTo>
                    <a:pt x="233267" y="150495"/>
                    <a:pt x="233267" y="159544"/>
                    <a:pt x="238887" y="165068"/>
                  </a:cubicBezTo>
                  <a:cubicBezTo>
                    <a:pt x="244412" y="170688"/>
                    <a:pt x="253460" y="170688"/>
                    <a:pt x="259080" y="165068"/>
                  </a:cubicBezTo>
                  <a:lnTo>
                    <a:pt x="308229" y="115919"/>
                  </a:lnTo>
                  <a:lnTo>
                    <a:pt x="357378" y="165068"/>
                  </a:lnTo>
                  <a:cubicBezTo>
                    <a:pt x="360236" y="167831"/>
                    <a:pt x="363855" y="169259"/>
                    <a:pt x="367475" y="169259"/>
                  </a:cubicBezTo>
                  <a:cubicBezTo>
                    <a:pt x="371094" y="169259"/>
                    <a:pt x="374809" y="167831"/>
                    <a:pt x="377571" y="165068"/>
                  </a:cubicBezTo>
                  <a:cubicBezTo>
                    <a:pt x="383191" y="159544"/>
                    <a:pt x="383191" y="150495"/>
                    <a:pt x="377571" y="144875"/>
                  </a:cubicBezTo>
                  <a:close/>
                  <a:moveTo>
                    <a:pt x="308229" y="352806"/>
                  </a:moveTo>
                  <a:cubicBezTo>
                    <a:pt x="297752" y="352806"/>
                    <a:pt x="289179" y="361569"/>
                    <a:pt x="289179" y="372142"/>
                  </a:cubicBezTo>
                  <a:cubicBezTo>
                    <a:pt x="289179" y="382715"/>
                    <a:pt x="297752" y="391192"/>
                    <a:pt x="308229" y="391192"/>
                  </a:cubicBezTo>
                  <a:cubicBezTo>
                    <a:pt x="318707" y="391192"/>
                    <a:pt x="327279" y="382619"/>
                    <a:pt x="327279" y="372142"/>
                  </a:cubicBezTo>
                  <a:lnTo>
                    <a:pt x="327279" y="371666"/>
                  </a:lnTo>
                  <a:cubicBezTo>
                    <a:pt x="327279" y="361093"/>
                    <a:pt x="318707" y="352806"/>
                    <a:pt x="308229" y="352806"/>
                  </a:cubicBezTo>
                  <a:close/>
                  <a:moveTo>
                    <a:pt x="533305" y="300609"/>
                  </a:moveTo>
                  <a:lnTo>
                    <a:pt x="474059" y="241364"/>
                  </a:lnTo>
                  <a:cubicBezTo>
                    <a:pt x="468440" y="235744"/>
                    <a:pt x="459391" y="235744"/>
                    <a:pt x="453866" y="241364"/>
                  </a:cubicBezTo>
                  <a:cubicBezTo>
                    <a:pt x="448246" y="246888"/>
                    <a:pt x="448246" y="255937"/>
                    <a:pt x="453866" y="261557"/>
                  </a:cubicBezTo>
                  <a:lnTo>
                    <a:pt x="503015" y="310706"/>
                  </a:lnTo>
                  <a:lnTo>
                    <a:pt x="453866" y="359855"/>
                  </a:lnTo>
                  <a:cubicBezTo>
                    <a:pt x="448246" y="365474"/>
                    <a:pt x="448246" y="374523"/>
                    <a:pt x="453866" y="380048"/>
                  </a:cubicBezTo>
                  <a:cubicBezTo>
                    <a:pt x="459391" y="385667"/>
                    <a:pt x="468440" y="385667"/>
                    <a:pt x="474059" y="380048"/>
                  </a:cubicBezTo>
                  <a:lnTo>
                    <a:pt x="533305" y="320802"/>
                  </a:lnTo>
                  <a:cubicBezTo>
                    <a:pt x="536162" y="318040"/>
                    <a:pt x="537496" y="314325"/>
                    <a:pt x="537496" y="310706"/>
                  </a:cubicBezTo>
                  <a:cubicBezTo>
                    <a:pt x="537496" y="307086"/>
                    <a:pt x="536162" y="303371"/>
                    <a:pt x="533305" y="300609"/>
                  </a:cubicBezTo>
                  <a:close/>
                  <a:moveTo>
                    <a:pt x="433197" y="291656"/>
                  </a:moveTo>
                  <a:lnTo>
                    <a:pt x="432721" y="291656"/>
                  </a:lnTo>
                  <a:cubicBezTo>
                    <a:pt x="422243" y="291656"/>
                    <a:pt x="413957" y="300228"/>
                    <a:pt x="413957" y="310706"/>
                  </a:cubicBezTo>
                  <a:cubicBezTo>
                    <a:pt x="413957" y="321183"/>
                    <a:pt x="422719" y="329756"/>
                    <a:pt x="433197" y="329756"/>
                  </a:cubicBezTo>
                  <a:cubicBezTo>
                    <a:pt x="443675" y="329756"/>
                    <a:pt x="452247" y="321183"/>
                    <a:pt x="452247" y="310706"/>
                  </a:cubicBezTo>
                  <a:cubicBezTo>
                    <a:pt x="452247" y="300228"/>
                    <a:pt x="443770" y="291656"/>
                    <a:pt x="433197" y="291656"/>
                  </a:cubicBezTo>
                  <a:close/>
                  <a:moveTo>
                    <a:pt x="369665" y="291656"/>
                  </a:moveTo>
                  <a:lnTo>
                    <a:pt x="369189" y="291656"/>
                  </a:lnTo>
                  <a:cubicBezTo>
                    <a:pt x="358616" y="291656"/>
                    <a:pt x="350330" y="300228"/>
                    <a:pt x="350330" y="310706"/>
                  </a:cubicBezTo>
                  <a:cubicBezTo>
                    <a:pt x="350330" y="321183"/>
                    <a:pt x="359092" y="329756"/>
                    <a:pt x="369665" y="329756"/>
                  </a:cubicBezTo>
                  <a:cubicBezTo>
                    <a:pt x="380238" y="329756"/>
                    <a:pt x="388715" y="321183"/>
                    <a:pt x="388715" y="310706"/>
                  </a:cubicBezTo>
                  <a:cubicBezTo>
                    <a:pt x="388715" y="300228"/>
                    <a:pt x="380143" y="291656"/>
                    <a:pt x="369665" y="291656"/>
                  </a:cubicBezTo>
                  <a:close/>
                  <a:moveTo>
                    <a:pt x="377571" y="456343"/>
                  </a:moveTo>
                  <a:cubicBezTo>
                    <a:pt x="372046" y="450723"/>
                    <a:pt x="362998" y="450723"/>
                    <a:pt x="357378" y="456343"/>
                  </a:cubicBezTo>
                  <a:lnTo>
                    <a:pt x="308229" y="505492"/>
                  </a:lnTo>
                  <a:lnTo>
                    <a:pt x="259080" y="456343"/>
                  </a:lnTo>
                  <a:cubicBezTo>
                    <a:pt x="253460" y="450723"/>
                    <a:pt x="244412" y="450723"/>
                    <a:pt x="238887" y="456343"/>
                  </a:cubicBezTo>
                  <a:cubicBezTo>
                    <a:pt x="233267" y="461867"/>
                    <a:pt x="233267" y="470916"/>
                    <a:pt x="238887" y="476536"/>
                  </a:cubicBezTo>
                  <a:lnTo>
                    <a:pt x="298133" y="535781"/>
                  </a:lnTo>
                  <a:cubicBezTo>
                    <a:pt x="300895" y="538639"/>
                    <a:pt x="304610" y="539972"/>
                    <a:pt x="308229" y="539972"/>
                  </a:cubicBezTo>
                  <a:cubicBezTo>
                    <a:pt x="311849" y="539972"/>
                    <a:pt x="315563" y="538639"/>
                    <a:pt x="318326" y="535781"/>
                  </a:cubicBezTo>
                  <a:lnTo>
                    <a:pt x="377571" y="476536"/>
                  </a:lnTo>
                  <a:cubicBezTo>
                    <a:pt x="383191" y="470916"/>
                    <a:pt x="383191" y="461867"/>
                    <a:pt x="377571" y="456343"/>
                  </a:cubicBezTo>
                  <a:close/>
                  <a:moveTo>
                    <a:pt x="246793" y="291656"/>
                  </a:moveTo>
                  <a:cubicBezTo>
                    <a:pt x="236315" y="291656"/>
                    <a:pt x="227743" y="300228"/>
                    <a:pt x="227743" y="310706"/>
                  </a:cubicBezTo>
                  <a:cubicBezTo>
                    <a:pt x="227743" y="321183"/>
                    <a:pt x="236315" y="329756"/>
                    <a:pt x="246793" y="329756"/>
                  </a:cubicBezTo>
                  <a:lnTo>
                    <a:pt x="247269" y="329756"/>
                  </a:lnTo>
                  <a:cubicBezTo>
                    <a:pt x="257842" y="329756"/>
                    <a:pt x="266129" y="321183"/>
                    <a:pt x="266129" y="310706"/>
                  </a:cubicBezTo>
                  <a:cubicBezTo>
                    <a:pt x="266129" y="300228"/>
                    <a:pt x="257366" y="291656"/>
                    <a:pt x="246793" y="291656"/>
                  </a:cubicBezTo>
                  <a:close/>
                  <a:moveTo>
                    <a:pt x="183261" y="291656"/>
                  </a:moveTo>
                  <a:cubicBezTo>
                    <a:pt x="172688" y="291656"/>
                    <a:pt x="164211" y="300228"/>
                    <a:pt x="164211" y="310706"/>
                  </a:cubicBezTo>
                  <a:cubicBezTo>
                    <a:pt x="164211" y="321183"/>
                    <a:pt x="172688" y="329756"/>
                    <a:pt x="183261" y="329756"/>
                  </a:cubicBezTo>
                  <a:lnTo>
                    <a:pt x="183737" y="329756"/>
                  </a:lnTo>
                  <a:cubicBezTo>
                    <a:pt x="194215" y="329756"/>
                    <a:pt x="202502" y="321183"/>
                    <a:pt x="202502" y="310706"/>
                  </a:cubicBezTo>
                  <a:cubicBezTo>
                    <a:pt x="202502" y="300228"/>
                    <a:pt x="193739" y="291656"/>
                    <a:pt x="183261" y="291656"/>
                  </a:cubicBezTo>
                  <a:close/>
                  <a:moveTo>
                    <a:pt x="162592" y="359855"/>
                  </a:moveTo>
                  <a:lnTo>
                    <a:pt x="113443" y="310706"/>
                  </a:lnTo>
                  <a:lnTo>
                    <a:pt x="162592" y="261557"/>
                  </a:lnTo>
                  <a:cubicBezTo>
                    <a:pt x="165354" y="258699"/>
                    <a:pt x="166783" y="255080"/>
                    <a:pt x="166783" y="251460"/>
                  </a:cubicBezTo>
                  <a:cubicBezTo>
                    <a:pt x="166783" y="247841"/>
                    <a:pt x="165354" y="244126"/>
                    <a:pt x="162592" y="241364"/>
                  </a:cubicBezTo>
                  <a:cubicBezTo>
                    <a:pt x="157067" y="235744"/>
                    <a:pt x="148019" y="235744"/>
                    <a:pt x="142399" y="241364"/>
                  </a:cubicBezTo>
                  <a:lnTo>
                    <a:pt x="83153" y="300609"/>
                  </a:lnTo>
                  <a:cubicBezTo>
                    <a:pt x="77533" y="306229"/>
                    <a:pt x="77533" y="315182"/>
                    <a:pt x="83153" y="320802"/>
                  </a:cubicBezTo>
                  <a:lnTo>
                    <a:pt x="142399" y="380048"/>
                  </a:lnTo>
                  <a:cubicBezTo>
                    <a:pt x="148019" y="385667"/>
                    <a:pt x="157067" y="385667"/>
                    <a:pt x="162592" y="380048"/>
                  </a:cubicBezTo>
                  <a:cubicBezTo>
                    <a:pt x="168212" y="374523"/>
                    <a:pt x="168212" y="365474"/>
                    <a:pt x="162592" y="359855"/>
                  </a:cubicBezTo>
                  <a:close/>
                  <a:moveTo>
                    <a:pt x="308229" y="166688"/>
                  </a:moveTo>
                  <a:cubicBezTo>
                    <a:pt x="297752" y="166688"/>
                    <a:pt x="289179" y="175165"/>
                    <a:pt x="289179" y="185738"/>
                  </a:cubicBezTo>
                  <a:lnTo>
                    <a:pt x="289179" y="186214"/>
                  </a:lnTo>
                  <a:cubicBezTo>
                    <a:pt x="289179" y="196691"/>
                    <a:pt x="297752" y="204978"/>
                    <a:pt x="308229" y="204978"/>
                  </a:cubicBezTo>
                  <a:cubicBezTo>
                    <a:pt x="318707" y="204978"/>
                    <a:pt x="327279" y="196215"/>
                    <a:pt x="327279" y="185738"/>
                  </a:cubicBezTo>
                  <a:cubicBezTo>
                    <a:pt x="327279" y="175260"/>
                    <a:pt x="318707" y="166688"/>
                    <a:pt x="308229" y="166688"/>
                  </a:cubicBezTo>
                  <a:close/>
                  <a:moveTo>
                    <a:pt x="308229" y="230219"/>
                  </a:moveTo>
                  <a:cubicBezTo>
                    <a:pt x="297752" y="230219"/>
                    <a:pt x="289179" y="238792"/>
                    <a:pt x="289179" y="249269"/>
                  </a:cubicBezTo>
                  <a:lnTo>
                    <a:pt x="289179" y="249746"/>
                  </a:lnTo>
                  <a:cubicBezTo>
                    <a:pt x="289179" y="260318"/>
                    <a:pt x="297752" y="268605"/>
                    <a:pt x="308229" y="268605"/>
                  </a:cubicBezTo>
                  <a:cubicBezTo>
                    <a:pt x="318707" y="268605"/>
                    <a:pt x="327279" y="259842"/>
                    <a:pt x="327279" y="249269"/>
                  </a:cubicBezTo>
                  <a:cubicBezTo>
                    <a:pt x="327279" y="238697"/>
                    <a:pt x="318707" y="230219"/>
                    <a:pt x="308229" y="230219"/>
                  </a:cubicBezTo>
                  <a:close/>
                  <a:moveTo>
                    <a:pt x="308229" y="416433"/>
                  </a:moveTo>
                  <a:cubicBezTo>
                    <a:pt x="297752" y="416433"/>
                    <a:pt x="289179" y="425196"/>
                    <a:pt x="289179" y="435674"/>
                  </a:cubicBezTo>
                  <a:cubicBezTo>
                    <a:pt x="289179" y="446151"/>
                    <a:pt x="297752" y="454724"/>
                    <a:pt x="308229" y="454724"/>
                  </a:cubicBezTo>
                  <a:cubicBezTo>
                    <a:pt x="318707" y="454724"/>
                    <a:pt x="327279" y="446246"/>
                    <a:pt x="327279" y="435674"/>
                  </a:cubicBezTo>
                  <a:lnTo>
                    <a:pt x="327279" y="435197"/>
                  </a:lnTo>
                  <a:cubicBezTo>
                    <a:pt x="327279" y="424720"/>
                    <a:pt x="318707" y="416433"/>
                    <a:pt x="308229" y="416433"/>
                  </a:cubicBezTo>
                  <a:close/>
                  <a:moveTo>
                    <a:pt x="308229" y="352806"/>
                  </a:moveTo>
                  <a:cubicBezTo>
                    <a:pt x="297752" y="352806"/>
                    <a:pt x="289179" y="361569"/>
                    <a:pt x="289179" y="372142"/>
                  </a:cubicBezTo>
                  <a:cubicBezTo>
                    <a:pt x="289179" y="382715"/>
                    <a:pt x="297752" y="391192"/>
                    <a:pt x="308229" y="391192"/>
                  </a:cubicBezTo>
                  <a:cubicBezTo>
                    <a:pt x="318707" y="391192"/>
                    <a:pt x="327279" y="382619"/>
                    <a:pt x="327279" y="372142"/>
                  </a:cubicBezTo>
                  <a:lnTo>
                    <a:pt x="327279" y="371666"/>
                  </a:lnTo>
                  <a:cubicBezTo>
                    <a:pt x="327279" y="361093"/>
                    <a:pt x="318707" y="352806"/>
                    <a:pt x="308229" y="352806"/>
                  </a:cubicBezTo>
                  <a:close/>
                  <a:moveTo>
                    <a:pt x="377571" y="144875"/>
                  </a:moveTo>
                  <a:lnTo>
                    <a:pt x="318326" y="85630"/>
                  </a:lnTo>
                  <a:cubicBezTo>
                    <a:pt x="312706" y="80010"/>
                    <a:pt x="303752" y="80010"/>
                    <a:pt x="298133" y="85630"/>
                  </a:cubicBezTo>
                  <a:lnTo>
                    <a:pt x="238887" y="144875"/>
                  </a:lnTo>
                  <a:cubicBezTo>
                    <a:pt x="233267" y="150495"/>
                    <a:pt x="233267" y="159544"/>
                    <a:pt x="238887" y="165068"/>
                  </a:cubicBezTo>
                  <a:cubicBezTo>
                    <a:pt x="244412" y="170688"/>
                    <a:pt x="253460" y="170688"/>
                    <a:pt x="259080" y="165068"/>
                  </a:cubicBezTo>
                  <a:lnTo>
                    <a:pt x="308229" y="115919"/>
                  </a:lnTo>
                  <a:lnTo>
                    <a:pt x="357378" y="165068"/>
                  </a:lnTo>
                  <a:cubicBezTo>
                    <a:pt x="360236" y="167831"/>
                    <a:pt x="363855" y="169259"/>
                    <a:pt x="367475" y="169259"/>
                  </a:cubicBezTo>
                  <a:cubicBezTo>
                    <a:pt x="371094" y="169259"/>
                    <a:pt x="374809" y="167831"/>
                    <a:pt x="377571" y="165068"/>
                  </a:cubicBezTo>
                  <a:cubicBezTo>
                    <a:pt x="383191" y="159544"/>
                    <a:pt x="383191" y="150495"/>
                    <a:pt x="377571" y="144875"/>
                  </a:cubicBezTo>
                  <a:close/>
                  <a:moveTo>
                    <a:pt x="533305" y="300609"/>
                  </a:moveTo>
                  <a:lnTo>
                    <a:pt x="474059" y="241364"/>
                  </a:lnTo>
                  <a:cubicBezTo>
                    <a:pt x="468440" y="235744"/>
                    <a:pt x="459391" y="235744"/>
                    <a:pt x="453866" y="241364"/>
                  </a:cubicBezTo>
                  <a:cubicBezTo>
                    <a:pt x="448246" y="246888"/>
                    <a:pt x="448246" y="255937"/>
                    <a:pt x="453866" y="261557"/>
                  </a:cubicBezTo>
                  <a:lnTo>
                    <a:pt x="503015" y="310706"/>
                  </a:lnTo>
                  <a:lnTo>
                    <a:pt x="453866" y="359855"/>
                  </a:lnTo>
                  <a:cubicBezTo>
                    <a:pt x="448246" y="365474"/>
                    <a:pt x="448246" y="374523"/>
                    <a:pt x="453866" y="380048"/>
                  </a:cubicBezTo>
                  <a:cubicBezTo>
                    <a:pt x="459391" y="385667"/>
                    <a:pt x="468440" y="385667"/>
                    <a:pt x="474059" y="380048"/>
                  </a:cubicBezTo>
                  <a:lnTo>
                    <a:pt x="533305" y="320802"/>
                  </a:lnTo>
                  <a:cubicBezTo>
                    <a:pt x="536162" y="318040"/>
                    <a:pt x="537496" y="314325"/>
                    <a:pt x="537496" y="310706"/>
                  </a:cubicBezTo>
                  <a:cubicBezTo>
                    <a:pt x="537496" y="307086"/>
                    <a:pt x="536162" y="303371"/>
                    <a:pt x="533305" y="300609"/>
                  </a:cubicBezTo>
                  <a:close/>
                  <a:moveTo>
                    <a:pt x="433197" y="291656"/>
                  </a:moveTo>
                  <a:lnTo>
                    <a:pt x="432721" y="291656"/>
                  </a:lnTo>
                  <a:cubicBezTo>
                    <a:pt x="422243" y="291656"/>
                    <a:pt x="413957" y="300228"/>
                    <a:pt x="413957" y="310706"/>
                  </a:cubicBezTo>
                  <a:cubicBezTo>
                    <a:pt x="413957" y="321183"/>
                    <a:pt x="422719" y="329756"/>
                    <a:pt x="433197" y="329756"/>
                  </a:cubicBezTo>
                  <a:cubicBezTo>
                    <a:pt x="443675" y="329756"/>
                    <a:pt x="452247" y="321183"/>
                    <a:pt x="452247" y="310706"/>
                  </a:cubicBezTo>
                  <a:cubicBezTo>
                    <a:pt x="452247" y="300228"/>
                    <a:pt x="443770" y="291656"/>
                    <a:pt x="433197" y="291656"/>
                  </a:cubicBezTo>
                  <a:close/>
                  <a:moveTo>
                    <a:pt x="369665" y="291656"/>
                  </a:moveTo>
                  <a:lnTo>
                    <a:pt x="369189" y="291656"/>
                  </a:lnTo>
                  <a:cubicBezTo>
                    <a:pt x="358616" y="291656"/>
                    <a:pt x="350330" y="300228"/>
                    <a:pt x="350330" y="310706"/>
                  </a:cubicBezTo>
                  <a:cubicBezTo>
                    <a:pt x="350330" y="321183"/>
                    <a:pt x="359092" y="329756"/>
                    <a:pt x="369665" y="329756"/>
                  </a:cubicBezTo>
                  <a:cubicBezTo>
                    <a:pt x="380238" y="329756"/>
                    <a:pt x="388715" y="321183"/>
                    <a:pt x="388715" y="310706"/>
                  </a:cubicBezTo>
                  <a:cubicBezTo>
                    <a:pt x="388715" y="300228"/>
                    <a:pt x="380143" y="291656"/>
                    <a:pt x="369665" y="291656"/>
                  </a:cubicBezTo>
                  <a:close/>
                  <a:moveTo>
                    <a:pt x="259080" y="165068"/>
                  </a:moveTo>
                  <a:lnTo>
                    <a:pt x="308229" y="115919"/>
                  </a:lnTo>
                  <a:lnTo>
                    <a:pt x="357378" y="165068"/>
                  </a:lnTo>
                  <a:cubicBezTo>
                    <a:pt x="360236" y="167831"/>
                    <a:pt x="363855" y="169259"/>
                    <a:pt x="367475" y="169259"/>
                  </a:cubicBezTo>
                  <a:cubicBezTo>
                    <a:pt x="371094" y="169259"/>
                    <a:pt x="374809" y="167831"/>
                    <a:pt x="377571" y="165068"/>
                  </a:cubicBezTo>
                  <a:cubicBezTo>
                    <a:pt x="383191" y="159544"/>
                    <a:pt x="383191" y="150495"/>
                    <a:pt x="377571" y="144875"/>
                  </a:cubicBezTo>
                  <a:lnTo>
                    <a:pt x="318326" y="85630"/>
                  </a:lnTo>
                  <a:cubicBezTo>
                    <a:pt x="312706" y="80010"/>
                    <a:pt x="303752" y="80010"/>
                    <a:pt x="298133" y="85630"/>
                  </a:cubicBezTo>
                  <a:lnTo>
                    <a:pt x="238887" y="144875"/>
                  </a:lnTo>
                  <a:cubicBezTo>
                    <a:pt x="233267" y="150495"/>
                    <a:pt x="233267" y="159544"/>
                    <a:pt x="238887" y="165068"/>
                  </a:cubicBezTo>
                  <a:cubicBezTo>
                    <a:pt x="244412" y="170688"/>
                    <a:pt x="253460" y="170688"/>
                    <a:pt x="259080" y="165068"/>
                  </a:cubicBezTo>
                  <a:close/>
                  <a:moveTo>
                    <a:pt x="357378" y="456343"/>
                  </a:moveTo>
                  <a:lnTo>
                    <a:pt x="308229" y="505492"/>
                  </a:lnTo>
                  <a:lnTo>
                    <a:pt x="259080" y="456343"/>
                  </a:lnTo>
                  <a:cubicBezTo>
                    <a:pt x="253460" y="450723"/>
                    <a:pt x="244412" y="450723"/>
                    <a:pt x="238887" y="456343"/>
                  </a:cubicBezTo>
                  <a:cubicBezTo>
                    <a:pt x="233267" y="461867"/>
                    <a:pt x="233267" y="470916"/>
                    <a:pt x="238887" y="476536"/>
                  </a:cubicBezTo>
                  <a:lnTo>
                    <a:pt x="298133" y="535781"/>
                  </a:lnTo>
                  <a:cubicBezTo>
                    <a:pt x="300895" y="538639"/>
                    <a:pt x="304610" y="539972"/>
                    <a:pt x="308229" y="539972"/>
                  </a:cubicBezTo>
                  <a:cubicBezTo>
                    <a:pt x="311849" y="539972"/>
                    <a:pt x="315563" y="538639"/>
                    <a:pt x="318326" y="535781"/>
                  </a:cubicBezTo>
                  <a:lnTo>
                    <a:pt x="377571" y="476536"/>
                  </a:lnTo>
                  <a:cubicBezTo>
                    <a:pt x="383191" y="470916"/>
                    <a:pt x="383191" y="461867"/>
                    <a:pt x="377571" y="456343"/>
                  </a:cubicBezTo>
                  <a:cubicBezTo>
                    <a:pt x="372046" y="450723"/>
                    <a:pt x="362998" y="450723"/>
                    <a:pt x="357378" y="456343"/>
                  </a:cubicBezTo>
                  <a:close/>
                  <a:moveTo>
                    <a:pt x="308229" y="416433"/>
                  </a:moveTo>
                  <a:cubicBezTo>
                    <a:pt x="297752" y="416433"/>
                    <a:pt x="289179" y="425196"/>
                    <a:pt x="289179" y="435674"/>
                  </a:cubicBezTo>
                  <a:cubicBezTo>
                    <a:pt x="289179" y="446151"/>
                    <a:pt x="297752" y="454724"/>
                    <a:pt x="308229" y="454724"/>
                  </a:cubicBezTo>
                  <a:cubicBezTo>
                    <a:pt x="318707" y="454724"/>
                    <a:pt x="327279" y="446246"/>
                    <a:pt x="327279" y="435674"/>
                  </a:cubicBezTo>
                  <a:lnTo>
                    <a:pt x="327279" y="435197"/>
                  </a:lnTo>
                  <a:cubicBezTo>
                    <a:pt x="327279" y="424720"/>
                    <a:pt x="318707" y="416433"/>
                    <a:pt x="308229" y="416433"/>
                  </a:cubicBezTo>
                  <a:close/>
                  <a:moveTo>
                    <a:pt x="327279" y="371666"/>
                  </a:moveTo>
                  <a:cubicBezTo>
                    <a:pt x="327279" y="361093"/>
                    <a:pt x="318707" y="352806"/>
                    <a:pt x="308229" y="352806"/>
                  </a:cubicBezTo>
                  <a:cubicBezTo>
                    <a:pt x="297752" y="352806"/>
                    <a:pt x="289179" y="361569"/>
                    <a:pt x="289179" y="372142"/>
                  </a:cubicBezTo>
                  <a:cubicBezTo>
                    <a:pt x="289179" y="382715"/>
                    <a:pt x="297752" y="391192"/>
                    <a:pt x="308229" y="391192"/>
                  </a:cubicBezTo>
                  <a:cubicBezTo>
                    <a:pt x="318707" y="391192"/>
                    <a:pt x="327279" y="382619"/>
                    <a:pt x="327279" y="372142"/>
                  </a:cubicBezTo>
                  <a:lnTo>
                    <a:pt x="327279" y="371666"/>
                  </a:lnTo>
                  <a:close/>
                  <a:moveTo>
                    <a:pt x="308229" y="166688"/>
                  </a:moveTo>
                  <a:cubicBezTo>
                    <a:pt x="297752" y="166688"/>
                    <a:pt x="289179" y="175165"/>
                    <a:pt x="289179" y="185738"/>
                  </a:cubicBezTo>
                  <a:lnTo>
                    <a:pt x="289179" y="186214"/>
                  </a:lnTo>
                  <a:cubicBezTo>
                    <a:pt x="289179" y="196691"/>
                    <a:pt x="297752" y="204978"/>
                    <a:pt x="308229" y="204978"/>
                  </a:cubicBezTo>
                  <a:cubicBezTo>
                    <a:pt x="318707" y="204978"/>
                    <a:pt x="327279" y="196215"/>
                    <a:pt x="327279" y="185738"/>
                  </a:cubicBezTo>
                  <a:cubicBezTo>
                    <a:pt x="327279" y="175260"/>
                    <a:pt x="318707" y="166688"/>
                    <a:pt x="308229" y="166688"/>
                  </a:cubicBezTo>
                  <a:close/>
                  <a:moveTo>
                    <a:pt x="308229" y="230219"/>
                  </a:moveTo>
                  <a:cubicBezTo>
                    <a:pt x="297752" y="230219"/>
                    <a:pt x="289179" y="238792"/>
                    <a:pt x="289179" y="249269"/>
                  </a:cubicBezTo>
                  <a:lnTo>
                    <a:pt x="289179" y="249746"/>
                  </a:lnTo>
                  <a:cubicBezTo>
                    <a:pt x="289179" y="260318"/>
                    <a:pt x="297752" y="268605"/>
                    <a:pt x="308229" y="268605"/>
                  </a:cubicBezTo>
                  <a:cubicBezTo>
                    <a:pt x="318707" y="268605"/>
                    <a:pt x="327279" y="259842"/>
                    <a:pt x="327279" y="249269"/>
                  </a:cubicBezTo>
                  <a:cubicBezTo>
                    <a:pt x="327279" y="238697"/>
                    <a:pt x="318707" y="230219"/>
                    <a:pt x="308229" y="230219"/>
                  </a:cubicBezTo>
                  <a:close/>
                  <a:moveTo>
                    <a:pt x="247269" y="329756"/>
                  </a:moveTo>
                  <a:cubicBezTo>
                    <a:pt x="257842" y="329756"/>
                    <a:pt x="266129" y="321183"/>
                    <a:pt x="266129" y="310706"/>
                  </a:cubicBezTo>
                  <a:cubicBezTo>
                    <a:pt x="266129" y="300228"/>
                    <a:pt x="257366" y="291656"/>
                    <a:pt x="246793" y="291656"/>
                  </a:cubicBezTo>
                  <a:cubicBezTo>
                    <a:pt x="236220" y="291656"/>
                    <a:pt x="227743" y="300228"/>
                    <a:pt x="227743" y="310706"/>
                  </a:cubicBezTo>
                  <a:cubicBezTo>
                    <a:pt x="227743" y="321183"/>
                    <a:pt x="236315" y="329756"/>
                    <a:pt x="246793" y="329756"/>
                  </a:cubicBezTo>
                  <a:lnTo>
                    <a:pt x="247269" y="329756"/>
                  </a:lnTo>
                  <a:close/>
                  <a:moveTo>
                    <a:pt x="183261" y="291656"/>
                  </a:moveTo>
                  <a:cubicBezTo>
                    <a:pt x="172688" y="291656"/>
                    <a:pt x="164211" y="300228"/>
                    <a:pt x="164211" y="310706"/>
                  </a:cubicBezTo>
                  <a:cubicBezTo>
                    <a:pt x="164211" y="321183"/>
                    <a:pt x="172688" y="329756"/>
                    <a:pt x="183261" y="329756"/>
                  </a:cubicBezTo>
                  <a:lnTo>
                    <a:pt x="183737" y="329756"/>
                  </a:lnTo>
                  <a:cubicBezTo>
                    <a:pt x="194215" y="329756"/>
                    <a:pt x="202502" y="321183"/>
                    <a:pt x="202502" y="310706"/>
                  </a:cubicBezTo>
                  <a:cubicBezTo>
                    <a:pt x="202502" y="300228"/>
                    <a:pt x="193739" y="291656"/>
                    <a:pt x="183261" y="291656"/>
                  </a:cubicBezTo>
                  <a:close/>
                  <a:moveTo>
                    <a:pt x="113443" y="310706"/>
                  </a:moveTo>
                  <a:lnTo>
                    <a:pt x="162592" y="261557"/>
                  </a:lnTo>
                  <a:cubicBezTo>
                    <a:pt x="165354" y="258699"/>
                    <a:pt x="166783" y="255080"/>
                    <a:pt x="166783" y="251460"/>
                  </a:cubicBezTo>
                  <a:cubicBezTo>
                    <a:pt x="166783" y="247841"/>
                    <a:pt x="165354" y="244126"/>
                    <a:pt x="162592" y="241364"/>
                  </a:cubicBezTo>
                  <a:cubicBezTo>
                    <a:pt x="157067" y="235744"/>
                    <a:pt x="148019" y="235744"/>
                    <a:pt x="142399" y="241364"/>
                  </a:cubicBezTo>
                  <a:lnTo>
                    <a:pt x="83153" y="300609"/>
                  </a:lnTo>
                  <a:cubicBezTo>
                    <a:pt x="77533" y="306229"/>
                    <a:pt x="77533" y="315182"/>
                    <a:pt x="83153" y="320802"/>
                  </a:cubicBezTo>
                  <a:lnTo>
                    <a:pt x="142399" y="380048"/>
                  </a:lnTo>
                  <a:cubicBezTo>
                    <a:pt x="148019" y="385667"/>
                    <a:pt x="157067" y="385667"/>
                    <a:pt x="162592" y="380048"/>
                  </a:cubicBezTo>
                  <a:cubicBezTo>
                    <a:pt x="168212" y="374523"/>
                    <a:pt x="168212" y="365474"/>
                    <a:pt x="162592" y="359855"/>
                  </a:cubicBezTo>
                  <a:lnTo>
                    <a:pt x="113443" y="310706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44DD113-2D07-FDF0-3BDE-A093DBBEE3C7}"/>
              </a:ext>
            </a:extLst>
          </p:cNvPr>
          <p:cNvCxnSpPr>
            <a:cxnSpLocks/>
          </p:cNvCxnSpPr>
          <p:nvPr/>
        </p:nvCxnSpPr>
        <p:spPr>
          <a:xfrm>
            <a:off x="5182517" y="5696732"/>
            <a:ext cx="19450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DA642347-1745-FEC9-090A-7C3D3A8E2593}"/>
              </a:ext>
            </a:extLst>
          </p:cNvPr>
          <p:cNvSpPr/>
          <p:nvPr/>
        </p:nvSpPr>
        <p:spPr>
          <a:xfrm>
            <a:off x="5617949" y="4935990"/>
            <a:ext cx="156946" cy="193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621E589-6BF8-3C0C-F780-E48F471AEFCC}"/>
              </a:ext>
            </a:extLst>
          </p:cNvPr>
          <p:cNvGrpSpPr/>
          <p:nvPr/>
        </p:nvGrpSpPr>
        <p:grpSpPr>
          <a:xfrm>
            <a:off x="5710893" y="4810709"/>
            <a:ext cx="314713" cy="314713"/>
            <a:chOff x="5806912" y="3810931"/>
            <a:chExt cx="829762" cy="829762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5D0C6380-E783-5708-7231-BE8DF80D144F}"/>
                </a:ext>
              </a:extLst>
            </p:cNvPr>
            <p:cNvSpPr/>
            <p:nvPr/>
          </p:nvSpPr>
          <p:spPr>
            <a:xfrm>
              <a:off x="5806912" y="3810931"/>
              <a:ext cx="829762" cy="82976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80" name="Google Shape;388;p11">
              <a:extLst>
                <a:ext uri="{FF2B5EF4-FFF2-40B4-BE49-F238E27FC236}">
                  <a16:creationId xmlns:a16="http://schemas.microsoft.com/office/drawing/2014/main" id="{774631F5-4067-6A49-404B-BB0DBAD19DCE}"/>
                </a:ext>
              </a:extLst>
            </p:cNvPr>
            <p:cNvSpPr/>
            <p:nvPr/>
          </p:nvSpPr>
          <p:spPr>
            <a:xfrm>
              <a:off x="5949286" y="3942664"/>
              <a:ext cx="555162" cy="555162"/>
            </a:xfrm>
            <a:custGeom>
              <a:avLst/>
              <a:gdLst/>
              <a:ahLst/>
              <a:cxnLst/>
              <a:rect l="l" t="t" r="r" b="b"/>
              <a:pathLst>
                <a:path w="644842" h="644842" extrusionOk="0">
                  <a:moveTo>
                    <a:pt x="322421" y="0"/>
                  </a:moveTo>
                  <a:cubicBezTo>
                    <a:pt x="144590" y="0"/>
                    <a:pt x="0" y="144590"/>
                    <a:pt x="0" y="322421"/>
                  </a:cubicBezTo>
                  <a:cubicBezTo>
                    <a:pt x="0" y="500253"/>
                    <a:pt x="144590" y="644843"/>
                    <a:pt x="322421" y="644843"/>
                  </a:cubicBezTo>
                  <a:cubicBezTo>
                    <a:pt x="500253" y="644843"/>
                    <a:pt x="644843" y="500253"/>
                    <a:pt x="644843" y="322421"/>
                  </a:cubicBezTo>
                  <a:cubicBezTo>
                    <a:pt x="644843" y="144590"/>
                    <a:pt x="500158" y="0"/>
                    <a:pt x="322421" y="0"/>
                  </a:cubicBezTo>
                  <a:close/>
                  <a:moveTo>
                    <a:pt x="322421" y="616172"/>
                  </a:moveTo>
                  <a:cubicBezTo>
                    <a:pt x="160401" y="616172"/>
                    <a:pt x="28575" y="484346"/>
                    <a:pt x="28575" y="322326"/>
                  </a:cubicBezTo>
                  <a:cubicBezTo>
                    <a:pt x="28575" y="160306"/>
                    <a:pt x="160401" y="28575"/>
                    <a:pt x="322421" y="28575"/>
                  </a:cubicBezTo>
                  <a:cubicBezTo>
                    <a:pt x="484442" y="28575"/>
                    <a:pt x="616268" y="160401"/>
                    <a:pt x="616268" y="322421"/>
                  </a:cubicBezTo>
                  <a:cubicBezTo>
                    <a:pt x="616268" y="484442"/>
                    <a:pt x="484442" y="616268"/>
                    <a:pt x="322421" y="616268"/>
                  </a:cubicBezTo>
                  <a:close/>
                  <a:moveTo>
                    <a:pt x="126873" y="322421"/>
                  </a:moveTo>
                  <a:cubicBezTo>
                    <a:pt x="126873" y="332899"/>
                    <a:pt x="118301" y="341471"/>
                    <a:pt x="107823" y="341471"/>
                  </a:cubicBezTo>
                  <a:cubicBezTo>
                    <a:pt x="97346" y="341471"/>
                    <a:pt x="88583" y="332899"/>
                    <a:pt x="88583" y="322421"/>
                  </a:cubicBezTo>
                  <a:cubicBezTo>
                    <a:pt x="88583" y="311944"/>
                    <a:pt x="96869" y="303371"/>
                    <a:pt x="107442" y="303371"/>
                  </a:cubicBezTo>
                  <a:lnTo>
                    <a:pt x="107918" y="303371"/>
                  </a:lnTo>
                  <a:cubicBezTo>
                    <a:pt x="118396" y="303371"/>
                    <a:pt x="126968" y="311944"/>
                    <a:pt x="126968" y="322421"/>
                  </a:cubicBezTo>
                  <a:close/>
                  <a:moveTo>
                    <a:pt x="190500" y="322421"/>
                  </a:moveTo>
                  <a:cubicBezTo>
                    <a:pt x="190500" y="332899"/>
                    <a:pt x="181928" y="341471"/>
                    <a:pt x="171450" y="341471"/>
                  </a:cubicBezTo>
                  <a:cubicBezTo>
                    <a:pt x="160973" y="341471"/>
                    <a:pt x="152210" y="332899"/>
                    <a:pt x="152210" y="322421"/>
                  </a:cubicBezTo>
                  <a:cubicBezTo>
                    <a:pt x="152210" y="311944"/>
                    <a:pt x="160496" y="303371"/>
                    <a:pt x="170974" y="303371"/>
                  </a:cubicBezTo>
                  <a:lnTo>
                    <a:pt x="171450" y="303371"/>
                  </a:lnTo>
                  <a:cubicBezTo>
                    <a:pt x="181928" y="303371"/>
                    <a:pt x="190500" y="311944"/>
                    <a:pt x="190500" y="322421"/>
                  </a:cubicBezTo>
                  <a:close/>
                  <a:moveTo>
                    <a:pt x="271558" y="332518"/>
                  </a:moveTo>
                  <a:lnTo>
                    <a:pt x="212312" y="391763"/>
                  </a:lnTo>
                  <a:cubicBezTo>
                    <a:pt x="209550" y="394525"/>
                    <a:pt x="205835" y="395954"/>
                    <a:pt x="202216" y="395954"/>
                  </a:cubicBezTo>
                  <a:cubicBezTo>
                    <a:pt x="198596" y="395954"/>
                    <a:pt x="194881" y="394525"/>
                    <a:pt x="192119" y="391763"/>
                  </a:cubicBezTo>
                  <a:cubicBezTo>
                    <a:pt x="186500" y="386144"/>
                    <a:pt x="186500" y="377095"/>
                    <a:pt x="192119" y="371570"/>
                  </a:cubicBezTo>
                  <a:lnTo>
                    <a:pt x="241268" y="322421"/>
                  </a:lnTo>
                  <a:lnTo>
                    <a:pt x="192119" y="273272"/>
                  </a:lnTo>
                  <a:cubicBezTo>
                    <a:pt x="186500" y="267653"/>
                    <a:pt x="186500" y="258604"/>
                    <a:pt x="192119" y="253079"/>
                  </a:cubicBezTo>
                  <a:cubicBezTo>
                    <a:pt x="197739" y="247460"/>
                    <a:pt x="206788" y="247460"/>
                    <a:pt x="212312" y="253079"/>
                  </a:cubicBezTo>
                  <a:lnTo>
                    <a:pt x="271558" y="312325"/>
                  </a:lnTo>
                  <a:cubicBezTo>
                    <a:pt x="277178" y="317945"/>
                    <a:pt x="277178" y="326993"/>
                    <a:pt x="271558" y="332518"/>
                  </a:cubicBezTo>
                  <a:close/>
                  <a:moveTo>
                    <a:pt x="556260" y="322421"/>
                  </a:moveTo>
                  <a:cubicBezTo>
                    <a:pt x="556260" y="332899"/>
                    <a:pt x="547973" y="341471"/>
                    <a:pt x="537401" y="341471"/>
                  </a:cubicBezTo>
                  <a:lnTo>
                    <a:pt x="536924" y="341471"/>
                  </a:lnTo>
                  <a:cubicBezTo>
                    <a:pt x="526447" y="341471"/>
                    <a:pt x="517874" y="332899"/>
                    <a:pt x="517874" y="322421"/>
                  </a:cubicBezTo>
                  <a:cubicBezTo>
                    <a:pt x="517874" y="311944"/>
                    <a:pt x="526447" y="303371"/>
                    <a:pt x="536924" y="303371"/>
                  </a:cubicBezTo>
                  <a:cubicBezTo>
                    <a:pt x="547402" y="303371"/>
                    <a:pt x="556165" y="311944"/>
                    <a:pt x="556165" y="322421"/>
                  </a:cubicBezTo>
                  <a:close/>
                  <a:moveTo>
                    <a:pt x="492633" y="322421"/>
                  </a:moveTo>
                  <a:cubicBezTo>
                    <a:pt x="492633" y="332899"/>
                    <a:pt x="484346" y="341471"/>
                    <a:pt x="473869" y="341471"/>
                  </a:cubicBezTo>
                  <a:lnTo>
                    <a:pt x="473393" y="341471"/>
                  </a:lnTo>
                  <a:cubicBezTo>
                    <a:pt x="462915" y="341471"/>
                    <a:pt x="454343" y="332899"/>
                    <a:pt x="454343" y="322421"/>
                  </a:cubicBezTo>
                  <a:cubicBezTo>
                    <a:pt x="454343" y="311944"/>
                    <a:pt x="462915" y="303371"/>
                    <a:pt x="473393" y="303371"/>
                  </a:cubicBezTo>
                  <a:cubicBezTo>
                    <a:pt x="483870" y="303371"/>
                    <a:pt x="492633" y="311944"/>
                    <a:pt x="492633" y="322421"/>
                  </a:cubicBezTo>
                  <a:close/>
                  <a:moveTo>
                    <a:pt x="452723" y="371570"/>
                  </a:moveTo>
                  <a:cubicBezTo>
                    <a:pt x="458343" y="377190"/>
                    <a:pt x="458343" y="386239"/>
                    <a:pt x="452723" y="391763"/>
                  </a:cubicBezTo>
                  <a:cubicBezTo>
                    <a:pt x="449961" y="394525"/>
                    <a:pt x="446246" y="395954"/>
                    <a:pt x="442627" y="395954"/>
                  </a:cubicBezTo>
                  <a:cubicBezTo>
                    <a:pt x="439007" y="395954"/>
                    <a:pt x="435293" y="394525"/>
                    <a:pt x="432530" y="391763"/>
                  </a:cubicBezTo>
                  <a:lnTo>
                    <a:pt x="373285" y="332518"/>
                  </a:lnTo>
                  <a:cubicBezTo>
                    <a:pt x="367665" y="326898"/>
                    <a:pt x="367665" y="317849"/>
                    <a:pt x="373285" y="312325"/>
                  </a:cubicBezTo>
                  <a:lnTo>
                    <a:pt x="432530" y="253079"/>
                  </a:lnTo>
                  <a:cubicBezTo>
                    <a:pt x="438150" y="247460"/>
                    <a:pt x="447199" y="247460"/>
                    <a:pt x="452723" y="253079"/>
                  </a:cubicBezTo>
                  <a:cubicBezTo>
                    <a:pt x="458343" y="258699"/>
                    <a:pt x="458343" y="267748"/>
                    <a:pt x="452723" y="273272"/>
                  </a:cubicBezTo>
                  <a:lnTo>
                    <a:pt x="403574" y="322421"/>
                  </a:lnTo>
                  <a:lnTo>
                    <a:pt x="452723" y="371570"/>
                  </a:lnTo>
                  <a:close/>
                  <a:moveTo>
                    <a:pt x="341471" y="260985"/>
                  </a:moveTo>
                  <a:cubicBezTo>
                    <a:pt x="341471" y="271463"/>
                    <a:pt x="332899" y="280226"/>
                    <a:pt x="322421" y="280226"/>
                  </a:cubicBezTo>
                  <a:cubicBezTo>
                    <a:pt x="311944" y="280226"/>
                    <a:pt x="303371" y="271939"/>
                    <a:pt x="303371" y="261366"/>
                  </a:cubicBezTo>
                  <a:lnTo>
                    <a:pt x="303371" y="260890"/>
                  </a:lnTo>
                  <a:cubicBezTo>
                    <a:pt x="303371" y="250412"/>
                    <a:pt x="311944" y="241840"/>
                    <a:pt x="322421" y="241840"/>
                  </a:cubicBezTo>
                  <a:cubicBezTo>
                    <a:pt x="332899" y="241840"/>
                    <a:pt x="341471" y="250412"/>
                    <a:pt x="341471" y="260890"/>
                  </a:cubicBezTo>
                  <a:close/>
                  <a:moveTo>
                    <a:pt x="341471" y="197358"/>
                  </a:moveTo>
                  <a:cubicBezTo>
                    <a:pt x="341471" y="207836"/>
                    <a:pt x="332899" y="216599"/>
                    <a:pt x="322421" y="216599"/>
                  </a:cubicBezTo>
                  <a:cubicBezTo>
                    <a:pt x="311944" y="216599"/>
                    <a:pt x="303371" y="208312"/>
                    <a:pt x="303371" y="197834"/>
                  </a:cubicBezTo>
                  <a:lnTo>
                    <a:pt x="303371" y="197358"/>
                  </a:lnTo>
                  <a:cubicBezTo>
                    <a:pt x="303371" y="186881"/>
                    <a:pt x="311944" y="178308"/>
                    <a:pt x="322421" y="178308"/>
                  </a:cubicBezTo>
                  <a:cubicBezTo>
                    <a:pt x="332899" y="178308"/>
                    <a:pt x="341471" y="186881"/>
                    <a:pt x="341471" y="197358"/>
                  </a:cubicBezTo>
                  <a:close/>
                  <a:moveTo>
                    <a:pt x="253079" y="176784"/>
                  </a:moveTo>
                  <a:cubicBezTo>
                    <a:pt x="247460" y="171164"/>
                    <a:pt x="247460" y="162116"/>
                    <a:pt x="253079" y="156591"/>
                  </a:cubicBezTo>
                  <a:lnTo>
                    <a:pt x="312325" y="97346"/>
                  </a:lnTo>
                  <a:cubicBezTo>
                    <a:pt x="317945" y="91726"/>
                    <a:pt x="326993" y="91726"/>
                    <a:pt x="332518" y="97346"/>
                  </a:cubicBezTo>
                  <a:lnTo>
                    <a:pt x="391763" y="156591"/>
                  </a:lnTo>
                  <a:cubicBezTo>
                    <a:pt x="397383" y="162211"/>
                    <a:pt x="397383" y="171260"/>
                    <a:pt x="391763" y="176784"/>
                  </a:cubicBezTo>
                  <a:cubicBezTo>
                    <a:pt x="389001" y="179546"/>
                    <a:pt x="385286" y="180975"/>
                    <a:pt x="381667" y="180975"/>
                  </a:cubicBezTo>
                  <a:cubicBezTo>
                    <a:pt x="378047" y="180975"/>
                    <a:pt x="374333" y="179546"/>
                    <a:pt x="371570" y="176784"/>
                  </a:cubicBezTo>
                  <a:lnTo>
                    <a:pt x="322421" y="127635"/>
                  </a:lnTo>
                  <a:lnTo>
                    <a:pt x="273272" y="176784"/>
                  </a:lnTo>
                  <a:cubicBezTo>
                    <a:pt x="267653" y="182404"/>
                    <a:pt x="258604" y="182404"/>
                    <a:pt x="253079" y="176784"/>
                  </a:cubicBezTo>
                  <a:close/>
                  <a:moveTo>
                    <a:pt x="341471" y="383858"/>
                  </a:moveTo>
                  <a:cubicBezTo>
                    <a:pt x="341471" y="394335"/>
                    <a:pt x="332899" y="402908"/>
                    <a:pt x="322421" y="402908"/>
                  </a:cubicBezTo>
                  <a:cubicBezTo>
                    <a:pt x="311944" y="402908"/>
                    <a:pt x="303371" y="394335"/>
                    <a:pt x="303371" y="383858"/>
                  </a:cubicBezTo>
                  <a:cubicBezTo>
                    <a:pt x="303371" y="373380"/>
                    <a:pt x="311944" y="364617"/>
                    <a:pt x="322421" y="364617"/>
                  </a:cubicBezTo>
                  <a:cubicBezTo>
                    <a:pt x="332899" y="364617"/>
                    <a:pt x="341471" y="372904"/>
                    <a:pt x="341471" y="383476"/>
                  </a:cubicBezTo>
                  <a:lnTo>
                    <a:pt x="341471" y="383953"/>
                  </a:lnTo>
                  <a:close/>
                  <a:moveTo>
                    <a:pt x="341471" y="446913"/>
                  </a:moveTo>
                  <a:lnTo>
                    <a:pt x="341471" y="447389"/>
                  </a:lnTo>
                  <a:cubicBezTo>
                    <a:pt x="341471" y="457867"/>
                    <a:pt x="332899" y="466439"/>
                    <a:pt x="322421" y="466439"/>
                  </a:cubicBezTo>
                  <a:cubicBezTo>
                    <a:pt x="311944" y="466439"/>
                    <a:pt x="303371" y="457867"/>
                    <a:pt x="303371" y="447389"/>
                  </a:cubicBezTo>
                  <a:cubicBezTo>
                    <a:pt x="303371" y="436912"/>
                    <a:pt x="311944" y="428149"/>
                    <a:pt x="322421" y="428149"/>
                  </a:cubicBezTo>
                  <a:cubicBezTo>
                    <a:pt x="332899" y="428149"/>
                    <a:pt x="341471" y="436436"/>
                    <a:pt x="341471" y="446913"/>
                  </a:cubicBezTo>
                  <a:close/>
                  <a:moveTo>
                    <a:pt x="391763" y="467963"/>
                  </a:moveTo>
                  <a:cubicBezTo>
                    <a:pt x="397383" y="473583"/>
                    <a:pt x="397383" y="482632"/>
                    <a:pt x="391763" y="488156"/>
                  </a:cubicBezTo>
                  <a:lnTo>
                    <a:pt x="332518" y="547402"/>
                  </a:lnTo>
                  <a:cubicBezTo>
                    <a:pt x="329756" y="550164"/>
                    <a:pt x="326041" y="551593"/>
                    <a:pt x="322421" y="551593"/>
                  </a:cubicBezTo>
                  <a:cubicBezTo>
                    <a:pt x="318802" y="551593"/>
                    <a:pt x="315087" y="550164"/>
                    <a:pt x="312325" y="547402"/>
                  </a:cubicBezTo>
                  <a:lnTo>
                    <a:pt x="253079" y="488156"/>
                  </a:lnTo>
                  <a:cubicBezTo>
                    <a:pt x="247460" y="482537"/>
                    <a:pt x="247460" y="473488"/>
                    <a:pt x="253079" y="467963"/>
                  </a:cubicBezTo>
                  <a:cubicBezTo>
                    <a:pt x="258699" y="462344"/>
                    <a:pt x="267748" y="462344"/>
                    <a:pt x="273272" y="467963"/>
                  </a:cubicBezTo>
                  <a:lnTo>
                    <a:pt x="322421" y="517112"/>
                  </a:lnTo>
                  <a:lnTo>
                    <a:pt x="371570" y="467963"/>
                  </a:lnTo>
                  <a:cubicBezTo>
                    <a:pt x="377190" y="462344"/>
                    <a:pt x="386239" y="462344"/>
                    <a:pt x="391763" y="467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82814" tIns="91382" rIns="182814" bIns="91382" anchor="ctr" anchorCtr="0">
              <a:noAutofit/>
            </a:bodyPr>
            <a:lstStyle/>
            <a:p>
              <a:pPr marL="0" marR="0" lvl="0" indent="0" algn="l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Tx/>
                <a:buNone/>
                <a:tabLst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1" name="Graphic 80">
            <a:extLst>
              <a:ext uri="{FF2B5EF4-FFF2-40B4-BE49-F238E27FC236}">
                <a16:creationId xmlns:a16="http://schemas.microsoft.com/office/drawing/2014/main" id="{42D62CD9-D934-4BEE-5B1C-0FB5731BBC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3284" y="5879460"/>
            <a:ext cx="146324" cy="153129"/>
          </a:xfrm>
          <a:prstGeom prst="rect">
            <a:avLst/>
          </a:prstGeom>
        </p:spPr>
      </p:pic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D92ABFBD-BB16-F6E8-007F-6495DE988AF9}"/>
              </a:ext>
            </a:extLst>
          </p:cNvPr>
          <p:cNvSpPr/>
          <p:nvPr/>
        </p:nvSpPr>
        <p:spPr>
          <a:xfrm>
            <a:off x="8648791" y="5001635"/>
            <a:ext cx="2534147" cy="1280877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r" defTabSz="914355">
              <a:buClrTx/>
              <a:buFontTx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Branch </a:t>
            </a:r>
            <a:r>
              <a:rPr lang="en-US" sz="1050" b="1" kern="1200" dirty="0">
                <a:solidFill>
                  <a:srgbClr val="FFFFFF"/>
                </a:solidFill>
                <a:latin typeface="Century Gothic" panose="020F0302020204030204"/>
              </a:rPr>
              <a:t>&lt;X&gt;</a:t>
            </a:r>
            <a:endParaRPr lang="en-US" dirty="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81E99C9-9BA1-0669-6EE3-02762490B098}"/>
              </a:ext>
            </a:extLst>
          </p:cNvPr>
          <p:cNvCxnSpPr>
            <a:cxnSpLocks/>
          </p:cNvCxnSpPr>
          <p:nvPr/>
        </p:nvCxnSpPr>
        <p:spPr>
          <a:xfrm flipV="1">
            <a:off x="9709931" y="4979254"/>
            <a:ext cx="0" cy="7202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Google Shape;52;p3">
            <a:extLst>
              <a:ext uri="{FF2B5EF4-FFF2-40B4-BE49-F238E27FC236}">
                <a16:creationId xmlns:a16="http://schemas.microsoft.com/office/drawing/2014/main" id="{F11A4158-529D-14CA-E042-E81FC6C4C0CA}"/>
              </a:ext>
            </a:extLst>
          </p:cNvPr>
          <p:cNvSpPr/>
          <p:nvPr/>
        </p:nvSpPr>
        <p:spPr>
          <a:xfrm>
            <a:off x="9191995" y="5854612"/>
            <a:ext cx="316227" cy="256419"/>
          </a:xfrm>
          <a:custGeom>
            <a:avLst/>
            <a:gdLst/>
            <a:ahLst/>
            <a:cxnLst/>
            <a:rect l="l" t="t" r="r" b="b"/>
            <a:pathLst>
              <a:path w="765809" h="519683" extrusionOk="0">
                <a:moveTo>
                  <a:pt x="673799" y="360807"/>
                </a:moveTo>
                <a:cubicBezTo>
                  <a:pt x="665911" y="361018"/>
                  <a:pt x="659345" y="354794"/>
                  <a:pt x="659135" y="346905"/>
                </a:cubicBezTo>
                <a:cubicBezTo>
                  <a:pt x="659132" y="346777"/>
                  <a:pt x="659130" y="346648"/>
                  <a:pt x="659130" y="346519"/>
                </a:cubicBezTo>
                <a:lnTo>
                  <a:pt x="659130" y="61913"/>
                </a:lnTo>
                <a:cubicBezTo>
                  <a:pt x="659130" y="43501"/>
                  <a:pt x="644204" y="28575"/>
                  <a:pt x="625793" y="28575"/>
                </a:cubicBezTo>
                <a:lnTo>
                  <a:pt x="139637" y="28575"/>
                </a:lnTo>
                <a:cubicBezTo>
                  <a:pt x="121225" y="28575"/>
                  <a:pt x="106299" y="43501"/>
                  <a:pt x="106299" y="61913"/>
                </a:cubicBezTo>
                <a:lnTo>
                  <a:pt x="106299" y="346519"/>
                </a:lnTo>
                <a:cubicBezTo>
                  <a:pt x="106299" y="354410"/>
                  <a:pt x="99902" y="360807"/>
                  <a:pt x="92012" y="360807"/>
                </a:cubicBezTo>
                <a:cubicBezTo>
                  <a:pt x="84121" y="360807"/>
                  <a:pt x="77724" y="354410"/>
                  <a:pt x="77724" y="346519"/>
                </a:cubicBezTo>
                <a:lnTo>
                  <a:pt x="77724" y="61913"/>
                </a:lnTo>
                <a:cubicBezTo>
                  <a:pt x="77724" y="27719"/>
                  <a:pt x="105443" y="0"/>
                  <a:pt x="139637" y="0"/>
                </a:cubicBezTo>
                <a:lnTo>
                  <a:pt x="626174" y="0"/>
                </a:lnTo>
                <a:cubicBezTo>
                  <a:pt x="660367" y="0"/>
                  <a:pt x="688086" y="27719"/>
                  <a:pt x="688086" y="61913"/>
                </a:cubicBezTo>
                <a:lnTo>
                  <a:pt x="688086" y="346519"/>
                </a:lnTo>
                <a:cubicBezTo>
                  <a:pt x="688086" y="354410"/>
                  <a:pt x="681689" y="360807"/>
                  <a:pt x="673799" y="360807"/>
                </a:cubicBezTo>
                <a:close/>
                <a:moveTo>
                  <a:pt x="765810" y="467296"/>
                </a:moveTo>
                <a:lnTo>
                  <a:pt x="765810" y="441674"/>
                </a:lnTo>
                <a:cubicBezTo>
                  <a:pt x="765753" y="412763"/>
                  <a:pt x="742334" y="389339"/>
                  <a:pt x="713423" y="389287"/>
                </a:cubicBezTo>
                <a:lnTo>
                  <a:pt x="52388" y="389287"/>
                </a:lnTo>
                <a:cubicBezTo>
                  <a:pt x="23476" y="389339"/>
                  <a:pt x="52" y="412763"/>
                  <a:pt x="0" y="441674"/>
                </a:cubicBezTo>
                <a:lnTo>
                  <a:pt x="0" y="467296"/>
                </a:lnTo>
                <a:cubicBezTo>
                  <a:pt x="0" y="496230"/>
                  <a:pt x="23454" y="519684"/>
                  <a:pt x="52388" y="519684"/>
                </a:cubicBezTo>
                <a:lnTo>
                  <a:pt x="713423" y="519684"/>
                </a:lnTo>
                <a:cubicBezTo>
                  <a:pt x="742356" y="519684"/>
                  <a:pt x="765810" y="496230"/>
                  <a:pt x="765810" y="467296"/>
                </a:cubicBezTo>
                <a:close/>
                <a:moveTo>
                  <a:pt x="713423" y="417862"/>
                </a:moveTo>
                <a:cubicBezTo>
                  <a:pt x="726552" y="417914"/>
                  <a:pt x="737183" y="428545"/>
                  <a:pt x="737235" y="441674"/>
                </a:cubicBezTo>
                <a:lnTo>
                  <a:pt x="737235" y="467296"/>
                </a:lnTo>
                <a:cubicBezTo>
                  <a:pt x="737183" y="480426"/>
                  <a:pt x="726552" y="491057"/>
                  <a:pt x="713423" y="491109"/>
                </a:cubicBezTo>
                <a:lnTo>
                  <a:pt x="52388" y="491109"/>
                </a:lnTo>
                <a:cubicBezTo>
                  <a:pt x="39258" y="491057"/>
                  <a:pt x="28627" y="480426"/>
                  <a:pt x="28575" y="467296"/>
                </a:cubicBezTo>
                <a:lnTo>
                  <a:pt x="28575" y="441674"/>
                </a:lnTo>
                <a:cubicBezTo>
                  <a:pt x="28627" y="428545"/>
                  <a:pt x="39258" y="417914"/>
                  <a:pt x="52388" y="417862"/>
                </a:cubicBezTo>
                <a:close/>
                <a:moveTo>
                  <a:pt x="382905" y="435483"/>
                </a:moveTo>
                <a:cubicBezTo>
                  <a:pt x="372384" y="435483"/>
                  <a:pt x="363855" y="444012"/>
                  <a:pt x="363855" y="454533"/>
                </a:cubicBezTo>
                <a:cubicBezTo>
                  <a:pt x="363855" y="465054"/>
                  <a:pt x="372384" y="473583"/>
                  <a:pt x="382905" y="473583"/>
                </a:cubicBezTo>
                <a:cubicBezTo>
                  <a:pt x="393426" y="473583"/>
                  <a:pt x="401955" y="465054"/>
                  <a:pt x="401955" y="454533"/>
                </a:cubicBezTo>
                <a:cubicBezTo>
                  <a:pt x="401955" y="444012"/>
                  <a:pt x="393426" y="435483"/>
                  <a:pt x="382905" y="43548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19" tIns="45697" rIns="91419" bIns="45697" anchor="ctr" anchorCtr="0">
            <a:no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Arial"/>
              <a:cs typeface="Arial"/>
              <a:sym typeface="Arial"/>
            </a:endParaRPr>
          </a:p>
        </p:txBody>
      </p:sp>
      <p:sp>
        <p:nvSpPr>
          <p:cNvPr id="85" name="Google Shape;72;p3">
            <a:extLst>
              <a:ext uri="{FF2B5EF4-FFF2-40B4-BE49-F238E27FC236}">
                <a16:creationId xmlns:a16="http://schemas.microsoft.com/office/drawing/2014/main" id="{7A508543-9D8E-2D4A-D0FA-6C99171DB76C}"/>
              </a:ext>
            </a:extLst>
          </p:cNvPr>
          <p:cNvSpPr/>
          <p:nvPr/>
        </p:nvSpPr>
        <p:spPr>
          <a:xfrm>
            <a:off x="9693780" y="5862550"/>
            <a:ext cx="155858" cy="239326"/>
          </a:xfrm>
          <a:custGeom>
            <a:avLst/>
            <a:gdLst/>
            <a:ahLst/>
            <a:cxnLst/>
            <a:rect l="l" t="t" r="r" b="b"/>
            <a:pathLst>
              <a:path w="514540" h="790098" extrusionOk="0">
                <a:moveTo>
                  <a:pt x="444532" y="298418"/>
                </a:moveTo>
                <a:lnTo>
                  <a:pt x="70009" y="298418"/>
                </a:lnTo>
                <a:cubicBezTo>
                  <a:pt x="62103" y="298418"/>
                  <a:pt x="55721" y="292037"/>
                  <a:pt x="55721" y="284131"/>
                </a:cubicBezTo>
                <a:cubicBezTo>
                  <a:pt x="55721" y="276225"/>
                  <a:pt x="62103" y="269843"/>
                  <a:pt x="70009" y="269843"/>
                </a:cubicBezTo>
                <a:lnTo>
                  <a:pt x="444627" y="269843"/>
                </a:lnTo>
                <a:cubicBezTo>
                  <a:pt x="452533" y="269843"/>
                  <a:pt x="458914" y="276225"/>
                  <a:pt x="458914" y="284131"/>
                </a:cubicBezTo>
                <a:cubicBezTo>
                  <a:pt x="458914" y="292037"/>
                  <a:pt x="452533" y="298418"/>
                  <a:pt x="444627" y="298418"/>
                </a:cubicBezTo>
                <a:close/>
                <a:moveTo>
                  <a:pt x="70009" y="90488"/>
                </a:moveTo>
                <a:lnTo>
                  <a:pt x="444627" y="90488"/>
                </a:lnTo>
                <a:cubicBezTo>
                  <a:pt x="452533" y="90488"/>
                  <a:pt x="458914" y="84106"/>
                  <a:pt x="458914" y="76200"/>
                </a:cubicBezTo>
                <a:cubicBezTo>
                  <a:pt x="458914" y="68294"/>
                  <a:pt x="452533" y="61913"/>
                  <a:pt x="444627" y="61913"/>
                </a:cubicBezTo>
                <a:lnTo>
                  <a:pt x="70009" y="61913"/>
                </a:lnTo>
                <a:cubicBezTo>
                  <a:pt x="62103" y="61913"/>
                  <a:pt x="55721" y="68294"/>
                  <a:pt x="55721" y="76200"/>
                </a:cubicBezTo>
                <a:cubicBezTo>
                  <a:pt x="55721" y="84106"/>
                  <a:pt x="62103" y="90488"/>
                  <a:pt x="70009" y="90488"/>
                </a:cubicBezTo>
                <a:close/>
                <a:moveTo>
                  <a:pt x="271558" y="360331"/>
                </a:moveTo>
                <a:lnTo>
                  <a:pt x="271558" y="416719"/>
                </a:lnTo>
                <a:lnTo>
                  <a:pt x="463582" y="416719"/>
                </a:lnTo>
                <a:cubicBezTo>
                  <a:pt x="491681" y="416719"/>
                  <a:pt x="514541" y="439579"/>
                  <a:pt x="514541" y="467678"/>
                </a:cubicBezTo>
                <a:cubicBezTo>
                  <a:pt x="514541" y="495776"/>
                  <a:pt x="491681" y="518636"/>
                  <a:pt x="463582" y="518636"/>
                </a:cubicBezTo>
                <a:lnTo>
                  <a:pt x="271558" y="518636"/>
                </a:lnTo>
                <a:lnTo>
                  <a:pt x="271558" y="612267"/>
                </a:lnTo>
                <a:lnTo>
                  <a:pt x="381286" y="689896"/>
                </a:lnTo>
                <a:cubicBezTo>
                  <a:pt x="391097" y="681704"/>
                  <a:pt x="403765" y="676751"/>
                  <a:pt x="417576" y="676751"/>
                </a:cubicBezTo>
                <a:cubicBezTo>
                  <a:pt x="448818" y="676751"/>
                  <a:pt x="474250" y="702183"/>
                  <a:pt x="474250" y="733425"/>
                </a:cubicBezTo>
                <a:cubicBezTo>
                  <a:pt x="474250" y="764667"/>
                  <a:pt x="448818" y="790099"/>
                  <a:pt x="417576" y="790099"/>
                </a:cubicBezTo>
                <a:cubicBezTo>
                  <a:pt x="386334" y="790099"/>
                  <a:pt x="360902" y="764667"/>
                  <a:pt x="360902" y="733425"/>
                </a:cubicBezTo>
                <a:cubicBezTo>
                  <a:pt x="360902" y="726281"/>
                  <a:pt x="362331" y="719519"/>
                  <a:pt x="364712" y="713232"/>
                </a:cubicBezTo>
                <a:lnTo>
                  <a:pt x="257270" y="637223"/>
                </a:lnTo>
                <a:lnTo>
                  <a:pt x="149828" y="713232"/>
                </a:lnTo>
                <a:cubicBezTo>
                  <a:pt x="152210" y="719519"/>
                  <a:pt x="153638" y="726377"/>
                  <a:pt x="153638" y="733425"/>
                </a:cubicBezTo>
                <a:cubicBezTo>
                  <a:pt x="153638" y="764667"/>
                  <a:pt x="128206" y="790099"/>
                  <a:pt x="96964" y="790099"/>
                </a:cubicBezTo>
                <a:cubicBezTo>
                  <a:pt x="65722" y="790099"/>
                  <a:pt x="40291" y="764667"/>
                  <a:pt x="40291" y="733425"/>
                </a:cubicBezTo>
                <a:cubicBezTo>
                  <a:pt x="40291" y="702183"/>
                  <a:pt x="65722" y="676751"/>
                  <a:pt x="96964" y="676751"/>
                </a:cubicBezTo>
                <a:cubicBezTo>
                  <a:pt x="110776" y="676751"/>
                  <a:pt x="123349" y="681704"/>
                  <a:pt x="133255" y="689896"/>
                </a:cubicBezTo>
                <a:lnTo>
                  <a:pt x="242983" y="612267"/>
                </a:lnTo>
                <a:lnTo>
                  <a:pt x="242983" y="518636"/>
                </a:lnTo>
                <a:lnTo>
                  <a:pt x="50959" y="518636"/>
                </a:lnTo>
                <a:cubicBezTo>
                  <a:pt x="22860" y="518636"/>
                  <a:pt x="0" y="495776"/>
                  <a:pt x="0" y="467678"/>
                </a:cubicBezTo>
                <a:cubicBezTo>
                  <a:pt x="0" y="439579"/>
                  <a:pt x="22860" y="416719"/>
                  <a:pt x="50959" y="416719"/>
                </a:cubicBezTo>
                <a:lnTo>
                  <a:pt x="242983" y="416719"/>
                </a:lnTo>
                <a:lnTo>
                  <a:pt x="242983" y="360331"/>
                </a:lnTo>
                <a:lnTo>
                  <a:pt x="45148" y="360331"/>
                </a:lnTo>
                <a:cubicBezTo>
                  <a:pt x="20288" y="360331"/>
                  <a:pt x="95" y="340138"/>
                  <a:pt x="95" y="315278"/>
                </a:cubicBezTo>
                <a:lnTo>
                  <a:pt x="95" y="45053"/>
                </a:lnTo>
                <a:cubicBezTo>
                  <a:pt x="95" y="20193"/>
                  <a:pt x="20288" y="0"/>
                  <a:pt x="45148" y="0"/>
                </a:cubicBezTo>
                <a:lnTo>
                  <a:pt x="469487" y="0"/>
                </a:lnTo>
                <a:cubicBezTo>
                  <a:pt x="494347" y="0"/>
                  <a:pt x="514541" y="20193"/>
                  <a:pt x="514541" y="45053"/>
                </a:cubicBezTo>
                <a:lnTo>
                  <a:pt x="514541" y="315182"/>
                </a:lnTo>
                <a:cubicBezTo>
                  <a:pt x="514541" y="340043"/>
                  <a:pt x="494347" y="360236"/>
                  <a:pt x="469487" y="360236"/>
                </a:cubicBezTo>
                <a:lnTo>
                  <a:pt x="271653" y="360236"/>
                </a:lnTo>
                <a:close/>
                <a:moveTo>
                  <a:pt x="125063" y="733330"/>
                </a:moveTo>
                <a:cubicBezTo>
                  <a:pt x="125063" y="717804"/>
                  <a:pt x="112490" y="705231"/>
                  <a:pt x="96964" y="705231"/>
                </a:cubicBezTo>
                <a:cubicBezTo>
                  <a:pt x="81439" y="705231"/>
                  <a:pt x="68866" y="717804"/>
                  <a:pt x="68866" y="733330"/>
                </a:cubicBezTo>
                <a:cubicBezTo>
                  <a:pt x="68866" y="748856"/>
                  <a:pt x="81439" y="761429"/>
                  <a:pt x="96964" y="761429"/>
                </a:cubicBezTo>
                <a:cubicBezTo>
                  <a:pt x="112490" y="761429"/>
                  <a:pt x="125063" y="748856"/>
                  <a:pt x="125063" y="733330"/>
                </a:cubicBezTo>
                <a:close/>
                <a:moveTo>
                  <a:pt x="389477" y="733330"/>
                </a:moveTo>
                <a:cubicBezTo>
                  <a:pt x="389477" y="748856"/>
                  <a:pt x="402050" y="761429"/>
                  <a:pt x="417576" y="761429"/>
                </a:cubicBezTo>
                <a:cubicBezTo>
                  <a:pt x="433102" y="761429"/>
                  <a:pt x="445675" y="748856"/>
                  <a:pt x="445675" y="733330"/>
                </a:cubicBezTo>
                <a:cubicBezTo>
                  <a:pt x="445675" y="717804"/>
                  <a:pt x="433102" y="705231"/>
                  <a:pt x="417576" y="705231"/>
                </a:cubicBezTo>
                <a:cubicBezTo>
                  <a:pt x="402050" y="705231"/>
                  <a:pt x="389477" y="717804"/>
                  <a:pt x="389477" y="733330"/>
                </a:cubicBezTo>
                <a:close/>
                <a:moveTo>
                  <a:pt x="463582" y="445294"/>
                </a:moveTo>
                <a:lnTo>
                  <a:pt x="50959" y="445294"/>
                </a:lnTo>
                <a:cubicBezTo>
                  <a:pt x="38671" y="445294"/>
                  <a:pt x="28575" y="455295"/>
                  <a:pt x="28575" y="467678"/>
                </a:cubicBezTo>
                <a:cubicBezTo>
                  <a:pt x="28575" y="480060"/>
                  <a:pt x="38576" y="490061"/>
                  <a:pt x="50959" y="490061"/>
                </a:cubicBezTo>
                <a:lnTo>
                  <a:pt x="463487" y="490061"/>
                </a:lnTo>
                <a:cubicBezTo>
                  <a:pt x="475774" y="490061"/>
                  <a:pt x="485870" y="480060"/>
                  <a:pt x="485870" y="467678"/>
                </a:cubicBezTo>
                <a:cubicBezTo>
                  <a:pt x="485870" y="455295"/>
                  <a:pt x="475869" y="445294"/>
                  <a:pt x="463487" y="445294"/>
                </a:cubicBezTo>
                <a:close/>
                <a:moveTo>
                  <a:pt x="45148" y="331756"/>
                </a:moveTo>
                <a:lnTo>
                  <a:pt x="469487" y="331756"/>
                </a:lnTo>
                <a:cubicBezTo>
                  <a:pt x="478536" y="331756"/>
                  <a:pt x="485966" y="324422"/>
                  <a:pt x="485966" y="315278"/>
                </a:cubicBezTo>
                <a:lnTo>
                  <a:pt x="485966" y="45053"/>
                </a:lnTo>
                <a:cubicBezTo>
                  <a:pt x="485966" y="36005"/>
                  <a:pt x="478631" y="28575"/>
                  <a:pt x="469487" y="28575"/>
                </a:cubicBezTo>
                <a:lnTo>
                  <a:pt x="45148" y="28575"/>
                </a:lnTo>
                <a:cubicBezTo>
                  <a:pt x="36100" y="28575"/>
                  <a:pt x="28670" y="35909"/>
                  <a:pt x="28670" y="45053"/>
                </a:cubicBezTo>
                <a:lnTo>
                  <a:pt x="28670" y="315182"/>
                </a:lnTo>
                <a:cubicBezTo>
                  <a:pt x="28670" y="324231"/>
                  <a:pt x="36004" y="331661"/>
                  <a:pt x="45148" y="331661"/>
                </a:cubicBezTo>
                <a:close/>
                <a:moveTo>
                  <a:pt x="313944" y="733330"/>
                </a:moveTo>
                <a:cubicBezTo>
                  <a:pt x="313944" y="764572"/>
                  <a:pt x="288512" y="790004"/>
                  <a:pt x="257270" y="790004"/>
                </a:cubicBezTo>
                <a:cubicBezTo>
                  <a:pt x="226028" y="790004"/>
                  <a:pt x="200596" y="764572"/>
                  <a:pt x="200596" y="733330"/>
                </a:cubicBezTo>
                <a:cubicBezTo>
                  <a:pt x="200596" y="702088"/>
                  <a:pt x="226028" y="676656"/>
                  <a:pt x="257270" y="676656"/>
                </a:cubicBezTo>
                <a:cubicBezTo>
                  <a:pt x="288512" y="676656"/>
                  <a:pt x="313944" y="702088"/>
                  <a:pt x="313944" y="733330"/>
                </a:cubicBezTo>
                <a:close/>
                <a:moveTo>
                  <a:pt x="285369" y="733330"/>
                </a:moveTo>
                <a:cubicBezTo>
                  <a:pt x="285369" y="717804"/>
                  <a:pt x="272796" y="705231"/>
                  <a:pt x="257270" y="705231"/>
                </a:cubicBezTo>
                <a:cubicBezTo>
                  <a:pt x="241744" y="705231"/>
                  <a:pt x="229171" y="717804"/>
                  <a:pt x="229171" y="733330"/>
                </a:cubicBezTo>
                <a:cubicBezTo>
                  <a:pt x="229171" y="748856"/>
                  <a:pt x="241744" y="761429"/>
                  <a:pt x="257270" y="761429"/>
                </a:cubicBezTo>
                <a:cubicBezTo>
                  <a:pt x="272796" y="761429"/>
                  <a:pt x="285369" y="748856"/>
                  <a:pt x="285369" y="733330"/>
                </a:cubicBezTo>
                <a:close/>
                <a:moveTo>
                  <a:pt x="257270" y="222314"/>
                </a:moveTo>
                <a:cubicBezTo>
                  <a:pt x="265176" y="222314"/>
                  <a:pt x="271558" y="215932"/>
                  <a:pt x="271558" y="208026"/>
                </a:cubicBezTo>
                <a:lnTo>
                  <a:pt x="271558" y="194024"/>
                </a:lnTo>
                <a:lnTo>
                  <a:pt x="285560" y="194024"/>
                </a:lnTo>
                <a:cubicBezTo>
                  <a:pt x="293465" y="194024"/>
                  <a:pt x="299847" y="187643"/>
                  <a:pt x="299847" y="179737"/>
                </a:cubicBezTo>
                <a:cubicBezTo>
                  <a:pt x="299847" y="171831"/>
                  <a:pt x="293465" y="165449"/>
                  <a:pt x="285560" y="165449"/>
                </a:cubicBezTo>
                <a:lnTo>
                  <a:pt x="271558" y="165449"/>
                </a:lnTo>
                <a:lnTo>
                  <a:pt x="271558" y="151448"/>
                </a:lnTo>
                <a:cubicBezTo>
                  <a:pt x="271558" y="143542"/>
                  <a:pt x="265176" y="137160"/>
                  <a:pt x="257270" y="137160"/>
                </a:cubicBezTo>
                <a:cubicBezTo>
                  <a:pt x="249364" y="137160"/>
                  <a:pt x="242983" y="143542"/>
                  <a:pt x="242983" y="151448"/>
                </a:cubicBezTo>
                <a:lnTo>
                  <a:pt x="242983" y="165449"/>
                </a:lnTo>
                <a:lnTo>
                  <a:pt x="228981" y="165449"/>
                </a:lnTo>
                <a:cubicBezTo>
                  <a:pt x="221075" y="165449"/>
                  <a:pt x="214693" y="171831"/>
                  <a:pt x="214693" y="179737"/>
                </a:cubicBezTo>
                <a:cubicBezTo>
                  <a:pt x="214693" y="187643"/>
                  <a:pt x="221075" y="194024"/>
                  <a:pt x="228981" y="194024"/>
                </a:cubicBezTo>
                <a:lnTo>
                  <a:pt x="242983" y="194024"/>
                </a:lnTo>
                <a:lnTo>
                  <a:pt x="242983" y="208026"/>
                </a:lnTo>
                <a:cubicBezTo>
                  <a:pt x="242983" y="215932"/>
                  <a:pt x="249364" y="222314"/>
                  <a:pt x="257270" y="22231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19" tIns="45697" rIns="91419" bIns="45697" anchor="ctr" anchorCtr="0">
            <a:no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Arial"/>
              <a:cs typeface="Arial"/>
              <a:sym typeface="Arial"/>
            </a:endParaRPr>
          </a:p>
        </p:txBody>
      </p:sp>
      <p:pic>
        <p:nvPicPr>
          <p:cNvPr id="86" name="Graphic 85">
            <a:extLst>
              <a:ext uri="{FF2B5EF4-FFF2-40B4-BE49-F238E27FC236}">
                <a16:creationId xmlns:a16="http://schemas.microsoft.com/office/drawing/2014/main" id="{AF55A214-22A1-FA26-A8C9-E2C4DB3DAE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9295" y="5837373"/>
            <a:ext cx="316227" cy="273657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BAC6477E-ACCB-7F7B-158C-18C7DA6009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95" y="5842572"/>
            <a:ext cx="287087" cy="259303"/>
          </a:xfrm>
          <a:prstGeom prst="rect">
            <a:avLst/>
          </a:prstGeom>
        </p:spPr>
      </p:pic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511604A-2EAF-F760-FDDE-D3A04F9F0A94}"/>
              </a:ext>
            </a:extLst>
          </p:cNvPr>
          <p:cNvCxnSpPr>
            <a:cxnSpLocks/>
            <a:endCxn id="91" idx="1"/>
          </p:cNvCxnSpPr>
          <p:nvPr/>
        </p:nvCxnSpPr>
        <p:spPr>
          <a:xfrm>
            <a:off x="9601731" y="5074897"/>
            <a:ext cx="4242" cy="223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3FE1D9C-94D4-BDB4-BF16-293034F1754D}"/>
              </a:ext>
            </a:extLst>
          </p:cNvPr>
          <p:cNvCxnSpPr>
            <a:cxnSpLocks/>
            <a:stCxn id="91" idx="7"/>
          </p:cNvCxnSpPr>
          <p:nvPr/>
        </p:nvCxnSpPr>
        <p:spPr>
          <a:xfrm flipV="1">
            <a:off x="9810606" y="5072123"/>
            <a:ext cx="0" cy="225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EB1D87D-0680-FFDE-05FF-71E9B9ED2AD8}"/>
              </a:ext>
            </a:extLst>
          </p:cNvPr>
          <p:cNvGrpSpPr/>
          <p:nvPr/>
        </p:nvGrpSpPr>
        <p:grpSpPr>
          <a:xfrm>
            <a:off x="9563592" y="5255580"/>
            <a:ext cx="289396" cy="289396"/>
            <a:chOff x="3909357" y="3102510"/>
            <a:chExt cx="577976" cy="577976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E99B34F9-99C4-6BEC-2F81-F1EEE200CFD8}"/>
                </a:ext>
              </a:extLst>
            </p:cNvPr>
            <p:cNvSpPr/>
            <p:nvPr/>
          </p:nvSpPr>
          <p:spPr>
            <a:xfrm>
              <a:off x="3909357" y="3102510"/>
              <a:ext cx="577976" cy="57797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92" name="Graphic 14">
              <a:extLst>
                <a:ext uri="{FF2B5EF4-FFF2-40B4-BE49-F238E27FC236}">
                  <a16:creationId xmlns:a16="http://schemas.microsoft.com/office/drawing/2014/main" id="{02ACA912-6E26-358E-A567-5DF61848980E}"/>
                </a:ext>
              </a:extLst>
            </p:cNvPr>
            <p:cNvSpPr/>
            <p:nvPr/>
          </p:nvSpPr>
          <p:spPr>
            <a:xfrm>
              <a:off x="4007163" y="3200284"/>
              <a:ext cx="387544" cy="390659"/>
            </a:xfrm>
            <a:custGeom>
              <a:avLst/>
              <a:gdLst>
                <a:gd name="connsiteX0" fmla="*/ 533305 w 616458"/>
                <a:gd name="connsiteY0" fmla="*/ 300609 h 621411"/>
                <a:gd name="connsiteX1" fmla="*/ 474059 w 616458"/>
                <a:gd name="connsiteY1" fmla="*/ 241364 h 621411"/>
                <a:gd name="connsiteX2" fmla="*/ 453866 w 616458"/>
                <a:gd name="connsiteY2" fmla="*/ 241364 h 621411"/>
                <a:gd name="connsiteX3" fmla="*/ 453866 w 616458"/>
                <a:gd name="connsiteY3" fmla="*/ 261557 h 621411"/>
                <a:gd name="connsiteX4" fmla="*/ 503015 w 616458"/>
                <a:gd name="connsiteY4" fmla="*/ 310706 h 621411"/>
                <a:gd name="connsiteX5" fmla="*/ 453866 w 616458"/>
                <a:gd name="connsiteY5" fmla="*/ 359855 h 621411"/>
                <a:gd name="connsiteX6" fmla="*/ 453866 w 616458"/>
                <a:gd name="connsiteY6" fmla="*/ 380048 h 621411"/>
                <a:gd name="connsiteX7" fmla="*/ 474059 w 616458"/>
                <a:gd name="connsiteY7" fmla="*/ 380048 h 621411"/>
                <a:gd name="connsiteX8" fmla="*/ 533305 w 616458"/>
                <a:gd name="connsiteY8" fmla="*/ 320802 h 621411"/>
                <a:gd name="connsiteX9" fmla="*/ 537496 w 616458"/>
                <a:gd name="connsiteY9" fmla="*/ 310706 h 621411"/>
                <a:gd name="connsiteX10" fmla="*/ 533305 w 616458"/>
                <a:gd name="connsiteY10" fmla="*/ 300609 h 621411"/>
                <a:gd name="connsiteX11" fmla="*/ 433197 w 616458"/>
                <a:gd name="connsiteY11" fmla="*/ 291656 h 621411"/>
                <a:gd name="connsiteX12" fmla="*/ 432721 w 616458"/>
                <a:gd name="connsiteY12" fmla="*/ 291656 h 621411"/>
                <a:gd name="connsiteX13" fmla="*/ 413957 w 616458"/>
                <a:gd name="connsiteY13" fmla="*/ 310706 h 621411"/>
                <a:gd name="connsiteX14" fmla="*/ 433197 w 616458"/>
                <a:gd name="connsiteY14" fmla="*/ 329756 h 621411"/>
                <a:gd name="connsiteX15" fmla="*/ 452247 w 616458"/>
                <a:gd name="connsiteY15" fmla="*/ 310706 h 621411"/>
                <a:gd name="connsiteX16" fmla="*/ 433197 w 616458"/>
                <a:gd name="connsiteY16" fmla="*/ 291656 h 621411"/>
                <a:gd name="connsiteX17" fmla="*/ 369665 w 616458"/>
                <a:gd name="connsiteY17" fmla="*/ 291656 h 621411"/>
                <a:gd name="connsiteX18" fmla="*/ 369189 w 616458"/>
                <a:gd name="connsiteY18" fmla="*/ 291656 h 621411"/>
                <a:gd name="connsiteX19" fmla="*/ 350330 w 616458"/>
                <a:gd name="connsiteY19" fmla="*/ 310706 h 621411"/>
                <a:gd name="connsiteX20" fmla="*/ 369665 w 616458"/>
                <a:gd name="connsiteY20" fmla="*/ 329756 h 621411"/>
                <a:gd name="connsiteX21" fmla="*/ 388715 w 616458"/>
                <a:gd name="connsiteY21" fmla="*/ 310706 h 621411"/>
                <a:gd name="connsiteX22" fmla="*/ 369665 w 616458"/>
                <a:gd name="connsiteY22" fmla="*/ 291656 h 621411"/>
                <a:gd name="connsiteX23" fmla="*/ 259080 w 616458"/>
                <a:gd name="connsiteY23" fmla="*/ 165068 h 621411"/>
                <a:gd name="connsiteX24" fmla="*/ 308229 w 616458"/>
                <a:gd name="connsiteY24" fmla="*/ 115919 h 621411"/>
                <a:gd name="connsiteX25" fmla="*/ 357378 w 616458"/>
                <a:gd name="connsiteY25" fmla="*/ 165068 h 621411"/>
                <a:gd name="connsiteX26" fmla="*/ 367475 w 616458"/>
                <a:gd name="connsiteY26" fmla="*/ 169259 h 621411"/>
                <a:gd name="connsiteX27" fmla="*/ 377571 w 616458"/>
                <a:gd name="connsiteY27" fmla="*/ 165068 h 621411"/>
                <a:gd name="connsiteX28" fmla="*/ 377571 w 616458"/>
                <a:gd name="connsiteY28" fmla="*/ 144875 h 621411"/>
                <a:gd name="connsiteX29" fmla="*/ 318326 w 616458"/>
                <a:gd name="connsiteY29" fmla="*/ 85630 h 621411"/>
                <a:gd name="connsiteX30" fmla="*/ 298133 w 616458"/>
                <a:gd name="connsiteY30" fmla="*/ 85630 h 621411"/>
                <a:gd name="connsiteX31" fmla="*/ 238887 w 616458"/>
                <a:gd name="connsiteY31" fmla="*/ 144875 h 621411"/>
                <a:gd name="connsiteX32" fmla="*/ 238887 w 616458"/>
                <a:gd name="connsiteY32" fmla="*/ 165068 h 621411"/>
                <a:gd name="connsiteX33" fmla="*/ 259080 w 616458"/>
                <a:gd name="connsiteY33" fmla="*/ 165068 h 621411"/>
                <a:gd name="connsiteX34" fmla="*/ 357378 w 616458"/>
                <a:gd name="connsiteY34" fmla="*/ 456343 h 621411"/>
                <a:gd name="connsiteX35" fmla="*/ 308229 w 616458"/>
                <a:gd name="connsiteY35" fmla="*/ 505492 h 621411"/>
                <a:gd name="connsiteX36" fmla="*/ 259080 w 616458"/>
                <a:gd name="connsiteY36" fmla="*/ 456343 h 621411"/>
                <a:gd name="connsiteX37" fmla="*/ 238887 w 616458"/>
                <a:gd name="connsiteY37" fmla="*/ 456343 h 621411"/>
                <a:gd name="connsiteX38" fmla="*/ 238887 w 616458"/>
                <a:gd name="connsiteY38" fmla="*/ 476536 h 621411"/>
                <a:gd name="connsiteX39" fmla="*/ 298133 w 616458"/>
                <a:gd name="connsiteY39" fmla="*/ 535781 h 621411"/>
                <a:gd name="connsiteX40" fmla="*/ 308229 w 616458"/>
                <a:gd name="connsiteY40" fmla="*/ 539972 h 621411"/>
                <a:gd name="connsiteX41" fmla="*/ 318326 w 616458"/>
                <a:gd name="connsiteY41" fmla="*/ 535781 h 621411"/>
                <a:gd name="connsiteX42" fmla="*/ 377571 w 616458"/>
                <a:gd name="connsiteY42" fmla="*/ 476536 h 621411"/>
                <a:gd name="connsiteX43" fmla="*/ 377571 w 616458"/>
                <a:gd name="connsiteY43" fmla="*/ 456343 h 621411"/>
                <a:gd name="connsiteX44" fmla="*/ 357378 w 616458"/>
                <a:gd name="connsiteY44" fmla="*/ 456343 h 621411"/>
                <a:gd name="connsiteX45" fmla="*/ 308229 w 616458"/>
                <a:gd name="connsiteY45" fmla="*/ 416433 h 621411"/>
                <a:gd name="connsiteX46" fmla="*/ 289179 w 616458"/>
                <a:gd name="connsiteY46" fmla="*/ 435674 h 621411"/>
                <a:gd name="connsiteX47" fmla="*/ 308229 w 616458"/>
                <a:gd name="connsiteY47" fmla="*/ 454724 h 621411"/>
                <a:gd name="connsiteX48" fmla="*/ 327279 w 616458"/>
                <a:gd name="connsiteY48" fmla="*/ 435674 h 621411"/>
                <a:gd name="connsiteX49" fmla="*/ 327279 w 616458"/>
                <a:gd name="connsiteY49" fmla="*/ 435197 h 621411"/>
                <a:gd name="connsiteX50" fmla="*/ 308229 w 616458"/>
                <a:gd name="connsiteY50" fmla="*/ 416433 h 621411"/>
                <a:gd name="connsiteX51" fmla="*/ 327279 w 616458"/>
                <a:gd name="connsiteY51" fmla="*/ 371666 h 621411"/>
                <a:gd name="connsiteX52" fmla="*/ 308229 w 616458"/>
                <a:gd name="connsiteY52" fmla="*/ 352806 h 621411"/>
                <a:gd name="connsiteX53" fmla="*/ 289179 w 616458"/>
                <a:gd name="connsiteY53" fmla="*/ 372142 h 621411"/>
                <a:gd name="connsiteX54" fmla="*/ 308229 w 616458"/>
                <a:gd name="connsiteY54" fmla="*/ 391192 h 621411"/>
                <a:gd name="connsiteX55" fmla="*/ 327279 w 616458"/>
                <a:gd name="connsiteY55" fmla="*/ 372142 h 621411"/>
                <a:gd name="connsiteX56" fmla="*/ 327279 w 616458"/>
                <a:gd name="connsiteY56" fmla="*/ 371666 h 621411"/>
                <a:gd name="connsiteX57" fmla="*/ 308229 w 616458"/>
                <a:gd name="connsiteY57" fmla="*/ 166688 h 621411"/>
                <a:gd name="connsiteX58" fmla="*/ 289179 w 616458"/>
                <a:gd name="connsiteY58" fmla="*/ 185738 h 621411"/>
                <a:gd name="connsiteX59" fmla="*/ 289179 w 616458"/>
                <a:gd name="connsiteY59" fmla="*/ 186214 h 621411"/>
                <a:gd name="connsiteX60" fmla="*/ 308229 w 616458"/>
                <a:gd name="connsiteY60" fmla="*/ 204978 h 621411"/>
                <a:gd name="connsiteX61" fmla="*/ 327279 w 616458"/>
                <a:gd name="connsiteY61" fmla="*/ 185738 h 621411"/>
                <a:gd name="connsiteX62" fmla="*/ 308229 w 616458"/>
                <a:gd name="connsiteY62" fmla="*/ 166688 h 621411"/>
                <a:gd name="connsiteX63" fmla="*/ 308229 w 616458"/>
                <a:gd name="connsiteY63" fmla="*/ 230219 h 621411"/>
                <a:gd name="connsiteX64" fmla="*/ 289179 w 616458"/>
                <a:gd name="connsiteY64" fmla="*/ 249269 h 621411"/>
                <a:gd name="connsiteX65" fmla="*/ 289179 w 616458"/>
                <a:gd name="connsiteY65" fmla="*/ 249746 h 621411"/>
                <a:gd name="connsiteX66" fmla="*/ 308229 w 616458"/>
                <a:gd name="connsiteY66" fmla="*/ 268605 h 621411"/>
                <a:gd name="connsiteX67" fmla="*/ 327279 w 616458"/>
                <a:gd name="connsiteY67" fmla="*/ 249269 h 621411"/>
                <a:gd name="connsiteX68" fmla="*/ 308229 w 616458"/>
                <a:gd name="connsiteY68" fmla="*/ 230219 h 621411"/>
                <a:gd name="connsiteX69" fmla="*/ 247269 w 616458"/>
                <a:gd name="connsiteY69" fmla="*/ 329756 h 621411"/>
                <a:gd name="connsiteX70" fmla="*/ 266129 w 616458"/>
                <a:gd name="connsiteY70" fmla="*/ 310706 h 621411"/>
                <a:gd name="connsiteX71" fmla="*/ 246793 w 616458"/>
                <a:gd name="connsiteY71" fmla="*/ 291656 h 621411"/>
                <a:gd name="connsiteX72" fmla="*/ 227743 w 616458"/>
                <a:gd name="connsiteY72" fmla="*/ 310706 h 621411"/>
                <a:gd name="connsiteX73" fmla="*/ 246793 w 616458"/>
                <a:gd name="connsiteY73" fmla="*/ 329756 h 621411"/>
                <a:gd name="connsiteX74" fmla="*/ 247269 w 616458"/>
                <a:gd name="connsiteY74" fmla="*/ 329756 h 621411"/>
                <a:gd name="connsiteX75" fmla="*/ 183261 w 616458"/>
                <a:gd name="connsiteY75" fmla="*/ 291656 h 621411"/>
                <a:gd name="connsiteX76" fmla="*/ 164211 w 616458"/>
                <a:gd name="connsiteY76" fmla="*/ 310706 h 621411"/>
                <a:gd name="connsiteX77" fmla="*/ 183261 w 616458"/>
                <a:gd name="connsiteY77" fmla="*/ 329756 h 621411"/>
                <a:gd name="connsiteX78" fmla="*/ 183737 w 616458"/>
                <a:gd name="connsiteY78" fmla="*/ 329756 h 621411"/>
                <a:gd name="connsiteX79" fmla="*/ 202502 w 616458"/>
                <a:gd name="connsiteY79" fmla="*/ 310706 h 621411"/>
                <a:gd name="connsiteX80" fmla="*/ 183261 w 616458"/>
                <a:gd name="connsiteY80" fmla="*/ 291656 h 621411"/>
                <a:gd name="connsiteX81" fmla="*/ 113443 w 616458"/>
                <a:gd name="connsiteY81" fmla="*/ 310706 h 621411"/>
                <a:gd name="connsiteX82" fmla="*/ 162592 w 616458"/>
                <a:gd name="connsiteY82" fmla="*/ 261557 h 621411"/>
                <a:gd name="connsiteX83" fmla="*/ 166783 w 616458"/>
                <a:gd name="connsiteY83" fmla="*/ 251460 h 621411"/>
                <a:gd name="connsiteX84" fmla="*/ 162592 w 616458"/>
                <a:gd name="connsiteY84" fmla="*/ 241364 h 621411"/>
                <a:gd name="connsiteX85" fmla="*/ 142399 w 616458"/>
                <a:gd name="connsiteY85" fmla="*/ 241364 h 621411"/>
                <a:gd name="connsiteX86" fmla="*/ 83153 w 616458"/>
                <a:gd name="connsiteY86" fmla="*/ 300609 h 621411"/>
                <a:gd name="connsiteX87" fmla="*/ 83153 w 616458"/>
                <a:gd name="connsiteY87" fmla="*/ 320802 h 621411"/>
                <a:gd name="connsiteX88" fmla="*/ 142399 w 616458"/>
                <a:gd name="connsiteY88" fmla="*/ 380048 h 621411"/>
                <a:gd name="connsiteX89" fmla="*/ 162592 w 616458"/>
                <a:gd name="connsiteY89" fmla="*/ 380048 h 621411"/>
                <a:gd name="connsiteX90" fmla="*/ 162592 w 616458"/>
                <a:gd name="connsiteY90" fmla="*/ 359855 h 621411"/>
                <a:gd name="connsiteX91" fmla="*/ 113443 w 616458"/>
                <a:gd name="connsiteY91" fmla="*/ 310706 h 621411"/>
                <a:gd name="connsiteX92" fmla="*/ 533114 w 616458"/>
                <a:gd name="connsiteY92" fmla="*/ 0 h 621411"/>
                <a:gd name="connsiteX93" fmla="*/ 83344 w 616458"/>
                <a:gd name="connsiteY93" fmla="*/ 0 h 621411"/>
                <a:gd name="connsiteX94" fmla="*/ 0 w 616458"/>
                <a:gd name="connsiteY94" fmla="*/ 83344 h 621411"/>
                <a:gd name="connsiteX95" fmla="*/ 0 w 616458"/>
                <a:gd name="connsiteY95" fmla="*/ 538067 h 621411"/>
                <a:gd name="connsiteX96" fmla="*/ 83344 w 616458"/>
                <a:gd name="connsiteY96" fmla="*/ 621411 h 621411"/>
                <a:gd name="connsiteX97" fmla="*/ 533114 w 616458"/>
                <a:gd name="connsiteY97" fmla="*/ 621411 h 621411"/>
                <a:gd name="connsiteX98" fmla="*/ 616458 w 616458"/>
                <a:gd name="connsiteY98" fmla="*/ 538067 h 621411"/>
                <a:gd name="connsiteX99" fmla="*/ 616458 w 616458"/>
                <a:gd name="connsiteY99" fmla="*/ 83344 h 621411"/>
                <a:gd name="connsiteX100" fmla="*/ 533114 w 616458"/>
                <a:gd name="connsiteY100" fmla="*/ 0 h 621411"/>
                <a:gd name="connsiteX101" fmla="*/ 587883 w 616458"/>
                <a:gd name="connsiteY101" fmla="*/ 538067 h 621411"/>
                <a:gd name="connsiteX102" fmla="*/ 533114 w 616458"/>
                <a:gd name="connsiteY102" fmla="*/ 592836 h 621411"/>
                <a:gd name="connsiteX103" fmla="*/ 83344 w 616458"/>
                <a:gd name="connsiteY103" fmla="*/ 592836 h 621411"/>
                <a:gd name="connsiteX104" fmla="*/ 28575 w 616458"/>
                <a:gd name="connsiteY104" fmla="*/ 538067 h 621411"/>
                <a:gd name="connsiteX105" fmla="*/ 28575 w 616458"/>
                <a:gd name="connsiteY105" fmla="*/ 83344 h 621411"/>
                <a:gd name="connsiteX106" fmla="*/ 83344 w 616458"/>
                <a:gd name="connsiteY106" fmla="*/ 28575 h 621411"/>
                <a:gd name="connsiteX107" fmla="*/ 533114 w 616458"/>
                <a:gd name="connsiteY107" fmla="*/ 28575 h 621411"/>
                <a:gd name="connsiteX108" fmla="*/ 587883 w 616458"/>
                <a:gd name="connsiteY108" fmla="*/ 83344 h 621411"/>
                <a:gd name="connsiteX109" fmla="*/ 587883 w 616458"/>
                <a:gd name="connsiteY109" fmla="*/ 538067 h 621411"/>
                <a:gd name="connsiteX110" fmla="*/ 474059 w 616458"/>
                <a:gd name="connsiteY110" fmla="*/ 241364 h 621411"/>
                <a:gd name="connsiteX111" fmla="*/ 453866 w 616458"/>
                <a:gd name="connsiteY111" fmla="*/ 241364 h 621411"/>
                <a:gd name="connsiteX112" fmla="*/ 453866 w 616458"/>
                <a:gd name="connsiteY112" fmla="*/ 261557 h 621411"/>
                <a:gd name="connsiteX113" fmla="*/ 503015 w 616458"/>
                <a:gd name="connsiteY113" fmla="*/ 310706 h 621411"/>
                <a:gd name="connsiteX114" fmla="*/ 453866 w 616458"/>
                <a:gd name="connsiteY114" fmla="*/ 359855 h 621411"/>
                <a:gd name="connsiteX115" fmla="*/ 453866 w 616458"/>
                <a:gd name="connsiteY115" fmla="*/ 380048 h 621411"/>
                <a:gd name="connsiteX116" fmla="*/ 474059 w 616458"/>
                <a:gd name="connsiteY116" fmla="*/ 380048 h 621411"/>
                <a:gd name="connsiteX117" fmla="*/ 533305 w 616458"/>
                <a:gd name="connsiteY117" fmla="*/ 320802 h 621411"/>
                <a:gd name="connsiteX118" fmla="*/ 537496 w 616458"/>
                <a:gd name="connsiteY118" fmla="*/ 310706 h 621411"/>
                <a:gd name="connsiteX119" fmla="*/ 533305 w 616458"/>
                <a:gd name="connsiteY119" fmla="*/ 300609 h 621411"/>
                <a:gd name="connsiteX120" fmla="*/ 474059 w 616458"/>
                <a:gd name="connsiteY120" fmla="*/ 241364 h 621411"/>
                <a:gd name="connsiteX121" fmla="*/ 433197 w 616458"/>
                <a:gd name="connsiteY121" fmla="*/ 291656 h 621411"/>
                <a:gd name="connsiteX122" fmla="*/ 432721 w 616458"/>
                <a:gd name="connsiteY122" fmla="*/ 291656 h 621411"/>
                <a:gd name="connsiteX123" fmla="*/ 413957 w 616458"/>
                <a:gd name="connsiteY123" fmla="*/ 310706 h 621411"/>
                <a:gd name="connsiteX124" fmla="*/ 433197 w 616458"/>
                <a:gd name="connsiteY124" fmla="*/ 329756 h 621411"/>
                <a:gd name="connsiteX125" fmla="*/ 452247 w 616458"/>
                <a:gd name="connsiteY125" fmla="*/ 310706 h 621411"/>
                <a:gd name="connsiteX126" fmla="*/ 433197 w 616458"/>
                <a:gd name="connsiteY126" fmla="*/ 291656 h 621411"/>
                <a:gd name="connsiteX127" fmla="*/ 369665 w 616458"/>
                <a:gd name="connsiteY127" fmla="*/ 291656 h 621411"/>
                <a:gd name="connsiteX128" fmla="*/ 369189 w 616458"/>
                <a:gd name="connsiteY128" fmla="*/ 291656 h 621411"/>
                <a:gd name="connsiteX129" fmla="*/ 350330 w 616458"/>
                <a:gd name="connsiteY129" fmla="*/ 310706 h 621411"/>
                <a:gd name="connsiteX130" fmla="*/ 369665 w 616458"/>
                <a:gd name="connsiteY130" fmla="*/ 329756 h 621411"/>
                <a:gd name="connsiteX131" fmla="*/ 388715 w 616458"/>
                <a:gd name="connsiteY131" fmla="*/ 310706 h 621411"/>
                <a:gd name="connsiteX132" fmla="*/ 369665 w 616458"/>
                <a:gd name="connsiteY132" fmla="*/ 291656 h 621411"/>
                <a:gd name="connsiteX133" fmla="*/ 259080 w 616458"/>
                <a:gd name="connsiteY133" fmla="*/ 165068 h 621411"/>
                <a:gd name="connsiteX134" fmla="*/ 308229 w 616458"/>
                <a:gd name="connsiteY134" fmla="*/ 115919 h 621411"/>
                <a:gd name="connsiteX135" fmla="*/ 357378 w 616458"/>
                <a:gd name="connsiteY135" fmla="*/ 165068 h 621411"/>
                <a:gd name="connsiteX136" fmla="*/ 367475 w 616458"/>
                <a:gd name="connsiteY136" fmla="*/ 169259 h 621411"/>
                <a:gd name="connsiteX137" fmla="*/ 377571 w 616458"/>
                <a:gd name="connsiteY137" fmla="*/ 165068 h 621411"/>
                <a:gd name="connsiteX138" fmla="*/ 377571 w 616458"/>
                <a:gd name="connsiteY138" fmla="*/ 144875 h 621411"/>
                <a:gd name="connsiteX139" fmla="*/ 318326 w 616458"/>
                <a:gd name="connsiteY139" fmla="*/ 85630 h 621411"/>
                <a:gd name="connsiteX140" fmla="*/ 298133 w 616458"/>
                <a:gd name="connsiteY140" fmla="*/ 85630 h 621411"/>
                <a:gd name="connsiteX141" fmla="*/ 238887 w 616458"/>
                <a:gd name="connsiteY141" fmla="*/ 144875 h 621411"/>
                <a:gd name="connsiteX142" fmla="*/ 238887 w 616458"/>
                <a:gd name="connsiteY142" fmla="*/ 165068 h 621411"/>
                <a:gd name="connsiteX143" fmla="*/ 259080 w 616458"/>
                <a:gd name="connsiteY143" fmla="*/ 165068 h 621411"/>
                <a:gd name="connsiteX144" fmla="*/ 357378 w 616458"/>
                <a:gd name="connsiteY144" fmla="*/ 456343 h 621411"/>
                <a:gd name="connsiteX145" fmla="*/ 308229 w 616458"/>
                <a:gd name="connsiteY145" fmla="*/ 505492 h 621411"/>
                <a:gd name="connsiteX146" fmla="*/ 259080 w 616458"/>
                <a:gd name="connsiteY146" fmla="*/ 456343 h 621411"/>
                <a:gd name="connsiteX147" fmla="*/ 238887 w 616458"/>
                <a:gd name="connsiteY147" fmla="*/ 456343 h 621411"/>
                <a:gd name="connsiteX148" fmla="*/ 238887 w 616458"/>
                <a:gd name="connsiteY148" fmla="*/ 476536 h 621411"/>
                <a:gd name="connsiteX149" fmla="*/ 298133 w 616458"/>
                <a:gd name="connsiteY149" fmla="*/ 535781 h 621411"/>
                <a:gd name="connsiteX150" fmla="*/ 308229 w 616458"/>
                <a:gd name="connsiteY150" fmla="*/ 539972 h 621411"/>
                <a:gd name="connsiteX151" fmla="*/ 318326 w 616458"/>
                <a:gd name="connsiteY151" fmla="*/ 535781 h 621411"/>
                <a:gd name="connsiteX152" fmla="*/ 377571 w 616458"/>
                <a:gd name="connsiteY152" fmla="*/ 476536 h 621411"/>
                <a:gd name="connsiteX153" fmla="*/ 377571 w 616458"/>
                <a:gd name="connsiteY153" fmla="*/ 456343 h 621411"/>
                <a:gd name="connsiteX154" fmla="*/ 357378 w 616458"/>
                <a:gd name="connsiteY154" fmla="*/ 456343 h 621411"/>
                <a:gd name="connsiteX155" fmla="*/ 308229 w 616458"/>
                <a:gd name="connsiteY155" fmla="*/ 416433 h 621411"/>
                <a:gd name="connsiteX156" fmla="*/ 289179 w 616458"/>
                <a:gd name="connsiteY156" fmla="*/ 435674 h 621411"/>
                <a:gd name="connsiteX157" fmla="*/ 308229 w 616458"/>
                <a:gd name="connsiteY157" fmla="*/ 454724 h 621411"/>
                <a:gd name="connsiteX158" fmla="*/ 327279 w 616458"/>
                <a:gd name="connsiteY158" fmla="*/ 435674 h 621411"/>
                <a:gd name="connsiteX159" fmla="*/ 327279 w 616458"/>
                <a:gd name="connsiteY159" fmla="*/ 435197 h 621411"/>
                <a:gd name="connsiteX160" fmla="*/ 308229 w 616458"/>
                <a:gd name="connsiteY160" fmla="*/ 416433 h 621411"/>
                <a:gd name="connsiteX161" fmla="*/ 327279 w 616458"/>
                <a:gd name="connsiteY161" fmla="*/ 371666 h 621411"/>
                <a:gd name="connsiteX162" fmla="*/ 308229 w 616458"/>
                <a:gd name="connsiteY162" fmla="*/ 352806 h 621411"/>
                <a:gd name="connsiteX163" fmla="*/ 289179 w 616458"/>
                <a:gd name="connsiteY163" fmla="*/ 372142 h 621411"/>
                <a:gd name="connsiteX164" fmla="*/ 308229 w 616458"/>
                <a:gd name="connsiteY164" fmla="*/ 391192 h 621411"/>
                <a:gd name="connsiteX165" fmla="*/ 327279 w 616458"/>
                <a:gd name="connsiteY165" fmla="*/ 372142 h 621411"/>
                <a:gd name="connsiteX166" fmla="*/ 327279 w 616458"/>
                <a:gd name="connsiteY166" fmla="*/ 371666 h 621411"/>
                <a:gd name="connsiteX167" fmla="*/ 308229 w 616458"/>
                <a:gd name="connsiteY167" fmla="*/ 166688 h 621411"/>
                <a:gd name="connsiteX168" fmla="*/ 289179 w 616458"/>
                <a:gd name="connsiteY168" fmla="*/ 185738 h 621411"/>
                <a:gd name="connsiteX169" fmla="*/ 289179 w 616458"/>
                <a:gd name="connsiteY169" fmla="*/ 186214 h 621411"/>
                <a:gd name="connsiteX170" fmla="*/ 308229 w 616458"/>
                <a:gd name="connsiteY170" fmla="*/ 204978 h 621411"/>
                <a:gd name="connsiteX171" fmla="*/ 327279 w 616458"/>
                <a:gd name="connsiteY171" fmla="*/ 185738 h 621411"/>
                <a:gd name="connsiteX172" fmla="*/ 308229 w 616458"/>
                <a:gd name="connsiteY172" fmla="*/ 166688 h 621411"/>
                <a:gd name="connsiteX173" fmla="*/ 308229 w 616458"/>
                <a:gd name="connsiteY173" fmla="*/ 230219 h 621411"/>
                <a:gd name="connsiteX174" fmla="*/ 289179 w 616458"/>
                <a:gd name="connsiteY174" fmla="*/ 249269 h 621411"/>
                <a:gd name="connsiteX175" fmla="*/ 289179 w 616458"/>
                <a:gd name="connsiteY175" fmla="*/ 249746 h 621411"/>
                <a:gd name="connsiteX176" fmla="*/ 308229 w 616458"/>
                <a:gd name="connsiteY176" fmla="*/ 268605 h 621411"/>
                <a:gd name="connsiteX177" fmla="*/ 327279 w 616458"/>
                <a:gd name="connsiteY177" fmla="*/ 249269 h 621411"/>
                <a:gd name="connsiteX178" fmla="*/ 308229 w 616458"/>
                <a:gd name="connsiteY178" fmla="*/ 230219 h 621411"/>
                <a:gd name="connsiteX179" fmla="*/ 247269 w 616458"/>
                <a:gd name="connsiteY179" fmla="*/ 329756 h 621411"/>
                <a:gd name="connsiteX180" fmla="*/ 266129 w 616458"/>
                <a:gd name="connsiteY180" fmla="*/ 310706 h 621411"/>
                <a:gd name="connsiteX181" fmla="*/ 246793 w 616458"/>
                <a:gd name="connsiteY181" fmla="*/ 291656 h 621411"/>
                <a:gd name="connsiteX182" fmla="*/ 227743 w 616458"/>
                <a:gd name="connsiteY182" fmla="*/ 310706 h 621411"/>
                <a:gd name="connsiteX183" fmla="*/ 246793 w 616458"/>
                <a:gd name="connsiteY183" fmla="*/ 329756 h 621411"/>
                <a:gd name="connsiteX184" fmla="*/ 247269 w 616458"/>
                <a:gd name="connsiteY184" fmla="*/ 329756 h 621411"/>
                <a:gd name="connsiteX185" fmla="*/ 183261 w 616458"/>
                <a:gd name="connsiteY185" fmla="*/ 291656 h 621411"/>
                <a:gd name="connsiteX186" fmla="*/ 164211 w 616458"/>
                <a:gd name="connsiteY186" fmla="*/ 310706 h 621411"/>
                <a:gd name="connsiteX187" fmla="*/ 183261 w 616458"/>
                <a:gd name="connsiteY187" fmla="*/ 329756 h 621411"/>
                <a:gd name="connsiteX188" fmla="*/ 183737 w 616458"/>
                <a:gd name="connsiteY188" fmla="*/ 329756 h 621411"/>
                <a:gd name="connsiteX189" fmla="*/ 202502 w 616458"/>
                <a:gd name="connsiteY189" fmla="*/ 310706 h 621411"/>
                <a:gd name="connsiteX190" fmla="*/ 183261 w 616458"/>
                <a:gd name="connsiteY190" fmla="*/ 291656 h 621411"/>
                <a:gd name="connsiteX191" fmla="*/ 113443 w 616458"/>
                <a:gd name="connsiteY191" fmla="*/ 310706 h 621411"/>
                <a:gd name="connsiteX192" fmla="*/ 162592 w 616458"/>
                <a:gd name="connsiteY192" fmla="*/ 261557 h 621411"/>
                <a:gd name="connsiteX193" fmla="*/ 166783 w 616458"/>
                <a:gd name="connsiteY193" fmla="*/ 251460 h 621411"/>
                <a:gd name="connsiteX194" fmla="*/ 162592 w 616458"/>
                <a:gd name="connsiteY194" fmla="*/ 241364 h 621411"/>
                <a:gd name="connsiteX195" fmla="*/ 142399 w 616458"/>
                <a:gd name="connsiteY195" fmla="*/ 241364 h 621411"/>
                <a:gd name="connsiteX196" fmla="*/ 83153 w 616458"/>
                <a:gd name="connsiteY196" fmla="*/ 300609 h 621411"/>
                <a:gd name="connsiteX197" fmla="*/ 83153 w 616458"/>
                <a:gd name="connsiteY197" fmla="*/ 320802 h 621411"/>
                <a:gd name="connsiteX198" fmla="*/ 142399 w 616458"/>
                <a:gd name="connsiteY198" fmla="*/ 380048 h 621411"/>
                <a:gd name="connsiteX199" fmla="*/ 162592 w 616458"/>
                <a:gd name="connsiteY199" fmla="*/ 380048 h 621411"/>
                <a:gd name="connsiteX200" fmla="*/ 162592 w 616458"/>
                <a:gd name="connsiteY200" fmla="*/ 359855 h 621411"/>
                <a:gd name="connsiteX201" fmla="*/ 113443 w 616458"/>
                <a:gd name="connsiteY201" fmla="*/ 310706 h 621411"/>
                <a:gd name="connsiteX202" fmla="*/ 433197 w 616458"/>
                <a:gd name="connsiteY202" fmla="*/ 291656 h 621411"/>
                <a:gd name="connsiteX203" fmla="*/ 432721 w 616458"/>
                <a:gd name="connsiteY203" fmla="*/ 291656 h 621411"/>
                <a:gd name="connsiteX204" fmla="*/ 413957 w 616458"/>
                <a:gd name="connsiteY204" fmla="*/ 310706 h 621411"/>
                <a:gd name="connsiteX205" fmla="*/ 433197 w 616458"/>
                <a:gd name="connsiteY205" fmla="*/ 329756 h 621411"/>
                <a:gd name="connsiteX206" fmla="*/ 452247 w 616458"/>
                <a:gd name="connsiteY206" fmla="*/ 310706 h 621411"/>
                <a:gd name="connsiteX207" fmla="*/ 433197 w 616458"/>
                <a:gd name="connsiteY207" fmla="*/ 291656 h 621411"/>
                <a:gd name="connsiteX208" fmla="*/ 533305 w 616458"/>
                <a:gd name="connsiteY208" fmla="*/ 300609 h 621411"/>
                <a:gd name="connsiteX209" fmla="*/ 474059 w 616458"/>
                <a:gd name="connsiteY209" fmla="*/ 241364 h 621411"/>
                <a:gd name="connsiteX210" fmla="*/ 453866 w 616458"/>
                <a:gd name="connsiteY210" fmla="*/ 241364 h 621411"/>
                <a:gd name="connsiteX211" fmla="*/ 453866 w 616458"/>
                <a:gd name="connsiteY211" fmla="*/ 261557 h 621411"/>
                <a:gd name="connsiteX212" fmla="*/ 503015 w 616458"/>
                <a:gd name="connsiteY212" fmla="*/ 310706 h 621411"/>
                <a:gd name="connsiteX213" fmla="*/ 453866 w 616458"/>
                <a:gd name="connsiteY213" fmla="*/ 359855 h 621411"/>
                <a:gd name="connsiteX214" fmla="*/ 453866 w 616458"/>
                <a:gd name="connsiteY214" fmla="*/ 380048 h 621411"/>
                <a:gd name="connsiteX215" fmla="*/ 474059 w 616458"/>
                <a:gd name="connsiteY215" fmla="*/ 380048 h 621411"/>
                <a:gd name="connsiteX216" fmla="*/ 533305 w 616458"/>
                <a:gd name="connsiteY216" fmla="*/ 320802 h 621411"/>
                <a:gd name="connsiteX217" fmla="*/ 537496 w 616458"/>
                <a:gd name="connsiteY217" fmla="*/ 310706 h 621411"/>
                <a:gd name="connsiteX218" fmla="*/ 533305 w 616458"/>
                <a:gd name="connsiteY218" fmla="*/ 300609 h 621411"/>
                <a:gd name="connsiteX219" fmla="*/ 162592 w 616458"/>
                <a:gd name="connsiteY219" fmla="*/ 359855 h 621411"/>
                <a:gd name="connsiteX220" fmla="*/ 113443 w 616458"/>
                <a:gd name="connsiteY220" fmla="*/ 310706 h 621411"/>
                <a:gd name="connsiteX221" fmla="*/ 162592 w 616458"/>
                <a:gd name="connsiteY221" fmla="*/ 261557 h 621411"/>
                <a:gd name="connsiteX222" fmla="*/ 166783 w 616458"/>
                <a:gd name="connsiteY222" fmla="*/ 251460 h 621411"/>
                <a:gd name="connsiteX223" fmla="*/ 162592 w 616458"/>
                <a:gd name="connsiteY223" fmla="*/ 241364 h 621411"/>
                <a:gd name="connsiteX224" fmla="*/ 142399 w 616458"/>
                <a:gd name="connsiteY224" fmla="*/ 241364 h 621411"/>
                <a:gd name="connsiteX225" fmla="*/ 83153 w 616458"/>
                <a:gd name="connsiteY225" fmla="*/ 300609 h 621411"/>
                <a:gd name="connsiteX226" fmla="*/ 83153 w 616458"/>
                <a:gd name="connsiteY226" fmla="*/ 320802 h 621411"/>
                <a:gd name="connsiteX227" fmla="*/ 142399 w 616458"/>
                <a:gd name="connsiteY227" fmla="*/ 380048 h 621411"/>
                <a:gd name="connsiteX228" fmla="*/ 162592 w 616458"/>
                <a:gd name="connsiteY228" fmla="*/ 380048 h 621411"/>
                <a:gd name="connsiteX229" fmla="*/ 162592 w 616458"/>
                <a:gd name="connsiteY229" fmla="*/ 359855 h 621411"/>
                <a:gd name="connsiteX230" fmla="*/ 369665 w 616458"/>
                <a:gd name="connsiteY230" fmla="*/ 291656 h 621411"/>
                <a:gd name="connsiteX231" fmla="*/ 369189 w 616458"/>
                <a:gd name="connsiteY231" fmla="*/ 291656 h 621411"/>
                <a:gd name="connsiteX232" fmla="*/ 350330 w 616458"/>
                <a:gd name="connsiteY232" fmla="*/ 310706 h 621411"/>
                <a:gd name="connsiteX233" fmla="*/ 369665 w 616458"/>
                <a:gd name="connsiteY233" fmla="*/ 329756 h 621411"/>
                <a:gd name="connsiteX234" fmla="*/ 388715 w 616458"/>
                <a:gd name="connsiteY234" fmla="*/ 310706 h 621411"/>
                <a:gd name="connsiteX235" fmla="*/ 369665 w 616458"/>
                <a:gd name="connsiteY235" fmla="*/ 291656 h 621411"/>
                <a:gd name="connsiteX236" fmla="*/ 246793 w 616458"/>
                <a:gd name="connsiteY236" fmla="*/ 291656 h 621411"/>
                <a:gd name="connsiteX237" fmla="*/ 227743 w 616458"/>
                <a:gd name="connsiteY237" fmla="*/ 310706 h 621411"/>
                <a:gd name="connsiteX238" fmla="*/ 246793 w 616458"/>
                <a:gd name="connsiteY238" fmla="*/ 329756 h 621411"/>
                <a:gd name="connsiteX239" fmla="*/ 247269 w 616458"/>
                <a:gd name="connsiteY239" fmla="*/ 329756 h 621411"/>
                <a:gd name="connsiteX240" fmla="*/ 266129 w 616458"/>
                <a:gd name="connsiteY240" fmla="*/ 310706 h 621411"/>
                <a:gd name="connsiteX241" fmla="*/ 246793 w 616458"/>
                <a:gd name="connsiteY241" fmla="*/ 291656 h 621411"/>
                <a:gd name="connsiteX242" fmla="*/ 183261 w 616458"/>
                <a:gd name="connsiteY242" fmla="*/ 291656 h 621411"/>
                <a:gd name="connsiteX243" fmla="*/ 164211 w 616458"/>
                <a:gd name="connsiteY243" fmla="*/ 310706 h 621411"/>
                <a:gd name="connsiteX244" fmla="*/ 183261 w 616458"/>
                <a:gd name="connsiteY244" fmla="*/ 329756 h 621411"/>
                <a:gd name="connsiteX245" fmla="*/ 183737 w 616458"/>
                <a:gd name="connsiteY245" fmla="*/ 329756 h 621411"/>
                <a:gd name="connsiteX246" fmla="*/ 202502 w 616458"/>
                <a:gd name="connsiteY246" fmla="*/ 310706 h 621411"/>
                <a:gd name="connsiteX247" fmla="*/ 183261 w 616458"/>
                <a:gd name="connsiteY247" fmla="*/ 291656 h 621411"/>
                <a:gd name="connsiteX248" fmla="*/ 308229 w 616458"/>
                <a:gd name="connsiteY248" fmla="*/ 230219 h 621411"/>
                <a:gd name="connsiteX249" fmla="*/ 289179 w 616458"/>
                <a:gd name="connsiteY249" fmla="*/ 249269 h 621411"/>
                <a:gd name="connsiteX250" fmla="*/ 289179 w 616458"/>
                <a:gd name="connsiteY250" fmla="*/ 249746 h 621411"/>
                <a:gd name="connsiteX251" fmla="*/ 308229 w 616458"/>
                <a:gd name="connsiteY251" fmla="*/ 268605 h 621411"/>
                <a:gd name="connsiteX252" fmla="*/ 327279 w 616458"/>
                <a:gd name="connsiteY252" fmla="*/ 249269 h 621411"/>
                <a:gd name="connsiteX253" fmla="*/ 308229 w 616458"/>
                <a:gd name="connsiteY253" fmla="*/ 230219 h 621411"/>
                <a:gd name="connsiteX254" fmla="*/ 308229 w 616458"/>
                <a:gd name="connsiteY254" fmla="*/ 166688 h 621411"/>
                <a:gd name="connsiteX255" fmla="*/ 289179 w 616458"/>
                <a:gd name="connsiteY255" fmla="*/ 185738 h 621411"/>
                <a:gd name="connsiteX256" fmla="*/ 289179 w 616458"/>
                <a:gd name="connsiteY256" fmla="*/ 186214 h 621411"/>
                <a:gd name="connsiteX257" fmla="*/ 308229 w 616458"/>
                <a:gd name="connsiteY257" fmla="*/ 204978 h 621411"/>
                <a:gd name="connsiteX258" fmla="*/ 327279 w 616458"/>
                <a:gd name="connsiteY258" fmla="*/ 185738 h 621411"/>
                <a:gd name="connsiteX259" fmla="*/ 308229 w 616458"/>
                <a:gd name="connsiteY259" fmla="*/ 166688 h 621411"/>
                <a:gd name="connsiteX260" fmla="*/ 377571 w 616458"/>
                <a:gd name="connsiteY260" fmla="*/ 456343 h 621411"/>
                <a:gd name="connsiteX261" fmla="*/ 357378 w 616458"/>
                <a:gd name="connsiteY261" fmla="*/ 456343 h 621411"/>
                <a:gd name="connsiteX262" fmla="*/ 308229 w 616458"/>
                <a:gd name="connsiteY262" fmla="*/ 505492 h 621411"/>
                <a:gd name="connsiteX263" fmla="*/ 259080 w 616458"/>
                <a:gd name="connsiteY263" fmla="*/ 456343 h 621411"/>
                <a:gd name="connsiteX264" fmla="*/ 238887 w 616458"/>
                <a:gd name="connsiteY264" fmla="*/ 456343 h 621411"/>
                <a:gd name="connsiteX265" fmla="*/ 238887 w 616458"/>
                <a:gd name="connsiteY265" fmla="*/ 476536 h 621411"/>
                <a:gd name="connsiteX266" fmla="*/ 298133 w 616458"/>
                <a:gd name="connsiteY266" fmla="*/ 535781 h 621411"/>
                <a:gd name="connsiteX267" fmla="*/ 308229 w 616458"/>
                <a:gd name="connsiteY267" fmla="*/ 539972 h 621411"/>
                <a:gd name="connsiteX268" fmla="*/ 318326 w 616458"/>
                <a:gd name="connsiteY268" fmla="*/ 535781 h 621411"/>
                <a:gd name="connsiteX269" fmla="*/ 377571 w 616458"/>
                <a:gd name="connsiteY269" fmla="*/ 476536 h 621411"/>
                <a:gd name="connsiteX270" fmla="*/ 377571 w 616458"/>
                <a:gd name="connsiteY270" fmla="*/ 456343 h 621411"/>
                <a:gd name="connsiteX271" fmla="*/ 308229 w 616458"/>
                <a:gd name="connsiteY271" fmla="*/ 416433 h 621411"/>
                <a:gd name="connsiteX272" fmla="*/ 289179 w 616458"/>
                <a:gd name="connsiteY272" fmla="*/ 435674 h 621411"/>
                <a:gd name="connsiteX273" fmla="*/ 308229 w 616458"/>
                <a:gd name="connsiteY273" fmla="*/ 454724 h 621411"/>
                <a:gd name="connsiteX274" fmla="*/ 327279 w 616458"/>
                <a:gd name="connsiteY274" fmla="*/ 435674 h 621411"/>
                <a:gd name="connsiteX275" fmla="*/ 327279 w 616458"/>
                <a:gd name="connsiteY275" fmla="*/ 435197 h 621411"/>
                <a:gd name="connsiteX276" fmla="*/ 308229 w 616458"/>
                <a:gd name="connsiteY276" fmla="*/ 416433 h 621411"/>
                <a:gd name="connsiteX277" fmla="*/ 377571 w 616458"/>
                <a:gd name="connsiteY277" fmla="*/ 144875 h 621411"/>
                <a:gd name="connsiteX278" fmla="*/ 318326 w 616458"/>
                <a:gd name="connsiteY278" fmla="*/ 85630 h 621411"/>
                <a:gd name="connsiteX279" fmla="*/ 298133 w 616458"/>
                <a:gd name="connsiteY279" fmla="*/ 85630 h 621411"/>
                <a:gd name="connsiteX280" fmla="*/ 238887 w 616458"/>
                <a:gd name="connsiteY280" fmla="*/ 144875 h 621411"/>
                <a:gd name="connsiteX281" fmla="*/ 238887 w 616458"/>
                <a:gd name="connsiteY281" fmla="*/ 165068 h 621411"/>
                <a:gd name="connsiteX282" fmla="*/ 259080 w 616458"/>
                <a:gd name="connsiteY282" fmla="*/ 165068 h 621411"/>
                <a:gd name="connsiteX283" fmla="*/ 308229 w 616458"/>
                <a:gd name="connsiteY283" fmla="*/ 115919 h 621411"/>
                <a:gd name="connsiteX284" fmla="*/ 357378 w 616458"/>
                <a:gd name="connsiteY284" fmla="*/ 165068 h 621411"/>
                <a:gd name="connsiteX285" fmla="*/ 367475 w 616458"/>
                <a:gd name="connsiteY285" fmla="*/ 169259 h 621411"/>
                <a:gd name="connsiteX286" fmla="*/ 377571 w 616458"/>
                <a:gd name="connsiteY286" fmla="*/ 165068 h 621411"/>
                <a:gd name="connsiteX287" fmla="*/ 377571 w 616458"/>
                <a:gd name="connsiteY287" fmla="*/ 144875 h 621411"/>
                <a:gd name="connsiteX288" fmla="*/ 308229 w 616458"/>
                <a:gd name="connsiteY288" fmla="*/ 352806 h 621411"/>
                <a:gd name="connsiteX289" fmla="*/ 289179 w 616458"/>
                <a:gd name="connsiteY289" fmla="*/ 372142 h 621411"/>
                <a:gd name="connsiteX290" fmla="*/ 308229 w 616458"/>
                <a:gd name="connsiteY290" fmla="*/ 391192 h 621411"/>
                <a:gd name="connsiteX291" fmla="*/ 327279 w 616458"/>
                <a:gd name="connsiteY291" fmla="*/ 372142 h 621411"/>
                <a:gd name="connsiteX292" fmla="*/ 327279 w 616458"/>
                <a:gd name="connsiteY292" fmla="*/ 371666 h 621411"/>
                <a:gd name="connsiteX293" fmla="*/ 308229 w 616458"/>
                <a:gd name="connsiteY293" fmla="*/ 352806 h 621411"/>
                <a:gd name="connsiteX294" fmla="*/ 533305 w 616458"/>
                <a:gd name="connsiteY294" fmla="*/ 300609 h 621411"/>
                <a:gd name="connsiteX295" fmla="*/ 474059 w 616458"/>
                <a:gd name="connsiteY295" fmla="*/ 241364 h 621411"/>
                <a:gd name="connsiteX296" fmla="*/ 453866 w 616458"/>
                <a:gd name="connsiteY296" fmla="*/ 241364 h 621411"/>
                <a:gd name="connsiteX297" fmla="*/ 453866 w 616458"/>
                <a:gd name="connsiteY297" fmla="*/ 261557 h 621411"/>
                <a:gd name="connsiteX298" fmla="*/ 503015 w 616458"/>
                <a:gd name="connsiteY298" fmla="*/ 310706 h 621411"/>
                <a:gd name="connsiteX299" fmla="*/ 453866 w 616458"/>
                <a:gd name="connsiteY299" fmla="*/ 359855 h 621411"/>
                <a:gd name="connsiteX300" fmla="*/ 453866 w 616458"/>
                <a:gd name="connsiteY300" fmla="*/ 380048 h 621411"/>
                <a:gd name="connsiteX301" fmla="*/ 474059 w 616458"/>
                <a:gd name="connsiteY301" fmla="*/ 380048 h 621411"/>
                <a:gd name="connsiteX302" fmla="*/ 533305 w 616458"/>
                <a:gd name="connsiteY302" fmla="*/ 320802 h 621411"/>
                <a:gd name="connsiteX303" fmla="*/ 537496 w 616458"/>
                <a:gd name="connsiteY303" fmla="*/ 310706 h 621411"/>
                <a:gd name="connsiteX304" fmla="*/ 533305 w 616458"/>
                <a:gd name="connsiteY304" fmla="*/ 300609 h 621411"/>
                <a:gd name="connsiteX305" fmla="*/ 433197 w 616458"/>
                <a:gd name="connsiteY305" fmla="*/ 291656 h 621411"/>
                <a:gd name="connsiteX306" fmla="*/ 432721 w 616458"/>
                <a:gd name="connsiteY306" fmla="*/ 291656 h 621411"/>
                <a:gd name="connsiteX307" fmla="*/ 413957 w 616458"/>
                <a:gd name="connsiteY307" fmla="*/ 310706 h 621411"/>
                <a:gd name="connsiteX308" fmla="*/ 433197 w 616458"/>
                <a:gd name="connsiteY308" fmla="*/ 329756 h 621411"/>
                <a:gd name="connsiteX309" fmla="*/ 452247 w 616458"/>
                <a:gd name="connsiteY309" fmla="*/ 310706 h 621411"/>
                <a:gd name="connsiteX310" fmla="*/ 433197 w 616458"/>
                <a:gd name="connsiteY310" fmla="*/ 291656 h 621411"/>
                <a:gd name="connsiteX311" fmla="*/ 369665 w 616458"/>
                <a:gd name="connsiteY311" fmla="*/ 291656 h 621411"/>
                <a:gd name="connsiteX312" fmla="*/ 369189 w 616458"/>
                <a:gd name="connsiteY312" fmla="*/ 291656 h 621411"/>
                <a:gd name="connsiteX313" fmla="*/ 350330 w 616458"/>
                <a:gd name="connsiteY313" fmla="*/ 310706 h 621411"/>
                <a:gd name="connsiteX314" fmla="*/ 369665 w 616458"/>
                <a:gd name="connsiteY314" fmla="*/ 329756 h 621411"/>
                <a:gd name="connsiteX315" fmla="*/ 388715 w 616458"/>
                <a:gd name="connsiteY315" fmla="*/ 310706 h 621411"/>
                <a:gd name="connsiteX316" fmla="*/ 369665 w 616458"/>
                <a:gd name="connsiteY316" fmla="*/ 291656 h 621411"/>
                <a:gd name="connsiteX317" fmla="*/ 377571 w 616458"/>
                <a:gd name="connsiteY317" fmla="*/ 456343 h 621411"/>
                <a:gd name="connsiteX318" fmla="*/ 357378 w 616458"/>
                <a:gd name="connsiteY318" fmla="*/ 456343 h 621411"/>
                <a:gd name="connsiteX319" fmla="*/ 308229 w 616458"/>
                <a:gd name="connsiteY319" fmla="*/ 505492 h 621411"/>
                <a:gd name="connsiteX320" fmla="*/ 259080 w 616458"/>
                <a:gd name="connsiteY320" fmla="*/ 456343 h 621411"/>
                <a:gd name="connsiteX321" fmla="*/ 238887 w 616458"/>
                <a:gd name="connsiteY321" fmla="*/ 456343 h 621411"/>
                <a:gd name="connsiteX322" fmla="*/ 238887 w 616458"/>
                <a:gd name="connsiteY322" fmla="*/ 476536 h 621411"/>
                <a:gd name="connsiteX323" fmla="*/ 298133 w 616458"/>
                <a:gd name="connsiteY323" fmla="*/ 535781 h 621411"/>
                <a:gd name="connsiteX324" fmla="*/ 308229 w 616458"/>
                <a:gd name="connsiteY324" fmla="*/ 539972 h 621411"/>
                <a:gd name="connsiteX325" fmla="*/ 318326 w 616458"/>
                <a:gd name="connsiteY325" fmla="*/ 535781 h 621411"/>
                <a:gd name="connsiteX326" fmla="*/ 377571 w 616458"/>
                <a:gd name="connsiteY326" fmla="*/ 476536 h 621411"/>
                <a:gd name="connsiteX327" fmla="*/ 377571 w 616458"/>
                <a:gd name="connsiteY327" fmla="*/ 456343 h 621411"/>
                <a:gd name="connsiteX328" fmla="*/ 246793 w 616458"/>
                <a:gd name="connsiteY328" fmla="*/ 291656 h 621411"/>
                <a:gd name="connsiteX329" fmla="*/ 227743 w 616458"/>
                <a:gd name="connsiteY329" fmla="*/ 310706 h 621411"/>
                <a:gd name="connsiteX330" fmla="*/ 246793 w 616458"/>
                <a:gd name="connsiteY330" fmla="*/ 329756 h 621411"/>
                <a:gd name="connsiteX331" fmla="*/ 247269 w 616458"/>
                <a:gd name="connsiteY331" fmla="*/ 329756 h 621411"/>
                <a:gd name="connsiteX332" fmla="*/ 266129 w 616458"/>
                <a:gd name="connsiteY332" fmla="*/ 310706 h 621411"/>
                <a:gd name="connsiteX333" fmla="*/ 246793 w 616458"/>
                <a:gd name="connsiteY333" fmla="*/ 291656 h 621411"/>
                <a:gd name="connsiteX334" fmla="*/ 183261 w 616458"/>
                <a:gd name="connsiteY334" fmla="*/ 291656 h 621411"/>
                <a:gd name="connsiteX335" fmla="*/ 164211 w 616458"/>
                <a:gd name="connsiteY335" fmla="*/ 310706 h 621411"/>
                <a:gd name="connsiteX336" fmla="*/ 183261 w 616458"/>
                <a:gd name="connsiteY336" fmla="*/ 329756 h 621411"/>
                <a:gd name="connsiteX337" fmla="*/ 183737 w 616458"/>
                <a:gd name="connsiteY337" fmla="*/ 329756 h 621411"/>
                <a:gd name="connsiteX338" fmla="*/ 202502 w 616458"/>
                <a:gd name="connsiteY338" fmla="*/ 310706 h 621411"/>
                <a:gd name="connsiteX339" fmla="*/ 183261 w 616458"/>
                <a:gd name="connsiteY339" fmla="*/ 291656 h 621411"/>
                <a:gd name="connsiteX340" fmla="*/ 162592 w 616458"/>
                <a:gd name="connsiteY340" fmla="*/ 359855 h 621411"/>
                <a:gd name="connsiteX341" fmla="*/ 113443 w 616458"/>
                <a:gd name="connsiteY341" fmla="*/ 310706 h 621411"/>
                <a:gd name="connsiteX342" fmla="*/ 162592 w 616458"/>
                <a:gd name="connsiteY342" fmla="*/ 261557 h 621411"/>
                <a:gd name="connsiteX343" fmla="*/ 166783 w 616458"/>
                <a:gd name="connsiteY343" fmla="*/ 251460 h 621411"/>
                <a:gd name="connsiteX344" fmla="*/ 162592 w 616458"/>
                <a:gd name="connsiteY344" fmla="*/ 241364 h 621411"/>
                <a:gd name="connsiteX345" fmla="*/ 142399 w 616458"/>
                <a:gd name="connsiteY345" fmla="*/ 241364 h 621411"/>
                <a:gd name="connsiteX346" fmla="*/ 83153 w 616458"/>
                <a:gd name="connsiteY346" fmla="*/ 300609 h 621411"/>
                <a:gd name="connsiteX347" fmla="*/ 83153 w 616458"/>
                <a:gd name="connsiteY347" fmla="*/ 320802 h 621411"/>
                <a:gd name="connsiteX348" fmla="*/ 142399 w 616458"/>
                <a:gd name="connsiteY348" fmla="*/ 380048 h 621411"/>
                <a:gd name="connsiteX349" fmla="*/ 162592 w 616458"/>
                <a:gd name="connsiteY349" fmla="*/ 380048 h 621411"/>
                <a:gd name="connsiteX350" fmla="*/ 162592 w 616458"/>
                <a:gd name="connsiteY350" fmla="*/ 359855 h 621411"/>
                <a:gd name="connsiteX351" fmla="*/ 308229 w 616458"/>
                <a:gd name="connsiteY351" fmla="*/ 166688 h 621411"/>
                <a:gd name="connsiteX352" fmla="*/ 289179 w 616458"/>
                <a:gd name="connsiteY352" fmla="*/ 185738 h 621411"/>
                <a:gd name="connsiteX353" fmla="*/ 289179 w 616458"/>
                <a:gd name="connsiteY353" fmla="*/ 186214 h 621411"/>
                <a:gd name="connsiteX354" fmla="*/ 308229 w 616458"/>
                <a:gd name="connsiteY354" fmla="*/ 204978 h 621411"/>
                <a:gd name="connsiteX355" fmla="*/ 327279 w 616458"/>
                <a:gd name="connsiteY355" fmla="*/ 185738 h 621411"/>
                <a:gd name="connsiteX356" fmla="*/ 308229 w 616458"/>
                <a:gd name="connsiteY356" fmla="*/ 166688 h 621411"/>
                <a:gd name="connsiteX357" fmla="*/ 308229 w 616458"/>
                <a:gd name="connsiteY357" fmla="*/ 230219 h 621411"/>
                <a:gd name="connsiteX358" fmla="*/ 289179 w 616458"/>
                <a:gd name="connsiteY358" fmla="*/ 249269 h 621411"/>
                <a:gd name="connsiteX359" fmla="*/ 289179 w 616458"/>
                <a:gd name="connsiteY359" fmla="*/ 249746 h 621411"/>
                <a:gd name="connsiteX360" fmla="*/ 308229 w 616458"/>
                <a:gd name="connsiteY360" fmla="*/ 268605 h 621411"/>
                <a:gd name="connsiteX361" fmla="*/ 327279 w 616458"/>
                <a:gd name="connsiteY361" fmla="*/ 249269 h 621411"/>
                <a:gd name="connsiteX362" fmla="*/ 308229 w 616458"/>
                <a:gd name="connsiteY362" fmla="*/ 230219 h 621411"/>
                <a:gd name="connsiteX363" fmla="*/ 308229 w 616458"/>
                <a:gd name="connsiteY363" fmla="*/ 416433 h 621411"/>
                <a:gd name="connsiteX364" fmla="*/ 289179 w 616458"/>
                <a:gd name="connsiteY364" fmla="*/ 435674 h 621411"/>
                <a:gd name="connsiteX365" fmla="*/ 308229 w 616458"/>
                <a:gd name="connsiteY365" fmla="*/ 454724 h 621411"/>
                <a:gd name="connsiteX366" fmla="*/ 327279 w 616458"/>
                <a:gd name="connsiteY366" fmla="*/ 435674 h 621411"/>
                <a:gd name="connsiteX367" fmla="*/ 327279 w 616458"/>
                <a:gd name="connsiteY367" fmla="*/ 435197 h 621411"/>
                <a:gd name="connsiteX368" fmla="*/ 308229 w 616458"/>
                <a:gd name="connsiteY368" fmla="*/ 416433 h 621411"/>
                <a:gd name="connsiteX369" fmla="*/ 308229 w 616458"/>
                <a:gd name="connsiteY369" fmla="*/ 352806 h 621411"/>
                <a:gd name="connsiteX370" fmla="*/ 289179 w 616458"/>
                <a:gd name="connsiteY370" fmla="*/ 372142 h 621411"/>
                <a:gd name="connsiteX371" fmla="*/ 308229 w 616458"/>
                <a:gd name="connsiteY371" fmla="*/ 391192 h 621411"/>
                <a:gd name="connsiteX372" fmla="*/ 327279 w 616458"/>
                <a:gd name="connsiteY372" fmla="*/ 372142 h 621411"/>
                <a:gd name="connsiteX373" fmla="*/ 327279 w 616458"/>
                <a:gd name="connsiteY373" fmla="*/ 371666 h 621411"/>
                <a:gd name="connsiteX374" fmla="*/ 308229 w 616458"/>
                <a:gd name="connsiteY374" fmla="*/ 352806 h 621411"/>
                <a:gd name="connsiteX375" fmla="*/ 377571 w 616458"/>
                <a:gd name="connsiteY375" fmla="*/ 144875 h 621411"/>
                <a:gd name="connsiteX376" fmla="*/ 318326 w 616458"/>
                <a:gd name="connsiteY376" fmla="*/ 85630 h 621411"/>
                <a:gd name="connsiteX377" fmla="*/ 298133 w 616458"/>
                <a:gd name="connsiteY377" fmla="*/ 85630 h 621411"/>
                <a:gd name="connsiteX378" fmla="*/ 238887 w 616458"/>
                <a:gd name="connsiteY378" fmla="*/ 144875 h 621411"/>
                <a:gd name="connsiteX379" fmla="*/ 238887 w 616458"/>
                <a:gd name="connsiteY379" fmla="*/ 165068 h 621411"/>
                <a:gd name="connsiteX380" fmla="*/ 259080 w 616458"/>
                <a:gd name="connsiteY380" fmla="*/ 165068 h 621411"/>
                <a:gd name="connsiteX381" fmla="*/ 308229 w 616458"/>
                <a:gd name="connsiteY381" fmla="*/ 115919 h 621411"/>
                <a:gd name="connsiteX382" fmla="*/ 357378 w 616458"/>
                <a:gd name="connsiteY382" fmla="*/ 165068 h 621411"/>
                <a:gd name="connsiteX383" fmla="*/ 367475 w 616458"/>
                <a:gd name="connsiteY383" fmla="*/ 169259 h 621411"/>
                <a:gd name="connsiteX384" fmla="*/ 377571 w 616458"/>
                <a:gd name="connsiteY384" fmla="*/ 165068 h 621411"/>
                <a:gd name="connsiteX385" fmla="*/ 377571 w 616458"/>
                <a:gd name="connsiteY385" fmla="*/ 144875 h 621411"/>
                <a:gd name="connsiteX386" fmla="*/ 533305 w 616458"/>
                <a:gd name="connsiteY386" fmla="*/ 300609 h 621411"/>
                <a:gd name="connsiteX387" fmla="*/ 474059 w 616458"/>
                <a:gd name="connsiteY387" fmla="*/ 241364 h 621411"/>
                <a:gd name="connsiteX388" fmla="*/ 453866 w 616458"/>
                <a:gd name="connsiteY388" fmla="*/ 241364 h 621411"/>
                <a:gd name="connsiteX389" fmla="*/ 453866 w 616458"/>
                <a:gd name="connsiteY389" fmla="*/ 261557 h 621411"/>
                <a:gd name="connsiteX390" fmla="*/ 503015 w 616458"/>
                <a:gd name="connsiteY390" fmla="*/ 310706 h 621411"/>
                <a:gd name="connsiteX391" fmla="*/ 453866 w 616458"/>
                <a:gd name="connsiteY391" fmla="*/ 359855 h 621411"/>
                <a:gd name="connsiteX392" fmla="*/ 453866 w 616458"/>
                <a:gd name="connsiteY392" fmla="*/ 380048 h 621411"/>
                <a:gd name="connsiteX393" fmla="*/ 474059 w 616458"/>
                <a:gd name="connsiteY393" fmla="*/ 380048 h 621411"/>
                <a:gd name="connsiteX394" fmla="*/ 533305 w 616458"/>
                <a:gd name="connsiteY394" fmla="*/ 320802 h 621411"/>
                <a:gd name="connsiteX395" fmla="*/ 537496 w 616458"/>
                <a:gd name="connsiteY395" fmla="*/ 310706 h 621411"/>
                <a:gd name="connsiteX396" fmla="*/ 533305 w 616458"/>
                <a:gd name="connsiteY396" fmla="*/ 300609 h 621411"/>
                <a:gd name="connsiteX397" fmla="*/ 433197 w 616458"/>
                <a:gd name="connsiteY397" fmla="*/ 291656 h 621411"/>
                <a:gd name="connsiteX398" fmla="*/ 432721 w 616458"/>
                <a:gd name="connsiteY398" fmla="*/ 291656 h 621411"/>
                <a:gd name="connsiteX399" fmla="*/ 413957 w 616458"/>
                <a:gd name="connsiteY399" fmla="*/ 310706 h 621411"/>
                <a:gd name="connsiteX400" fmla="*/ 433197 w 616458"/>
                <a:gd name="connsiteY400" fmla="*/ 329756 h 621411"/>
                <a:gd name="connsiteX401" fmla="*/ 452247 w 616458"/>
                <a:gd name="connsiteY401" fmla="*/ 310706 h 621411"/>
                <a:gd name="connsiteX402" fmla="*/ 433197 w 616458"/>
                <a:gd name="connsiteY402" fmla="*/ 291656 h 621411"/>
                <a:gd name="connsiteX403" fmla="*/ 369665 w 616458"/>
                <a:gd name="connsiteY403" fmla="*/ 291656 h 621411"/>
                <a:gd name="connsiteX404" fmla="*/ 369189 w 616458"/>
                <a:gd name="connsiteY404" fmla="*/ 291656 h 621411"/>
                <a:gd name="connsiteX405" fmla="*/ 350330 w 616458"/>
                <a:gd name="connsiteY405" fmla="*/ 310706 h 621411"/>
                <a:gd name="connsiteX406" fmla="*/ 369665 w 616458"/>
                <a:gd name="connsiteY406" fmla="*/ 329756 h 621411"/>
                <a:gd name="connsiteX407" fmla="*/ 388715 w 616458"/>
                <a:gd name="connsiteY407" fmla="*/ 310706 h 621411"/>
                <a:gd name="connsiteX408" fmla="*/ 369665 w 616458"/>
                <a:gd name="connsiteY408" fmla="*/ 291656 h 621411"/>
                <a:gd name="connsiteX409" fmla="*/ 259080 w 616458"/>
                <a:gd name="connsiteY409" fmla="*/ 165068 h 621411"/>
                <a:gd name="connsiteX410" fmla="*/ 308229 w 616458"/>
                <a:gd name="connsiteY410" fmla="*/ 115919 h 621411"/>
                <a:gd name="connsiteX411" fmla="*/ 357378 w 616458"/>
                <a:gd name="connsiteY411" fmla="*/ 165068 h 621411"/>
                <a:gd name="connsiteX412" fmla="*/ 367475 w 616458"/>
                <a:gd name="connsiteY412" fmla="*/ 169259 h 621411"/>
                <a:gd name="connsiteX413" fmla="*/ 377571 w 616458"/>
                <a:gd name="connsiteY413" fmla="*/ 165068 h 621411"/>
                <a:gd name="connsiteX414" fmla="*/ 377571 w 616458"/>
                <a:gd name="connsiteY414" fmla="*/ 144875 h 621411"/>
                <a:gd name="connsiteX415" fmla="*/ 318326 w 616458"/>
                <a:gd name="connsiteY415" fmla="*/ 85630 h 621411"/>
                <a:gd name="connsiteX416" fmla="*/ 298133 w 616458"/>
                <a:gd name="connsiteY416" fmla="*/ 85630 h 621411"/>
                <a:gd name="connsiteX417" fmla="*/ 238887 w 616458"/>
                <a:gd name="connsiteY417" fmla="*/ 144875 h 621411"/>
                <a:gd name="connsiteX418" fmla="*/ 238887 w 616458"/>
                <a:gd name="connsiteY418" fmla="*/ 165068 h 621411"/>
                <a:gd name="connsiteX419" fmla="*/ 259080 w 616458"/>
                <a:gd name="connsiteY419" fmla="*/ 165068 h 621411"/>
                <a:gd name="connsiteX420" fmla="*/ 357378 w 616458"/>
                <a:gd name="connsiteY420" fmla="*/ 456343 h 621411"/>
                <a:gd name="connsiteX421" fmla="*/ 308229 w 616458"/>
                <a:gd name="connsiteY421" fmla="*/ 505492 h 621411"/>
                <a:gd name="connsiteX422" fmla="*/ 259080 w 616458"/>
                <a:gd name="connsiteY422" fmla="*/ 456343 h 621411"/>
                <a:gd name="connsiteX423" fmla="*/ 238887 w 616458"/>
                <a:gd name="connsiteY423" fmla="*/ 456343 h 621411"/>
                <a:gd name="connsiteX424" fmla="*/ 238887 w 616458"/>
                <a:gd name="connsiteY424" fmla="*/ 476536 h 621411"/>
                <a:gd name="connsiteX425" fmla="*/ 298133 w 616458"/>
                <a:gd name="connsiteY425" fmla="*/ 535781 h 621411"/>
                <a:gd name="connsiteX426" fmla="*/ 308229 w 616458"/>
                <a:gd name="connsiteY426" fmla="*/ 539972 h 621411"/>
                <a:gd name="connsiteX427" fmla="*/ 318326 w 616458"/>
                <a:gd name="connsiteY427" fmla="*/ 535781 h 621411"/>
                <a:gd name="connsiteX428" fmla="*/ 377571 w 616458"/>
                <a:gd name="connsiteY428" fmla="*/ 476536 h 621411"/>
                <a:gd name="connsiteX429" fmla="*/ 377571 w 616458"/>
                <a:gd name="connsiteY429" fmla="*/ 456343 h 621411"/>
                <a:gd name="connsiteX430" fmla="*/ 357378 w 616458"/>
                <a:gd name="connsiteY430" fmla="*/ 456343 h 621411"/>
                <a:gd name="connsiteX431" fmla="*/ 308229 w 616458"/>
                <a:gd name="connsiteY431" fmla="*/ 416433 h 621411"/>
                <a:gd name="connsiteX432" fmla="*/ 289179 w 616458"/>
                <a:gd name="connsiteY432" fmla="*/ 435674 h 621411"/>
                <a:gd name="connsiteX433" fmla="*/ 308229 w 616458"/>
                <a:gd name="connsiteY433" fmla="*/ 454724 h 621411"/>
                <a:gd name="connsiteX434" fmla="*/ 327279 w 616458"/>
                <a:gd name="connsiteY434" fmla="*/ 435674 h 621411"/>
                <a:gd name="connsiteX435" fmla="*/ 327279 w 616458"/>
                <a:gd name="connsiteY435" fmla="*/ 435197 h 621411"/>
                <a:gd name="connsiteX436" fmla="*/ 308229 w 616458"/>
                <a:gd name="connsiteY436" fmla="*/ 416433 h 621411"/>
                <a:gd name="connsiteX437" fmla="*/ 327279 w 616458"/>
                <a:gd name="connsiteY437" fmla="*/ 371666 h 621411"/>
                <a:gd name="connsiteX438" fmla="*/ 308229 w 616458"/>
                <a:gd name="connsiteY438" fmla="*/ 352806 h 621411"/>
                <a:gd name="connsiteX439" fmla="*/ 289179 w 616458"/>
                <a:gd name="connsiteY439" fmla="*/ 372142 h 621411"/>
                <a:gd name="connsiteX440" fmla="*/ 308229 w 616458"/>
                <a:gd name="connsiteY440" fmla="*/ 391192 h 621411"/>
                <a:gd name="connsiteX441" fmla="*/ 327279 w 616458"/>
                <a:gd name="connsiteY441" fmla="*/ 372142 h 621411"/>
                <a:gd name="connsiteX442" fmla="*/ 327279 w 616458"/>
                <a:gd name="connsiteY442" fmla="*/ 371666 h 621411"/>
                <a:gd name="connsiteX443" fmla="*/ 308229 w 616458"/>
                <a:gd name="connsiteY443" fmla="*/ 166688 h 621411"/>
                <a:gd name="connsiteX444" fmla="*/ 289179 w 616458"/>
                <a:gd name="connsiteY444" fmla="*/ 185738 h 621411"/>
                <a:gd name="connsiteX445" fmla="*/ 289179 w 616458"/>
                <a:gd name="connsiteY445" fmla="*/ 186214 h 621411"/>
                <a:gd name="connsiteX446" fmla="*/ 308229 w 616458"/>
                <a:gd name="connsiteY446" fmla="*/ 204978 h 621411"/>
                <a:gd name="connsiteX447" fmla="*/ 327279 w 616458"/>
                <a:gd name="connsiteY447" fmla="*/ 185738 h 621411"/>
                <a:gd name="connsiteX448" fmla="*/ 308229 w 616458"/>
                <a:gd name="connsiteY448" fmla="*/ 166688 h 621411"/>
                <a:gd name="connsiteX449" fmla="*/ 308229 w 616458"/>
                <a:gd name="connsiteY449" fmla="*/ 230219 h 621411"/>
                <a:gd name="connsiteX450" fmla="*/ 289179 w 616458"/>
                <a:gd name="connsiteY450" fmla="*/ 249269 h 621411"/>
                <a:gd name="connsiteX451" fmla="*/ 289179 w 616458"/>
                <a:gd name="connsiteY451" fmla="*/ 249746 h 621411"/>
                <a:gd name="connsiteX452" fmla="*/ 308229 w 616458"/>
                <a:gd name="connsiteY452" fmla="*/ 268605 h 621411"/>
                <a:gd name="connsiteX453" fmla="*/ 327279 w 616458"/>
                <a:gd name="connsiteY453" fmla="*/ 249269 h 621411"/>
                <a:gd name="connsiteX454" fmla="*/ 308229 w 616458"/>
                <a:gd name="connsiteY454" fmla="*/ 230219 h 621411"/>
                <a:gd name="connsiteX455" fmla="*/ 247269 w 616458"/>
                <a:gd name="connsiteY455" fmla="*/ 329756 h 621411"/>
                <a:gd name="connsiteX456" fmla="*/ 266129 w 616458"/>
                <a:gd name="connsiteY456" fmla="*/ 310706 h 621411"/>
                <a:gd name="connsiteX457" fmla="*/ 246793 w 616458"/>
                <a:gd name="connsiteY457" fmla="*/ 291656 h 621411"/>
                <a:gd name="connsiteX458" fmla="*/ 227743 w 616458"/>
                <a:gd name="connsiteY458" fmla="*/ 310706 h 621411"/>
                <a:gd name="connsiteX459" fmla="*/ 246793 w 616458"/>
                <a:gd name="connsiteY459" fmla="*/ 329756 h 621411"/>
                <a:gd name="connsiteX460" fmla="*/ 247269 w 616458"/>
                <a:gd name="connsiteY460" fmla="*/ 329756 h 621411"/>
                <a:gd name="connsiteX461" fmla="*/ 183261 w 616458"/>
                <a:gd name="connsiteY461" fmla="*/ 291656 h 621411"/>
                <a:gd name="connsiteX462" fmla="*/ 164211 w 616458"/>
                <a:gd name="connsiteY462" fmla="*/ 310706 h 621411"/>
                <a:gd name="connsiteX463" fmla="*/ 183261 w 616458"/>
                <a:gd name="connsiteY463" fmla="*/ 329756 h 621411"/>
                <a:gd name="connsiteX464" fmla="*/ 183737 w 616458"/>
                <a:gd name="connsiteY464" fmla="*/ 329756 h 621411"/>
                <a:gd name="connsiteX465" fmla="*/ 202502 w 616458"/>
                <a:gd name="connsiteY465" fmla="*/ 310706 h 621411"/>
                <a:gd name="connsiteX466" fmla="*/ 183261 w 616458"/>
                <a:gd name="connsiteY466" fmla="*/ 291656 h 621411"/>
                <a:gd name="connsiteX467" fmla="*/ 113443 w 616458"/>
                <a:gd name="connsiteY467" fmla="*/ 310706 h 621411"/>
                <a:gd name="connsiteX468" fmla="*/ 162592 w 616458"/>
                <a:gd name="connsiteY468" fmla="*/ 261557 h 621411"/>
                <a:gd name="connsiteX469" fmla="*/ 166783 w 616458"/>
                <a:gd name="connsiteY469" fmla="*/ 251460 h 621411"/>
                <a:gd name="connsiteX470" fmla="*/ 162592 w 616458"/>
                <a:gd name="connsiteY470" fmla="*/ 241364 h 621411"/>
                <a:gd name="connsiteX471" fmla="*/ 142399 w 616458"/>
                <a:gd name="connsiteY471" fmla="*/ 241364 h 621411"/>
                <a:gd name="connsiteX472" fmla="*/ 83153 w 616458"/>
                <a:gd name="connsiteY472" fmla="*/ 300609 h 621411"/>
                <a:gd name="connsiteX473" fmla="*/ 83153 w 616458"/>
                <a:gd name="connsiteY473" fmla="*/ 320802 h 621411"/>
                <a:gd name="connsiteX474" fmla="*/ 142399 w 616458"/>
                <a:gd name="connsiteY474" fmla="*/ 380048 h 621411"/>
                <a:gd name="connsiteX475" fmla="*/ 162592 w 616458"/>
                <a:gd name="connsiteY475" fmla="*/ 380048 h 621411"/>
                <a:gd name="connsiteX476" fmla="*/ 162592 w 616458"/>
                <a:gd name="connsiteY476" fmla="*/ 359855 h 621411"/>
                <a:gd name="connsiteX477" fmla="*/ 113443 w 616458"/>
                <a:gd name="connsiteY477" fmla="*/ 310706 h 62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</a:cxnLst>
              <a:rect l="l" t="t" r="r" b="b"/>
              <a:pathLst>
                <a:path w="616458" h="621411">
                  <a:moveTo>
                    <a:pt x="533305" y="300609"/>
                  </a:moveTo>
                  <a:lnTo>
                    <a:pt x="474059" y="241364"/>
                  </a:lnTo>
                  <a:cubicBezTo>
                    <a:pt x="468440" y="235744"/>
                    <a:pt x="459391" y="235744"/>
                    <a:pt x="453866" y="241364"/>
                  </a:cubicBezTo>
                  <a:cubicBezTo>
                    <a:pt x="448246" y="246888"/>
                    <a:pt x="448246" y="255937"/>
                    <a:pt x="453866" y="261557"/>
                  </a:cubicBezTo>
                  <a:lnTo>
                    <a:pt x="503015" y="310706"/>
                  </a:lnTo>
                  <a:lnTo>
                    <a:pt x="453866" y="359855"/>
                  </a:lnTo>
                  <a:cubicBezTo>
                    <a:pt x="448246" y="365474"/>
                    <a:pt x="448246" y="374523"/>
                    <a:pt x="453866" y="380048"/>
                  </a:cubicBezTo>
                  <a:cubicBezTo>
                    <a:pt x="459391" y="385667"/>
                    <a:pt x="468440" y="385667"/>
                    <a:pt x="474059" y="380048"/>
                  </a:cubicBezTo>
                  <a:lnTo>
                    <a:pt x="533305" y="320802"/>
                  </a:lnTo>
                  <a:cubicBezTo>
                    <a:pt x="536162" y="318040"/>
                    <a:pt x="537496" y="314325"/>
                    <a:pt x="537496" y="310706"/>
                  </a:cubicBezTo>
                  <a:cubicBezTo>
                    <a:pt x="537496" y="307086"/>
                    <a:pt x="536162" y="303371"/>
                    <a:pt x="533305" y="300609"/>
                  </a:cubicBezTo>
                  <a:close/>
                  <a:moveTo>
                    <a:pt x="433197" y="291656"/>
                  </a:moveTo>
                  <a:lnTo>
                    <a:pt x="432721" y="291656"/>
                  </a:lnTo>
                  <a:cubicBezTo>
                    <a:pt x="422243" y="291656"/>
                    <a:pt x="413957" y="300228"/>
                    <a:pt x="413957" y="310706"/>
                  </a:cubicBezTo>
                  <a:cubicBezTo>
                    <a:pt x="413957" y="321183"/>
                    <a:pt x="422719" y="329756"/>
                    <a:pt x="433197" y="329756"/>
                  </a:cubicBezTo>
                  <a:cubicBezTo>
                    <a:pt x="443675" y="329756"/>
                    <a:pt x="452247" y="321183"/>
                    <a:pt x="452247" y="310706"/>
                  </a:cubicBezTo>
                  <a:cubicBezTo>
                    <a:pt x="452247" y="300228"/>
                    <a:pt x="443770" y="291656"/>
                    <a:pt x="433197" y="291656"/>
                  </a:cubicBezTo>
                  <a:close/>
                  <a:moveTo>
                    <a:pt x="369665" y="291656"/>
                  </a:moveTo>
                  <a:lnTo>
                    <a:pt x="369189" y="291656"/>
                  </a:lnTo>
                  <a:cubicBezTo>
                    <a:pt x="358616" y="291656"/>
                    <a:pt x="350330" y="300228"/>
                    <a:pt x="350330" y="310706"/>
                  </a:cubicBezTo>
                  <a:cubicBezTo>
                    <a:pt x="350330" y="321183"/>
                    <a:pt x="359092" y="329756"/>
                    <a:pt x="369665" y="329756"/>
                  </a:cubicBezTo>
                  <a:cubicBezTo>
                    <a:pt x="380238" y="329756"/>
                    <a:pt x="388715" y="321183"/>
                    <a:pt x="388715" y="310706"/>
                  </a:cubicBezTo>
                  <a:cubicBezTo>
                    <a:pt x="388715" y="300228"/>
                    <a:pt x="380143" y="291656"/>
                    <a:pt x="369665" y="291656"/>
                  </a:cubicBezTo>
                  <a:close/>
                  <a:moveTo>
                    <a:pt x="259080" y="165068"/>
                  </a:moveTo>
                  <a:lnTo>
                    <a:pt x="308229" y="115919"/>
                  </a:lnTo>
                  <a:lnTo>
                    <a:pt x="357378" y="165068"/>
                  </a:lnTo>
                  <a:cubicBezTo>
                    <a:pt x="360236" y="167831"/>
                    <a:pt x="363855" y="169259"/>
                    <a:pt x="367475" y="169259"/>
                  </a:cubicBezTo>
                  <a:cubicBezTo>
                    <a:pt x="371094" y="169259"/>
                    <a:pt x="374809" y="167831"/>
                    <a:pt x="377571" y="165068"/>
                  </a:cubicBezTo>
                  <a:cubicBezTo>
                    <a:pt x="383191" y="159544"/>
                    <a:pt x="383191" y="150495"/>
                    <a:pt x="377571" y="144875"/>
                  </a:cubicBezTo>
                  <a:lnTo>
                    <a:pt x="318326" y="85630"/>
                  </a:lnTo>
                  <a:cubicBezTo>
                    <a:pt x="312706" y="80010"/>
                    <a:pt x="303752" y="80010"/>
                    <a:pt x="298133" y="85630"/>
                  </a:cubicBezTo>
                  <a:lnTo>
                    <a:pt x="238887" y="144875"/>
                  </a:lnTo>
                  <a:cubicBezTo>
                    <a:pt x="233267" y="150495"/>
                    <a:pt x="233267" y="159544"/>
                    <a:pt x="238887" y="165068"/>
                  </a:cubicBezTo>
                  <a:cubicBezTo>
                    <a:pt x="244412" y="170688"/>
                    <a:pt x="253460" y="170688"/>
                    <a:pt x="259080" y="165068"/>
                  </a:cubicBezTo>
                  <a:close/>
                  <a:moveTo>
                    <a:pt x="357378" y="456343"/>
                  </a:moveTo>
                  <a:lnTo>
                    <a:pt x="308229" y="505492"/>
                  </a:lnTo>
                  <a:lnTo>
                    <a:pt x="259080" y="456343"/>
                  </a:lnTo>
                  <a:cubicBezTo>
                    <a:pt x="253460" y="450723"/>
                    <a:pt x="244412" y="450723"/>
                    <a:pt x="238887" y="456343"/>
                  </a:cubicBezTo>
                  <a:cubicBezTo>
                    <a:pt x="233267" y="461867"/>
                    <a:pt x="233267" y="470916"/>
                    <a:pt x="238887" y="476536"/>
                  </a:cubicBezTo>
                  <a:lnTo>
                    <a:pt x="298133" y="535781"/>
                  </a:lnTo>
                  <a:cubicBezTo>
                    <a:pt x="300895" y="538639"/>
                    <a:pt x="304610" y="539972"/>
                    <a:pt x="308229" y="539972"/>
                  </a:cubicBezTo>
                  <a:cubicBezTo>
                    <a:pt x="311849" y="539972"/>
                    <a:pt x="315563" y="538639"/>
                    <a:pt x="318326" y="535781"/>
                  </a:cubicBezTo>
                  <a:lnTo>
                    <a:pt x="377571" y="476536"/>
                  </a:lnTo>
                  <a:cubicBezTo>
                    <a:pt x="383191" y="470916"/>
                    <a:pt x="383191" y="461867"/>
                    <a:pt x="377571" y="456343"/>
                  </a:cubicBezTo>
                  <a:cubicBezTo>
                    <a:pt x="372046" y="450723"/>
                    <a:pt x="362998" y="450723"/>
                    <a:pt x="357378" y="456343"/>
                  </a:cubicBezTo>
                  <a:close/>
                  <a:moveTo>
                    <a:pt x="308229" y="416433"/>
                  </a:moveTo>
                  <a:cubicBezTo>
                    <a:pt x="297752" y="416433"/>
                    <a:pt x="289179" y="425196"/>
                    <a:pt x="289179" y="435674"/>
                  </a:cubicBezTo>
                  <a:cubicBezTo>
                    <a:pt x="289179" y="446151"/>
                    <a:pt x="297752" y="454724"/>
                    <a:pt x="308229" y="454724"/>
                  </a:cubicBezTo>
                  <a:cubicBezTo>
                    <a:pt x="318707" y="454724"/>
                    <a:pt x="327279" y="446246"/>
                    <a:pt x="327279" y="435674"/>
                  </a:cubicBezTo>
                  <a:lnTo>
                    <a:pt x="327279" y="435197"/>
                  </a:lnTo>
                  <a:cubicBezTo>
                    <a:pt x="327279" y="424720"/>
                    <a:pt x="318707" y="416433"/>
                    <a:pt x="308229" y="416433"/>
                  </a:cubicBezTo>
                  <a:close/>
                  <a:moveTo>
                    <a:pt x="327279" y="371666"/>
                  </a:moveTo>
                  <a:cubicBezTo>
                    <a:pt x="327279" y="361093"/>
                    <a:pt x="318707" y="352806"/>
                    <a:pt x="308229" y="352806"/>
                  </a:cubicBezTo>
                  <a:cubicBezTo>
                    <a:pt x="297752" y="352806"/>
                    <a:pt x="289179" y="361569"/>
                    <a:pt x="289179" y="372142"/>
                  </a:cubicBezTo>
                  <a:cubicBezTo>
                    <a:pt x="289179" y="382715"/>
                    <a:pt x="297752" y="391192"/>
                    <a:pt x="308229" y="391192"/>
                  </a:cubicBezTo>
                  <a:cubicBezTo>
                    <a:pt x="318707" y="391192"/>
                    <a:pt x="327279" y="382619"/>
                    <a:pt x="327279" y="372142"/>
                  </a:cubicBezTo>
                  <a:lnTo>
                    <a:pt x="327279" y="371666"/>
                  </a:lnTo>
                  <a:close/>
                  <a:moveTo>
                    <a:pt x="308229" y="166688"/>
                  </a:moveTo>
                  <a:cubicBezTo>
                    <a:pt x="297752" y="166688"/>
                    <a:pt x="289179" y="175165"/>
                    <a:pt x="289179" y="185738"/>
                  </a:cubicBezTo>
                  <a:lnTo>
                    <a:pt x="289179" y="186214"/>
                  </a:lnTo>
                  <a:cubicBezTo>
                    <a:pt x="289179" y="196691"/>
                    <a:pt x="297752" y="204978"/>
                    <a:pt x="308229" y="204978"/>
                  </a:cubicBezTo>
                  <a:cubicBezTo>
                    <a:pt x="318707" y="204978"/>
                    <a:pt x="327279" y="196215"/>
                    <a:pt x="327279" y="185738"/>
                  </a:cubicBezTo>
                  <a:cubicBezTo>
                    <a:pt x="327279" y="175260"/>
                    <a:pt x="318707" y="166688"/>
                    <a:pt x="308229" y="166688"/>
                  </a:cubicBezTo>
                  <a:close/>
                  <a:moveTo>
                    <a:pt x="308229" y="230219"/>
                  </a:moveTo>
                  <a:cubicBezTo>
                    <a:pt x="297752" y="230219"/>
                    <a:pt x="289179" y="238792"/>
                    <a:pt x="289179" y="249269"/>
                  </a:cubicBezTo>
                  <a:lnTo>
                    <a:pt x="289179" y="249746"/>
                  </a:lnTo>
                  <a:cubicBezTo>
                    <a:pt x="289179" y="260318"/>
                    <a:pt x="297752" y="268605"/>
                    <a:pt x="308229" y="268605"/>
                  </a:cubicBezTo>
                  <a:cubicBezTo>
                    <a:pt x="318707" y="268605"/>
                    <a:pt x="327279" y="259842"/>
                    <a:pt x="327279" y="249269"/>
                  </a:cubicBezTo>
                  <a:cubicBezTo>
                    <a:pt x="327279" y="238697"/>
                    <a:pt x="318707" y="230219"/>
                    <a:pt x="308229" y="230219"/>
                  </a:cubicBezTo>
                  <a:close/>
                  <a:moveTo>
                    <a:pt x="247269" y="329756"/>
                  </a:moveTo>
                  <a:cubicBezTo>
                    <a:pt x="257842" y="329756"/>
                    <a:pt x="266129" y="321183"/>
                    <a:pt x="266129" y="310706"/>
                  </a:cubicBezTo>
                  <a:cubicBezTo>
                    <a:pt x="266129" y="300228"/>
                    <a:pt x="257366" y="291656"/>
                    <a:pt x="246793" y="291656"/>
                  </a:cubicBezTo>
                  <a:cubicBezTo>
                    <a:pt x="236220" y="291656"/>
                    <a:pt x="227743" y="300228"/>
                    <a:pt x="227743" y="310706"/>
                  </a:cubicBezTo>
                  <a:cubicBezTo>
                    <a:pt x="227743" y="321183"/>
                    <a:pt x="236315" y="329756"/>
                    <a:pt x="246793" y="329756"/>
                  </a:cubicBezTo>
                  <a:lnTo>
                    <a:pt x="247269" y="329756"/>
                  </a:lnTo>
                  <a:close/>
                  <a:moveTo>
                    <a:pt x="183261" y="291656"/>
                  </a:moveTo>
                  <a:cubicBezTo>
                    <a:pt x="172688" y="291656"/>
                    <a:pt x="164211" y="300228"/>
                    <a:pt x="164211" y="310706"/>
                  </a:cubicBezTo>
                  <a:cubicBezTo>
                    <a:pt x="164211" y="321183"/>
                    <a:pt x="172688" y="329756"/>
                    <a:pt x="183261" y="329756"/>
                  </a:cubicBezTo>
                  <a:lnTo>
                    <a:pt x="183737" y="329756"/>
                  </a:lnTo>
                  <a:cubicBezTo>
                    <a:pt x="194215" y="329756"/>
                    <a:pt x="202502" y="321183"/>
                    <a:pt x="202502" y="310706"/>
                  </a:cubicBezTo>
                  <a:cubicBezTo>
                    <a:pt x="202502" y="300228"/>
                    <a:pt x="193739" y="291656"/>
                    <a:pt x="183261" y="291656"/>
                  </a:cubicBezTo>
                  <a:close/>
                  <a:moveTo>
                    <a:pt x="113443" y="310706"/>
                  </a:moveTo>
                  <a:lnTo>
                    <a:pt x="162592" y="261557"/>
                  </a:lnTo>
                  <a:cubicBezTo>
                    <a:pt x="165354" y="258699"/>
                    <a:pt x="166783" y="255080"/>
                    <a:pt x="166783" y="251460"/>
                  </a:cubicBezTo>
                  <a:cubicBezTo>
                    <a:pt x="166783" y="247841"/>
                    <a:pt x="165354" y="244126"/>
                    <a:pt x="162592" y="241364"/>
                  </a:cubicBezTo>
                  <a:cubicBezTo>
                    <a:pt x="157067" y="235744"/>
                    <a:pt x="148019" y="235744"/>
                    <a:pt x="142399" y="241364"/>
                  </a:cubicBezTo>
                  <a:lnTo>
                    <a:pt x="83153" y="300609"/>
                  </a:lnTo>
                  <a:cubicBezTo>
                    <a:pt x="77533" y="306229"/>
                    <a:pt x="77533" y="315182"/>
                    <a:pt x="83153" y="320802"/>
                  </a:cubicBezTo>
                  <a:lnTo>
                    <a:pt x="142399" y="380048"/>
                  </a:lnTo>
                  <a:cubicBezTo>
                    <a:pt x="148019" y="385667"/>
                    <a:pt x="157067" y="385667"/>
                    <a:pt x="162592" y="380048"/>
                  </a:cubicBezTo>
                  <a:cubicBezTo>
                    <a:pt x="168212" y="374523"/>
                    <a:pt x="168212" y="365474"/>
                    <a:pt x="162592" y="359855"/>
                  </a:cubicBezTo>
                  <a:lnTo>
                    <a:pt x="113443" y="310706"/>
                  </a:lnTo>
                  <a:close/>
                  <a:moveTo>
                    <a:pt x="533114" y="0"/>
                  </a:moveTo>
                  <a:lnTo>
                    <a:pt x="83344" y="0"/>
                  </a:lnTo>
                  <a:cubicBezTo>
                    <a:pt x="37433" y="0"/>
                    <a:pt x="0" y="37338"/>
                    <a:pt x="0" y="83344"/>
                  </a:cubicBezTo>
                  <a:lnTo>
                    <a:pt x="0" y="538067"/>
                  </a:lnTo>
                  <a:cubicBezTo>
                    <a:pt x="0" y="584073"/>
                    <a:pt x="37433" y="621411"/>
                    <a:pt x="83344" y="621411"/>
                  </a:cubicBezTo>
                  <a:lnTo>
                    <a:pt x="533114" y="621411"/>
                  </a:lnTo>
                  <a:cubicBezTo>
                    <a:pt x="579025" y="621411"/>
                    <a:pt x="616458" y="584073"/>
                    <a:pt x="616458" y="538067"/>
                  </a:cubicBezTo>
                  <a:lnTo>
                    <a:pt x="616458" y="83344"/>
                  </a:lnTo>
                  <a:cubicBezTo>
                    <a:pt x="616458" y="37338"/>
                    <a:pt x="579025" y="0"/>
                    <a:pt x="533114" y="0"/>
                  </a:cubicBezTo>
                  <a:close/>
                  <a:moveTo>
                    <a:pt x="587883" y="538067"/>
                  </a:moveTo>
                  <a:cubicBezTo>
                    <a:pt x="587883" y="568262"/>
                    <a:pt x="563309" y="592836"/>
                    <a:pt x="533114" y="592836"/>
                  </a:cubicBezTo>
                  <a:lnTo>
                    <a:pt x="83344" y="592836"/>
                  </a:lnTo>
                  <a:cubicBezTo>
                    <a:pt x="53150" y="592836"/>
                    <a:pt x="28575" y="568262"/>
                    <a:pt x="28575" y="538067"/>
                  </a:cubicBezTo>
                  <a:lnTo>
                    <a:pt x="28575" y="83344"/>
                  </a:lnTo>
                  <a:cubicBezTo>
                    <a:pt x="28575" y="53150"/>
                    <a:pt x="53150" y="28575"/>
                    <a:pt x="83344" y="28575"/>
                  </a:cubicBezTo>
                  <a:lnTo>
                    <a:pt x="533114" y="28575"/>
                  </a:lnTo>
                  <a:cubicBezTo>
                    <a:pt x="563309" y="28575"/>
                    <a:pt x="587883" y="53150"/>
                    <a:pt x="587883" y="83344"/>
                  </a:cubicBezTo>
                  <a:lnTo>
                    <a:pt x="587883" y="538067"/>
                  </a:lnTo>
                  <a:close/>
                  <a:moveTo>
                    <a:pt x="474059" y="241364"/>
                  </a:moveTo>
                  <a:cubicBezTo>
                    <a:pt x="468440" y="235744"/>
                    <a:pt x="459391" y="235744"/>
                    <a:pt x="453866" y="241364"/>
                  </a:cubicBezTo>
                  <a:cubicBezTo>
                    <a:pt x="448246" y="246888"/>
                    <a:pt x="448246" y="255937"/>
                    <a:pt x="453866" y="261557"/>
                  </a:cubicBezTo>
                  <a:lnTo>
                    <a:pt x="503015" y="310706"/>
                  </a:lnTo>
                  <a:lnTo>
                    <a:pt x="453866" y="359855"/>
                  </a:lnTo>
                  <a:cubicBezTo>
                    <a:pt x="448246" y="365474"/>
                    <a:pt x="448246" y="374523"/>
                    <a:pt x="453866" y="380048"/>
                  </a:cubicBezTo>
                  <a:cubicBezTo>
                    <a:pt x="459391" y="385667"/>
                    <a:pt x="468440" y="385667"/>
                    <a:pt x="474059" y="380048"/>
                  </a:cubicBezTo>
                  <a:lnTo>
                    <a:pt x="533305" y="320802"/>
                  </a:lnTo>
                  <a:cubicBezTo>
                    <a:pt x="536162" y="318040"/>
                    <a:pt x="537496" y="314325"/>
                    <a:pt x="537496" y="310706"/>
                  </a:cubicBezTo>
                  <a:cubicBezTo>
                    <a:pt x="537496" y="307086"/>
                    <a:pt x="536162" y="303371"/>
                    <a:pt x="533305" y="300609"/>
                  </a:cubicBezTo>
                  <a:lnTo>
                    <a:pt x="474059" y="241364"/>
                  </a:lnTo>
                  <a:close/>
                  <a:moveTo>
                    <a:pt x="433197" y="291656"/>
                  </a:moveTo>
                  <a:lnTo>
                    <a:pt x="432721" y="291656"/>
                  </a:lnTo>
                  <a:cubicBezTo>
                    <a:pt x="422243" y="291656"/>
                    <a:pt x="413957" y="300228"/>
                    <a:pt x="413957" y="310706"/>
                  </a:cubicBezTo>
                  <a:cubicBezTo>
                    <a:pt x="413957" y="321183"/>
                    <a:pt x="422719" y="329756"/>
                    <a:pt x="433197" y="329756"/>
                  </a:cubicBezTo>
                  <a:cubicBezTo>
                    <a:pt x="443675" y="329756"/>
                    <a:pt x="452247" y="321183"/>
                    <a:pt x="452247" y="310706"/>
                  </a:cubicBezTo>
                  <a:cubicBezTo>
                    <a:pt x="452247" y="300228"/>
                    <a:pt x="443770" y="291656"/>
                    <a:pt x="433197" y="291656"/>
                  </a:cubicBezTo>
                  <a:close/>
                  <a:moveTo>
                    <a:pt x="369665" y="291656"/>
                  </a:moveTo>
                  <a:lnTo>
                    <a:pt x="369189" y="291656"/>
                  </a:lnTo>
                  <a:cubicBezTo>
                    <a:pt x="358616" y="291656"/>
                    <a:pt x="350330" y="300228"/>
                    <a:pt x="350330" y="310706"/>
                  </a:cubicBezTo>
                  <a:cubicBezTo>
                    <a:pt x="350330" y="321183"/>
                    <a:pt x="359092" y="329756"/>
                    <a:pt x="369665" y="329756"/>
                  </a:cubicBezTo>
                  <a:cubicBezTo>
                    <a:pt x="380238" y="329756"/>
                    <a:pt x="388715" y="321183"/>
                    <a:pt x="388715" y="310706"/>
                  </a:cubicBezTo>
                  <a:cubicBezTo>
                    <a:pt x="388715" y="300228"/>
                    <a:pt x="380143" y="291656"/>
                    <a:pt x="369665" y="291656"/>
                  </a:cubicBezTo>
                  <a:close/>
                  <a:moveTo>
                    <a:pt x="259080" y="165068"/>
                  </a:moveTo>
                  <a:lnTo>
                    <a:pt x="308229" y="115919"/>
                  </a:lnTo>
                  <a:lnTo>
                    <a:pt x="357378" y="165068"/>
                  </a:lnTo>
                  <a:cubicBezTo>
                    <a:pt x="360236" y="167831"/>
                    <a:pt x="363855" y="169259"/>
                    <a:pt x="367475" y="169259"/>
                  </a:cubicBezTo>
                  <a:cubicBezTo>
                    <a:pt x="371094" y="169259"/>
                    <a:pt x="374809" y="167831"/>
                    <a:pt x="377571" y="165068"/>
                  </a:cubicBezTo>
                  <a:cubicBezTo>
                    <a:pt x="383191" y="159544"/>
                    <a:pt x="383191" y="150495"/>
                    <a:pt x="377571" y="144875"/>
                  </a:cubicBezTo>
                  <a:lnTo>
                    <a:pt x="318326" y="85630"/>
                  </a:lnTo>
                  <a:cubicBezTo>
                    <a:pt x="312706" y="80010"/>
                    <a:pt x="303752" y="80010"/>
                    <a:pt x="298133" y="85630"/>
                  </a:cubicBezTo>
                  <a:lnTo>
                    <a:pt x="238887" y="144875"/>
                  </a:lnTo>
                  <a:cubicBezTo>
                    <a:pt x="233267" y="150495"/>
                    <a:pt x="233267" y="159544"/>
                    <a:pt x="238887" y="165068"/>
                  </a:cubicBezTo>
                  <a:cubicBezTo>
                    <a:pt x="244412" y="170688"/>
                    <a:pt x="253460" y="170688"/>
                    <a:pt x="259080" y="165068"/>
                  </a:cubicBezTo>
                  <a:close/>
                  <a:moveTo>
                    <a:pt x="357378" y="456343"/>
                  </a:moveTo>
                  <a:lnTo>
                    <a:pt x="308229" y="505492"/>
                  </a:lnTo>
                  <a:lnTo>
                    <a:pt x="259080" y="456343"/>
                  </a:lnTo>
                  <a:cubicBezTo>
                    <a:pt x="253460" y="450723"/>
                    <a:pt x="244412" y="450723"/>
                    <a:pt x="238887" y="456343"/>
                  </a:cubicBezTo>
                  <a:cubicBezTo>
                    <a:pt x="233267" y="461867"/>
                    <a:pt x="233267" y="470916"/>
                    <a:pt x="238887" y="476536"/>
                  </a:cubicBezTo>
                  <a:lnTo>
                    <a:pt x="298133" y="535781"/>
                  </a:lnTo>
                  <a:cubicBezTo>
                    <a:pt x="300895" y="538639"/>
                    <a:pt x="304610" y="539972"/>
                    <a:pt x="308229" y="539972"/>
                  </a:cubicBezTo>
                  <a:cubicBezTo>
                    <a:pt x="311849" y="539972"/>
                    <a:pt x="315563" y="538639"/>
                    <a:pt x="318326" y="535781"/>
                  </a:cubicBezTo>
                  <a:lnTo>
                    <a:pt x="377571" y="476536"/>
                  </a:lnTo>
                  <a:cubicBezTo>
                    <a:pt x="383191" y="470916"/>
                    <a:pt x="383191" y="461867"/>
                    <a:pt x="377571" y="456343"/>
                  </a:cubicBezTo>
                  <a:cubicBezTo>
                    <a:pt x="372046" y="450723"/>
                    <a:pt x="362998" y="450723"/>
                    <a:pt x="357378" y="456343"/>
                  </a:cubicBezTo>
                  <a:close/>
                  <a:moveTo>
                    <a:pt x="308229" y="416433"/>
                  </a:moveTo>
                  <a:cubicBezTo>
                    <a:pt x="297752" y="416433"/>
                    <a:pt x="289179" y="425196"/>
                    <a:pt x="289179" y="435674"/>
                  </a:cubicBezTo>
                  <a:cubicBezTo>
                    <a:pt x="289179" y="446151"/>
                    <a:pt x="297752" y="454724"/>
                    <a:pt x="308229" y="454724"/>
                  </a:cubicBezTo>
                  <a:cubicBezTo>
                    <a:pt x="318707" y="454724"/>
                    <a:pt x="327279" y="446246"/>
                    <a:pt x="327279" y="435674"/>
                  </a:cubicBezTo>
                  <a:lnTo>
                    <a:pt x="327279" y="435197"/>
                  </a:lnTo>
                  <a:cubicBezTo>
                    <a:pt x="327279" y="424720"/>
                    <a:pt x="318707" y="416433"/>
                    <a:pt x="308229" y="416433"/>
                  </a:cubicBezTo>
                  <a:close/>
                  <a:moveTo>
                    <a:pt x="327279" y="371666"/>
                  </a:moveTo>
                  <a:cubicBezTo>
                    <a:pt x="327279" y="361093"/>
                    <a:pt x="318707" y="352806"/>
                    <a:pt x="308229" y="352806"/>
                  </a:cubicBezTo>
                  <a:cubicBezTo>
                    <a:pt x="297752" y="352806"/>
                    <a:pt x="289179" y="361569"/>
                    <a:pt x="289179" y="372142"/>
                  </a:cubicBezTo>
                  <a:cubicBezTo>
                    <a:pt x="289179" y="382715"/>
                    <a:pt x="297752" y="391192"/>
                    <a:pt x="308229" y="391192"/>
                  </a:cubicBezTo>
                  <a:cubicBezTo>
                    <a:pt x="318707" y="391192"/>
                    <a:pt x="327279" y="382619"/>
                    <a:pt x="327279" y="372142"/>
                  </a:cubicBezTo>
                  <a:lnTo>
                    <a:pt x="327279" y="371666"/>
                  </a:lnTo>
                  <a:close/>
                  <a:moveTo>
                    <a:pt x="308229" y="166688"/>
                  </a:moveTo>
                  <a:cubicBezTo>
                    <a:pt x="297752" y="166688"/>
                    <a:pt x="289179" y="175165"/>
                    <a:pt x="289179" y="185738"/>
                  </a:cubicBezTo>
                  <a:lnTo>
                    <a:pt x="289179" y="186214"/>
                  </a:lnTo>
                  <a:cubicBezTo>
                    <a:pt x="289179" y="196691"/>
                    <a:pt x="297752" y="204978"/>
                    <a:pt x="308229" y="204978"/>
                  </a:cubicBezTo>
                  <a:cubicBezTo>
                    <a:pt x="318707" y="204978"/>
                    <a:pt x="327279" y="196215"/>
                    <a:pt x="327279" y="185738"/>
                  </a:cubicBezTo>
                  <a:cubicBezTo>
                    <a:pt x="327279" y="175260"/>
                    <a:pt x="318707" y="166688"/>
                    <a:pt x="308229" y="166688"/>
                  </a:cubicBezTo>
                  <a:close/>
                  <a:moveTo>
                    <a:pt x="308229" y="230219"/>
                  </a:moveTo>
                  <a:cubicBezTo>
                    <a:pt x="297752" y="230219"/>
                    <a:pt x="289179" y="238792"/>
                    <a:pt x="289179" y="249269"/>
                  </a:cubicBezTo>
                  <a:lnTo>
                    <a:pt x="289179" y="249746"/>
                  </a:lnTo>
                  <a:cubicBezTo>
                    <a:pt x="289179" y="260318"/>
                    <a:pt x="297752" y="268605"/>
                    <a:pt x="308229" y="268605"/>
                  </a:cubicBezTo>
                  <a:cubicBezTo>
                    <a:pt x="318707" y="268605"/>
                    <a:pt x="327279" y="259842"/>
                    <a:pt x="327279" y="249269"/>
                  </a:cubicBezTo>
                  <a:cubicBezTo>
                    <a:pt x="327279" y="238697"/>
                    <a:pt x="318707" y="230219"/>
                    <a:pt x="308229" y="230219"/>
                  </a:cubicBezTo>
                  <a:close/>
                  <a:moveTo>
                    <a:pt x="247269" y="329756"/>
                  </a:moveTo>
                  <a:cubicBezTo>
                    <a:pt x="257842" y="329756"/>
                    <a:pt x="266129" y="321183"/>
                    <a:pt x="266129" y="310706"/>
                  </a:cubicBezTo>
                  <a:cubicBezTo>
                    <a:pt x="266129" y="300228"/>
                    <a:pt x="257366" y="291656"/>
                    <a:pt x="246793" y="291656"/>
                  </a:cubicBezTo>
                  <a:cubicBezTo>
                    <a:pt x="236220" y="291656"/>
                    <a:pt x="227743" y="300228"/>
                    <a:pt x="227743" y="310706"/>
                  </a:cubicBezTo>
                  <a:cubicBezTo>
                    <a:pt x="227743" y="321183"/>
                    <a:pt x="236315" y="329756"/>
                    <a:pt x="246793" y="329756"/>
                  </a:cubicBezTo>
                  <a:lnTo>
                    <a:pt x="247269" y="329756"/>
                  </a:lnTo>
                  <a:close/>
                  <a:moveTo>
                    <a:pt x="183261" y="291656"/>
                  </a:moveTo>
                  <a:cubicBezTo>
                    <a:pt x="172688" y="291656"/>
                    <a:pt x="164211" y="300228"/>
                    <a:pt x="164211" y="310706"/>
                  </a:cubicBezTo>
                  <a:cubicBezTo>
                    <a:pt x="164211" y="321183"/>
                    <a:pt x="172688" y="329756"/>
                    <a:pt x="183261" y="329756"/>
                  </a:cubicBezTo>
                  <a:lnTo>
                    <a:pt x="183737" y="329756"/>
                  </a:lnTo>
                  <a:cubicBezTo>
                    <a:pt x="194215" y="329756"/>
                    <a:pt x="202502" y="321183"/>
                    <a:pt x="202502" y="310706"/>
                  </a:cubicBezTo>
                  <a:cubicBezTo>
                    <a:pt x="202502" y="300228"/>
                    <a:pt x="193739" y="291656"/>
                    <a:pt x="183261" y="291656"/>
                  </a:cubicBezTo>
                  <a:close/>
                  <a:moveTo>
                    <a:pt x="113443" y="310706"/>
                  </a:moveTo>
                  <a:lnTo>
                    <a:pt x="162592" y="261557"/>
                  </a:lnTo>
                  <a:cubicBezTo>
                    <a:pt x="165354" y="258699"/>
                    <a:pt x="166783" y="255080"/>
                    <a:pt x="166783" y="251460"/>
                  </a:cubicBezTo>
                  <a:cubicBezTo>
                    <a:pt x="166783" y="247841"/>
                    <a:pt x="165354" y="244126"/>
                    <a:pt x="162592" y="241364"/>
                  </a:cubicBezTo>
                  <a:cubicBezTo>
                    <a:pt x="157067" y="235744"/>
                    <a:pt x="148019" y="235744"/>
                    <a:pt x="142399" y="241364"/>
                  </a:cubicBezTo>
                  <a:lnTo>
                    <a:pt x="83153" y="300609"/>
                  </a:lnTo>
                  <a:cubicBezTo>
                    <a:pt x="77533" y="306229"/>
                    <a:pt x="77533" y="315182"/>
                    <a:pt x="83153" y="320802"/>
                  </a:cubicBezTo>
                  <a:lnTo>
                    <a:pt x="142399" y="380048"/>
                  </a:lnTo>
                  <a:cubicBezTo>
                    <a:pt x="148019" y="385667"/>
                    <a:pt x="157067" y="385667"/>
                    <a:pt x="162592" y="380048"/>
                  </a:cubicBezTo>
                  <a:cubicBezTo>
                    <a:pt x="168212" y="374523"/>
                    <a:pt x="168212" y="365474"/>
                    <a:pt x="162592" y="359855"/>
                  </a:cubicBezTo>
                  <a:lnTo>
                    <a:pt x="113443" y="310706"/>
                  </a:lnTo>
                  <a:close/>
                  <a:moveTo>
                    <a:pt x="433197" y="291656"/>
                  </a:moveTo>
                  <a:lnTo>
                    <a:pt x="432721" y="291656"/>
                  </a:lnTo>
                  <a:cubicBezTo>
                    <a:pt x="422243" y="291656"/>
                    <a:pt x="413957" y="300228"/>
                    <a:pt x="413957" y="310706"/>
                  </a:cubicBezTo>
                  <a:cubicBezTo>
                    <a:pt x="413957" y="321183"/>
                    <a:pt x="422719" y="329756"/>
                    <a:pt x="433197" y="329756"/>
                  </a:cubicBezTo>
                  <a:cubicBezTo>
                    <a:pt x="443675" y="329756"/>
                    <a:pt x="452247" y="321183"/>
                    <a:pt x="452247" y="310706"/>
                  </a:cubicBezTo>
                  <a:cubicBezTo>
                    <a:pt x="452247" y="300228"/>
                    <a:pt x="443770" y="291656"/>
                    <a:pt x="433197" y="291656"/>
                  </a:cubicBezTo>
                  <a:close/>
                  <a:moveTo>
                    <a:pt x="533305" y="300609"/>
                  </a:moveTo>
                  <a:lnTo>
                    <a:pt x="474059" y="241364"/>
                  </a:lnTo>
                  <a:cubicBezTo>
                    <a:pt x="468440" y="235744"/>
                    <a:pt x="459391" y="235744"/>
                    <a:pt x="453866" y="241364"/>
                  </a:cubicBezTo>
                  <a:cubicBezTo>
                    <a:pt x="448246" y="246888"/>
                    <a:pt x="448246" y="255937"/>
                    <a:pt x="453866" y="261557"/>
                  </a:cubicBezTo>
                  <a:lnTo>
                    <a:pt x="503015" y="310706"/>
                  </a:lnTo>
                  <a:lnTo>
                    <a:pt x="453866" y="359855"/>
                  </a:lnTo>
                  <a:cubicBezTo>
                    <a:pt x="448246" y="365474"/>
                    <a:pt x="448246" y="374523"/>
                    <a:pt x="453866" y="380048"/>
                  </a:cubicBezTo>
                  <a:cubicBezTo>
                    <a:pt x="459391" y="385667"/>
                    <a:pt x="468440" y="385667"/>
                    <a:pt x="474059" y="380048"/>
                  </a:cubicBezTo>
                  <a:lnTo>
                    <a:pt x="533305" y="320802"/>
                  </a:lnTo>
                  <a:cubicBezTo>
                    <a:pt x="536162" y="318040"/>
                    <a:pt x="537496" y="314325"/>
                    <a:pt x="537496" y="310706"/>
                  </a:cubicBezTo>
                  <a:cubicBezTo>
                    <a:pt x="537496" y="307086"/>
                    <a:pt x="536162" y="303371"/>
                    <a:pt x="533305" y="300609"/>
                  </a:cubicBezTo>
                  <a:close/>
                  <a:moveTo>
                    <a:pt x="162592" y="359855"/>
                  </a:moveTo>
                  <a:lnTo>
                    <a:pt x="113443" y="310706"/>
                  </a:lnTo>
                  <a:lnTo>
                    <a:pt x="162592" y="261557"/>
                  </a:lnTo>
                  <a:cubicBezTo>
                    <a:pt x="165354" y="258699"/>
                    <a:pt x="166783" y="255080"/>
                    <a:pt x="166783" y="251460"/>
                  </a:cubicBezTo>
                  <a:cubicBezTo>
                    <a:pt x="166783" y="247841"/>
                    <a:pt x="165354" y="244126"/>
                    <a:pt x="162592" y="241364"/>
                  </a:cubicBezTo>
                  <a:cubicBezTo>
                    <a:pt x="157067" y="235744"/>
                    <a:pt x="148019" y="235744"/>
                    <a:pt x="142399" y="241364"/>
                  </a:cubicBezTo>
                  <a:lnTo>
                    <a:pt x="83153" y="300609"/>
                  </a:lnTo>
                  <a:cubicBezTo>
                    <a:pt x="77533" y="306229"/>
                    <a:pt x="77533" y="315182"/>
                    <a:pt x="83153" y="320802"/>
                  </a:cubicBezTo>
                  <a:lnTo>
                    <a:pt x="142399" y="380048"/>
                  </a:lnTo>
                  <a:cubicBezTo>
                    <a:pt x="148019" y="385667"/>
                    <a:pt x="157067" y="385667"/>
                    <a:pt x="162592" y="380048"/>
                  </a:cubicBezTo>
                  <a:cubicBezTo>
                    <a:pt x="168212" y="374523"/>
                    <a:pt x="168212" y="365474"/>
                    <a:pt x="162592" y="359855"/>
                  </a:cubicBezTo>
                  <a:close/>
                  <a:moveTo>
                    <a:pt x="369665" y="291656"/>
                  </a:moveTo>
                  <a:lnTo>
                    <a:pt x="369189" y="291656"/>
                  </a:lnTo>
                  <a:cubicBezTo>
                    <a:pt x="358616" y="291656"/>
                    <a:pt x="350330" y="300228"/>
                    <a:pt x="350330" y="310706"/>
                  </a:cubicBezTo>
                  <a:cubicBezTo>
                    <a:pt x="350330" y="321183"/>
                    <a:pt x="359092" y="329756"/>
                    <a:pt x="369665" y="329756"/>
                  </a:cubicBezTo>
                  <a:cubicBezTo>
                    <a:pt x="380238" y="329756"/>
                    <a:pt x="388715" y="321183"/>
                    <a:pt x="388715" y="310706"/>
                  </a:cubicBezTo>
                  <a:cubicBezTo>
                    <a:pt x="388715" y="300228"/>
                    <a:pt x="380143" y="291656"/>
                    <a:pt x="369665" y="291656"/>
                  </a:cubicBezTo>
                  <a:close/>
                  <a:moveTo>
                    <a:pt x="246793" y="291656"/>
                  </a:moveTo>
                  <a:cubicBezTo>
                    <a:pt x="236315" y="291656"/>
                    <a:pt x="227743" y="300228"/>
                    <a:pt x="227743" y="310706"/>
                  </a:cubicBezTo>
                  <a:cubicBezTo>
                    <a:pt x="227743" y="321183"/>
                    <a:pt x="236315" y="329756"/>
                    <a:pt x="246793" y="329756"/>
                  </a:cubicBezTo>
                  <a:lnTo>
                    <a:pt x="247269" y="329756"/>
                  </a:lnTo>
                  <a:cubicBezTo>
                    <a:pt x="257842" y="329756"/>
                    <a:pt x="266129" y="321183"/>
                    <a:pt x="266129" y="310706"/>
                  </a:cubicBezTo>
                  <a:cubicBezTo>
                    <a:pt x="266129" y="300228"/>
                    <a:pt x="257366" y="291656"/>
                    <a:pt x="246793" y="291656"/>
                  </a:cubicBezTo>
                  <a:close/>
                  <a:moveTo>
                    <a:pt x="183261" y="291656"/>
                  </a:moveTo>
                  <a:cubicBezTo>
                    <a:pt x="172688" y="291656"/>
                    <a:pt x="164211" y="300228"/>
                    <a:pt x="164211" y="310706"/>
                  </a:cubicBezTo>
                  <a:cubicBezTo>
                    <a:pt x="164211" y="321183"/>
                    <a:pt x="172688" y="329756"/>
                    <a:pt x="183261" y="329756"/>
                  </a:cubicBezTo>
                  <a:lnTo>
                    <a:pt x="183737" y="329756"/>
                  </a:lnTo>
                  <a:cubicBezTo>
                    <a:pt x="194215" y="329756"/>
                    <a:pt x="202502" y="321183"/>
                    <a:pt x="202502" y="310706"/>
                  </a:cubicBezTo>
                  <a:cubicBezTo>
                    <a:pt x="202502" y="300228"/>
                    <a:pt x="193739" y="291656"/>
                    <a:pt x="183261" y="291656"/>
                  </a:cubicBezTo>
                  <a:close/>
                  <a:moveTo>
                    <a:pt x="308229" y="230219"/>
                  </a:moveTo>
                  <a:cubicBezTo>
                    <a:pt x="297752" y="230219"/>
                    <a:pt x="289179" y="238792"/>
                    <a:pt x="289179" y="249269"/>
                  </a:cubicBezTo>
                  <a:lnTo>
                    <a:pt x="289179" y="249746"/>
                  </a:lnTo>
                  <a:cubicBezTo>
                    <a:pt x="289179" y="260318"/>
                    <a:pt x="297752" y="268605"/>
                    <a:pt x="308229" y="268605"/>
                  </a:cubicBezTo>
                  <a:cubicBezTo>
                    <a:pt x="318707" y="268605"/>
                    <a:pt x="327279" y="259842"/>
                    <a:pt x="327279" y="249269"/>
                  </a:cubicBezTo>
                  <a:cubicBezTo>
                    <a:pt x="327279" y="238697"/>
                    <a:pt x="318707" y="230219"/>
                    <a:pt x="308229" y="230219"/>
                  </a:cubicBezTo>
                  <a:close/>
                  <a:moveTo>
                    <a:pt x="308229" y="166688"/>
                  </a:moveTo>
                  <a:cubicBezTo>
                    <a:pt x="297752" y="166688"/>
                    <a:pt x="289179" y="175165"/>
                    <a:pt x="289179" y="185738"/>
                  </a:cubicBezTo>
                  <a:lnTo>
                    <a:pt x="289179" y="186214"/>
                  </a:lnTo>
                  <a:cubicBezTo>
                    <a:pt x="289179" y="196691"/>
                    <a:pt x="297752" y="204978"/>
                    <a:pt x="308229" y="204978"/>
                  </a:cubicBezTo>
                  <a:cubicBezTo>
                    <a:pt x="318707" y="204978"/>
                    <a:pt x="327279" y="196215"/>
                    <a:pt x="327279" y="185738"/>
                  </a:cubicBezTo>
                  <a:cubicBezTo>
                    <a:pt x="327279" y="175260"/>
                    <a:pt x="318707" y="166688"/>
                    <a:pt x="308229" y="166688"/>
                  </a:cubicBezTo>
                  <a:close/>
                  <a:moveTo>
                    <a:pt x="377571" y="456343"/>
                  </a:moveTo>
                  <a:cubicBezTo>
                    <a:pt x="372046" y="450723"/>
                    <a:pt x="362998" y="450723"/>
                    <a:pt x="357378" y="456343"/>
                  </a:cubicBezTo>
                  <a:lnTo>
                    <a:pt x="308229" y="505492"/>
                  </a:lnTo>
                  <a:lnTo>
                    <a:pt x="259080" y="456343"/>
                  </a:lnTo>
                  <a:cubicBezTo>
                    <a:pt x="253460" y="450723"/>
                    <a:pt x="244412" y="450723"/>
                    <a:pt x="238887" y="456343"/>
                  </a:cubicBezTo>
                  <a:cubicBezTo>
                    <a:pt x="233267" y="461867"/>
                    <a:pt x="233267" y="470916"/>
                    <a:pt x="238887" y="476536"/>
                  </a:cubicBezTo>
                  <a:lnTo>
                    <a:pt x="298133" y="535781"/>
                  </a:lnTo>
                  <a:cubicBezTo>
                    <a:pt x="300895" y="538639"/>
                    <a:pt x="304610" y="539972"/>
                    <a:pt x="308229" y="539972"/>
                  </a:cubicBezTo>
                  <a:cubicBezTo>
                    <a:pt x="311849" y="539972"/>
                    <a:pt x="315563" y="538639"/>
                    <a:pt x="318326" y="535781"/>
                  </a:cubicBezTo>
                  <a:lnTo>
                    <a:pt x="377571" y="476536"/>
                  </a:lnTo>
                  <a:cubicBezTo>
                    <a:pt x="383191" y="470916"/>
                    <a:pt x="383191" y="461867"/>
                    <a:pt x="377571" y="456343"/>
                  </a:cubicBezTo>
                  <a:close/>
                  <a:moveTo>
                    <a:pt x="308229" y="416433"/>
                  </a:moveTo>
                  <a:cubicBezTo>
                    <a:pt x="297752" y="416433"/>
                    <a:pt x="289179" y="425196"/>
                    <a:pt x="289179" y="435674"/>
                  </a:cubicBezTo>
                  <a:cubicBezTo>
                    <a:pt x="289179" y="446151"/>
                    <a:pt x="297752" y="454724"/>
                    <a:pt x="308229" y="454724"/>
                  </a:cubicBezTo>
                  <a:cubicBezTo>
                    <a:pt x="318707" y="454724"/>
                    <a:pt x="327279" y="446246"/>
                    <a:pt x="327279" y="435674"/>
                  </a:cubicBezTo>
                  <a:lnTo>
                    <a:pt x="327279" y="435197"/>
                  </a:lnTo>
                  <a:cubicBezTo>
                    <a:pt x="327279" y="424720"/>
                    <a:pt x="318707" y="416433"/>
                    <a:pt x="308229" y="416433"/>
                  </a:cubicBezTo>
                  <a:close/>
                  <a:moveTo>
                    <a:pt x="377571" y="144875"/>
                  </a:moveTo>
                  <a:lnTo>
                    <a:pt x="318326" y="85630"/>
                  </a:lnTo>
                  <a:cubicBezTo>
                    <a:pt x="312706" y="80010"/>
                    <a:pt x="303752" y="80010"/>
                    <a:pt x="298133" y="85630"/>
                  </a:cubicBezTo>
                  <a:lnTo>
                    <a:pt x="238887" y="144875"/>
                  </a:lnTo>
                  <a:cubicBezTo>
                    <a:pt x="233267" y="150495"/>
                    <a:pt x="233267" y="159544"/>
                    <a:pt x="238887" y="165068"/>
                  </a:cubicBezTo>
                  <a:cubicBezTo>
                    <a:pt x="244412" y="170688"/>
                    <a:pt x="253460" y="170688"/>
                    <a:pt x="259080" y="165068"/>
                  </a:cubicBezTo>
                  <a:lnTo>
                    <a:pt x="308229" y="115919"/>
                  </a:lnTo>
                  <a:lnTo>
                    <a:pt x="357378" y="165068"/>
                  </a:lnTo>
                  <a:cubicBezTo>
                    <a:pt x="360236" y="167831"/>
                    <a:pt x="363855" y="169259"/>
                    <a:pt x="367475" y="169259"/>
                  </a:cubicBezTo>
                  <a:cubicBezTo>
                    <a:pt x="371094" y="169259"/>
                    <a:pt x="374809" y="167831"/>
                    <a:pt x="377571" y="165068"/>
                  </a:cubicBezTo>
                  <a:cubicBezTo>
                    <a:pt x="383191" y="159544"/>
                    <a:pt x="383191" y="150495"/>
                    <a:pt x="377571" y="144875"/>
                  </a:cubicBezTo>
                  <a:close/>
                  <a:moveTo>
                    <a:pt x="308229" y="352806"/>
                  </a:moveTo>
                  <a:cubicBezTo>
                    <a:pt x="297752" y="352806"/>
                    <a:pt x="289179" y="361569"/>
                    <a:pt x="289179" y="372142"/>
                  </a:cubicBezTo>
                  <a:cubicBezTo>
                    <a:pt x="289179" y="382715"/>
                    <a:pt x="297752" y="391192"/>
                    <a:pt x="308229" y="391192"/>
                  </a:cubicBezTo>
                  <a:cubicBezTo>
                    <a:pt x="318707" y="391192"/>
                    <a:pt x="327279" y="382619"/>
                    <a:pt x="327279" y="372142"/>
                  </a:cubicBezTo>
                  <a:lnTo>
                    <a:pt x="327279" y="371666"/>
                  </a:lnTo>
                  <a:cubicBezTo>
                    <a:pt x="327279" y="361093"/>
                    <a:pt x="318707" y="352806"/>
                    <a:pt x="308229" y="352806"/>
                  </a:cubicBezTo>
                  <a:close/>
                  <a:moveTo>
                    <a:pt x="533305" y="300609"/>
                  </a:moveTo>
                  <a:lnTo>
                    <a:pt x="474059" y="241364"/>
                  </a:lnTo>
                  <a:cubicBezTo>
                    <a:pt x="468440" y="235744"/>
                    <a:pt x="459391" y="235744"/>
                    <a:pt x="453866" y="241364"/>
                  </a:cubicBezTo>
                  <a:cubicBezTo>
                    <a:pt x="448246" y="246888"/>
                    <a:pt x="448246" y="255937"/>
                    <a:pt x="453866" y="261557"/>
                  </a:cubicBezTo>
                  <a:lnTo>
                    <a:pt x="503015" y="310706"/>
                  </a:lnTo>
                  <a:lnTo>
                    <a:pt x="453866" y="359855"/>
                  </a:lnTo>
                  <a:cubicBezTo>
                    <a:pt x="448246" y="365474"/>
                    <a:pt x="448246" y="374523"/>
                    <a:pt x="453866" y="380048"/>
                  </a:cubicBezTo>
                  <a:cubicBezTo>
                    <a:pt x="459391" y="385667"/>
                    <a:pt x="468440" y="385667"/>
                    <a:pt x="474059" y="380048"/>
                  </a:cubicBezTo>
                  <a:lnTo>
                    <a:pt x="533305" y="320802"/>
                  </a:lnTo>
                  <a:cubicBezTo>
                    <a:pt x="536162" y="318040"/>
                    <a:pt x="537496" y="314325"/>
                    <a:pt x="537496" y="310706"/>
                  </a:cubicBezTo>
                  <a:cubicBezTo>
                    <a:pt x="537496" y="307086"/>
                    <a:pt x="536162" y="303371"/>
                    <a:pt x="533305" y="300609"/>
                  </a:cubicBezTo>
                  <a:close/>
                  <a:moveTo>
                    <a:pt x="433197" y="291656"/>
                  </a:moveTo>
                  <a:lnTo>
                    <a:pt x="432721" y="291656"/>
                  </a:lnTo>
                  <a:cubicBezTo>
                    <a:pt x="422243" y="291656"/>
                    <a:pt x="413957" y="300228"/>
                    <a:pt x="413957" y="310706"/>
                  </a:cubicBezTo>
                  <a:cubicBezTo>
                    <a:pt x="413957" y="321183"/>
                    <a:pt x="422719" y="329756"/>
                    <a:pt x="433197" y="329756"/>
                  </a:cubicBezTo>
                  <a:cubicBezTo>
                    <a:pt x="443675" y="329756"/>
                    <a:pt x="452247" y="321183"/>
                    <a:pt x="452247" y="310706"/>
                  </a:cubicBezTo>
                  <a:cubicBezTo>
                    <a:pt x="452247" y="300228"/>
                    <a:pt x="443770" y="291656"/>
                    <a:pt x="433197" y="291656"/>
                  </a:cubicBezTo>
                  <a:close/>
                  <a:moveTo>
                    <a:pt x="369665" y="291656"/>
                  </a:moveTo>
                  <a:lnTo>
                    <a:pt x="369189" y="291656"/>
                  </a:lnTo>
                  <a:cubicBezTo>
                    <a:pt x="358616" y="291656"/>
                    <a:pt x="350330" y="300228"/>
                    <a:pt x="350330" y="310706"/>
                  </a:cubicBezTo>
                  <a:cubicBezTo>
                    <a:pt x="350330" y="321183"/>
                    <a:pt x="359092" y="329756"/>
                    <a:pt x="369665" y="329756"/>
                  </a:cubicBezTo>
                  <a:cubicBezTo>
                    <a:pt x="380238" y="329756"/>
                    <a:pt x="388715" y="321183"/>
                    <a:pt x="388715" y="310706"/>
                  </a:cubicBezTo>
                  <a:cubicBezTo>
                    <a:pt x="388715" y="300228"/>
                    <a:pt x="380143" y="291656"/>
                    <a:pt x="369665" y="291656"/>
                  </a:cubicBezTo>
                  <a:close/>
                  <a:moveTo>
                    <a:pt x="377571" y="456343"/>
                  </a:moveTo>
                  <a:cubicBezTo>
                    <a:pt x="372046" y="450723"/>
                    <a:pt x="362998" y="450723"/>
                    <a:pt x="357378" y="456343"/>
                  </a:cubicBezTo>
                  <a:lnTo>
                    <a:pt x="308229" y="505492"/>
                  </a:lnTo>
                  <a:lnTo>
                    <a:pt x="259080" y="456343"/>
                  </a:lnTo>
                  <a:cubicBezTo>
                    <a:pt x="253460" y="450723"/>
                    <a:pt x="244412" y="450723"/>
                    <a:pt x="238887" y="456343"/>
                  </a:cubicBezTo>
                  <a:cubicBezTo>
                    <a:pt x="233267" y="461867"/>
                    <a:pt x="233267" y="470916"/>
                    <a:pt x="238887" y="476536"/>
                  </a:cubicBezTo>
                  <a:lnTo>
                    <a:pt x="298133" y="535781"/>
                  </a:lnTo>
                  <a:cubicBezTo>
                    <a:pt x="300895" y="538639"/>
                    <a:pt x="304610" y="539972"/>
                    <a:pt x="308229" y="539972"/>
                  </a:cubicBezTo>
                  <a:cubicBezTo>
                    <a:pt x="311849" y="539972"/>
                    <a:pt x="315563" y="538639"/>
                    <a:pt x="318326" y="535781"/>
                  </a:cubicBezTo>
                  <a:lnTo>
                    <a:pt x="377571" y="476536"/>
                  </a:lnTo>
                  <a:cubicBezTo>
                    <a:pt x="383191" y="470916"/>
                    <a:pt x="383191" y="461867"/>
                    <a:pt x="377571" y="456343"/>
                  </a:cubicBezTo>
                  <a:close/>
                  <a:moveTo>
                    <a:pt x="246793" y="291656"/>
                  </a:moveTo>
                  <a:cubicBezTo>
                    <a:pt x="236315" y="291656"/>
                    <a:pt x="227743" y="300228"/>
                    <a:pt x="227743" y="310706"/>
                  </a:cubicBezTo>
                  <a:cubicBezTo>
                    <a:pt x="227743" y="321183"/>
                    <a:pt x="236315" y="329756"/>
                    <a:pt x="246793" y="329756"/>
                  </a:cubicBezTo>
                  <a:lnTo>
                    <a:pt x="247269" y="329756"/>
                  </a:lnTo>
                  <a:cubicBezTo>
                    <a:pt x="257842" y="329756"/>
                    <a:pt x="266129" y="321183"/>
                    <a:pt x="266129" y="310706"/>
                  </a:cubicBezTo>
                  <a:cubicBezTo>
                    <a:pt x="266129" y="300228"/>
                    <a:pt x="257366" y="291656"/>
                    <a:pt x="246793" y="291656"/>
                  </a:cubicBezTo>
                  <a:close/>
                  <a:moveTo>
                    <a:pt x="183261" y="291656"/>
                  </a:moveTo>
                  <a:cubicBezTo>
                    <a:pt x="172688" y="291656"/>
                    <a:pt x="164211" y="300228"/>
                    <a:pt x="164211" y="310706"/>
                  </a:cubicBezTo>
                  <a:cubicBezTo>
                    <a:pt x="164211" y="321183"/>
                    <a:pt x="172688" y="329756"/>
                    <a:pt x="183261" y="329756"/>
                  </a:cubicBezTo>
                  <a:lnTo>
                    <a:pt x="183737" y="329756"/>
                  </a:lnTo>
                  <a:cubicBezTo>
                    <a:pt x="194215" y="329756"/>
                    <a:pt x="202502" y="321183"/>
                    <a:pt x="202502" y="310706"/>
                  </a:cubicBezTo>
                  <a:cubicBezTo>
                    <a:pt x="202502" y="300228"/>
                    <a:pt x="193739" y="291656"/>
                    <a:pt x="183261" y="291656"/>
                  </a:cubicBezTo>
                  <a:close/>
                  <a:moveTo>
                    <a:pt x="162592" y="359855"/>
                  </a:moveTo>
                  <a:lnTo>
                    <a:pt x="113443" y="310706"/>
                  </a:lnTo>
                  <a:lnTo>
                    <a:pt x="162592" y="261557"/>
                  </a:lnTo>
                  <a:cubicBezTo>
                    <a:pt x="165354" y="258699"/>
                    <a:pt x="166783" y="255080"/>
                    <a:pt x="166783" y="251460"/>
                  </a:cubicBezTo>
                  <a:cubicBezTo>
                    <a:pt x="166783" y="247841"/>
                    <a:pt x="165354" y="244126"/>
                    <a:pt x="162592" y="241364"/>
                  </a:cubicBezTo>
                  <a:cubicBezTo>
                    <a:pt x="157067" y="235744"/>
                    <a:pt x="148019" y="235744"/>
                    <a:pt x="142399" y="241364"/>
                  </a:cubicBezTo>
                  <a:lnTo>
                    <a:pt x="83153" y="300609"/>
                  </a:lnTo>
                  <a:cubicBezTo>
                    <a:pt x="77533" y="306229"/>
                    <a:pt x="77533" y="315182"/>
                    <a:pt x="83153" y="320802"/>
                  </a:cubicBezTo>
                  <a:lnTo>
                    <a:pt x="142399" y="380048"/>
                  </a:lnTo>
                  <a:cubicBezTo>
                    <a:pt x="148019" y="385667"/>
                    <a:pt x="157067" y="385667"/>
                    <a:pt x="162592" y="380048"/>
                  </a:cubicBezTo>
                  <a:cubicBezTo>
                    <a:pt x="168212" y="374523"/>
                    <a:pt x="168212" y="365474"/>
                    <a:pt x="162592" y="359855"/>
                  </a:cubicBezTo>
                  <a:close/>
                  <a:moveTo>
                    <a:pt x="308229" y="166688"/>
                  </a:moveTo>
                  <a:cubicBezTo>
                    <a:pt x="297752" y="166688"/>
                    <a:pt x="289179" y="175165"/>
                    <a:pt x="289179" y="185738"/>
                  </a:cubicBezTo>
                  <a:lnTo>
                    <a:pt x="289179" y="186214"/>
                  </a:lnTo>
                  <a:cubicBezTo>
                    <a:pt x="289179" y="196691"/>
                    <a:pt x="297752" y="204978"/>
                    <a:pt x="308229" y="204978"/>
                  </a:cubicBezTo>
                  <a:cubicBezTo>
                    <a:pt x="318707" y="204978"/>
                    <a:pt x="327279" y="196215"/>
                    <a:pt x="327279" y="185738"/>
                  </a:cubicBezTo>
                  <a:cubicBezTo>
                    <a:pt x="327279" y="175260"/>
                    <a:pt x="318707" y="166688"/>
                    <a:pt x="308229" y="166688"/>
                  </a:cubicBezTo>
                  <a:close/>
                  <a:moveTo>
                    <a:pt x="308229" y="230219"/>
                  </a:moveTo>
                  <a:cubicBezTo>
                    <a:pt x="297752" y="230219"/>
                    <a:pt x="289179" y="238792"/>
                    <a:pt x="289179" y="249269"/>
                  </a:cubicBezTo>
                  <a:lnTo>
                    <a:pt x="289179" y="249746"/>
                  </a:lnTo>
                  <a:cubicBezTo>
                    <a:pt x="289179" y="260318"/>
                    <a:pt x="297752" y="268605"/>
                    <a:pt x="308229" y="268605"/>
                  </a:cubicBezTo>
                  <a:cubicBezTo>
                    <a:pt x="318707" y="268605"/>
                    <a:pt x="327279" y="259842"/>
                    <a:pt x="327279" y="249269"/>
                  </a:cubicBezTo>
                  <a:cubicBezTo>
                    <a:pt x="327279" y="238697"/>
                    <a:pt x="318707" y="230219"/>
                    <a:pt x="308229" y="230219"/>
                  </a:cubicBezTo>
                  <a:close/>
                  <a:moveTo>
                    <a:pt x="308229" y="416433"/>
                  </a:moveTo>
                  <a:cubicBezTo>
                    <a:pt x="297752" y="416433"/>
                    <a:pt x="289179" y="425196"/>
                    <a:pt x="289179" y="435674"/>
                  </a:cubicBezTo>
                  <a:cubicBezTo>
                    <a:pt x="289179" y="446151"/>
                    <a:pt x="297752" y="454724"/>
                    <a:pt x="308229" y="454724"/>
                  </a:cubicBezTo>
                  <a:cubicBezTo>
                    <a:pt x="318707" y="454724"/>
                    <a:pt x="327279" y="446246"/>
                    <a:pt x="327279" y="435674"/>
                  </a:cubicBezTo>
                  <a:lnTo>
                    <a:pt x="327279" y="435197"/>
                  </a:lnTo>
                  <a:cubicBezTo>
                    <a:pt x="327279" y="424720"/>
                    <a:pt x="318707" y="416433"/>
                    <a:pt x="308229" y="416433"/>
                  </a:cubicBezTo>
                  <a:close/>
                  <a:moveTo>
                    <a:pt x="308229" y="352806"/>
                  </a:moveTo>
                  <a:cubicBezTo>
                    <a:pt x="297752" y="352806"/>
                    <a:pt x="289179" y="361569"/>
                    <a:pt x="289179" y="372142"/>
                  </a:cubicBezTo>
                  <a:cubicBezTo>
                    <a:pt x="289179" y="382715"/>
                    <a:pt x="297752" y="391192"/>
                    <a:pt x="308229" y="391192"/>
                  </a:cubicBezTo>
                  <a:cubicBezTo>
                    <a:pt x="318707" y="391192"/>
                    <a:pt x="327279" y="382619"/>
                    <a:pt x="327279" y="372142"/>
                  </a:cubicBezTo>
                  <a:lnTo>
                    <a:pt x="327279" y="371666"/>
                  </a:lnTo>
                  <a:cubicBezTo>
                    <a:pt x="327279" y="361093"/>
                    <a:pt x="318707" y="352806"/>
                    <a:pt x="308229" y="352806"/>
                  </a:cubicBezTo>
                  <a:close/>
                  <a:moveTo>
                    <a:pt x="377571" y="144875"/>
                  </a:moveTo>
                  <a:lnTo>
                    <a:pt x="318326" y="85630"/>
                  </a:lnTo>
                  <a:cubicBezTo>
                    <a:pt x="312706" y="80010"/>
                    <a:pt x="303752" y="80010"/>
                    <a:pt x="298133" y="85630"/>
                  </a:cubicBezTo>
                  <a:lnTo>
                    <a:pt x="238887" y="144875"/>
                  </a:lnTo>
                  <a:cubicBezTo>
                    <a:pt x="233267" y="150495"/>
                    <a:pt x="233267" y="159544"/>
                    <a:pt x="238887" y="165068"/>
                  </a:cubicBezTo>
                  <a:cubicBezTo>
                    <a:pt x="244412" y="170688"/>
                    <a:pt x="253460" y="170688"/>
                    <a:pt x="259080" y="165068"/>
                  </a:cubicBezTo>
                  <a:lnTo>
                    <a:pt x="308229" y="115919"/>
                  </a:lnTo>
                  <a:lnTo>
                    <a:pt x="357378" y="165068"/>
                  </a:lnTo>
                  <a:cubicBezTo>
                    <a:pt x="360236" y="167831"/>
                    <a:pt x="363855" y="169259"/>
                    <a:pt x="367475" y="169259"/>
                  </a:cubicBezTo>
                  <a:cubicBezTo>
                    <a:pt x="371094" y="169259"/>
                    <a:pt x="374809" y="167831"/>
                    <a:pt x="377571" y="165068"/>
                  </a:cubicBezTo>
                  <a:cubicBezTo>
                    <a:pt x="383191" y="159544"/>
                    <a:pt x="383191" y="150495"/>
                    <a:pt x="377571" y="144875"/>
                  </a:cubicBezTo>
                  <a:close/>
                  <a:moveTo>
                    <a:pt x="533305" y="300609"/>
                  </a:moveTo>
                  <a:lnTo>
                    <a:pt x="474059" y="241364"/>
                  </a:lnTo>
                  <a:cubicBezTo>
                    <a:pt x="468440" y="235744"/>
                    <a:pt x="459391" y="235744"/>
                    <a:pt x="453866" y="241364"/>
                  </a:cubicBezTo>
                  <a:cubicBezTo>
                    <a:pt x="448246" y="246888"/>
                    <a:pt x="448246" y="255937"/>
                    <a:pt x="453866" y="261557"/>
                  </a:cubicBezTo>
                  <a:lnTo>
                    <a:pt x="503015" y="310706"/>
                  </a:lnTo>
                  <a:lnTo>
                    <a:pt x="453866" y="359855"/>
                  </a:lnTo>
                  <a:cubicBezTo>
                    <a:pt x="448246" y="365474"/>
                    <a:pt x="448246" y="374523"/>
                    <a:pt x="453866" y="380048"/>
                  </a:cubicBezTo>
                  <a:cubicBezTo>
                    <a:pt x="459391" y="385667"/>
                    <a:pt x="468440" y="385667"/>
                    <a:pt x="474059" y="380048"/>
                  </a:cubicBezTo>
                  <a:lnTo>
                    <a:pt x="533305" y="320802"/>
                  </a:lnTo>
                  <a:cubicBezTo>
                    <a:pt x="536162" y="318040"/>
                    <a:pt x="537496" y="314325"/>
                    <a:pt x="537496" y="310706"/>
                  </a:cubicBezTo>
                  <a:cubicBezTo>
                    <a:pt x="537496" y="307086"/>
                    <a:pt x="536162" y="303371"/>
                    <a:pt x="533305" y="300609"/>
                  </a:cubicBezTo>
                  <a:close/>
                  <a:moveTo>
                    <a:pt x="433197" y="291656"/>
                  </a:moveTo>
                  <a:lnTo>
                    <a:pt x="432721" y="291656"/>
                  </a:lnTo>
                  <a:cubicBezTo>
                    <a:pt x="422243" y="291656"/>
                    <a:pt x="413957" y="300228"/>
                    <a:pt x="413957" y="310706"/>
                  </a:cubicBezTo>
                  <a:cubicBezTo>
                    <a:pt x="413957" y="321183"/>
                    <a:pt x="422719" y="329756"/>
                    <a:pt x="433197" y="329756"/>
                  </a:cubicBezTo>
                  <a:cubicBezTo>
                    <a:pt x="443675" y="329756"/>
                    <a:pt x="452247" y="321183"/>
                    <a:pt x="452247" y="310706"/>
                  </a:cubicBezTo>
                  <a:cubicBezTo>
                    <a:pt x="452247" y="300228"/>
                    <a:pt x="443770" y="291656"/>
                    <a:pt x="433197" y="291656"/>
                  </a:cubicBezTo>
                  <a:close/>
                  <a:moveTo>
                    <a:pt x="369665" y="291656"/>
                  </a:moveTo>
                  <a:lnTo>
                    <a:pt x="369189" y="291656"/>
                  </a:lnTo>
                  <a:cubicBezTo>
                    <a:pt x="358616" y="291656"/>
                    <a:pt x="350330" y="300228"/>
                    <a:pt x="350330" y="310706"/>
                  </a:cubicBezTo>
                  <a:cubicBezTo>
                    <a:pt x="350330" y="321183"/>
                    <a:pt x="359092" y="329756"/>
                    <a:pt x="369665" y="329756"/>
                  </a:cubicBezTo>
                  <a:cubicBezTo>
                    <a:pt x="380238" y="329756"/>
                    <a:pt x="388715" y="321183"/>
                    <a:pt x="388715" y="310706"/>
                  </a:cubicBezTo>
                  <a:cubicBezTo>
                    <a:pt x="388715" y="300228"/>
                    <a:pt x="380143" y="291656"/>
                    <a:pt x="369665" y="291656"/>
                  </a:cubicBezTo>
                  <a:close/>
                  <a:moveTo>
                    <a:pt x="259080" y="165068"/>
                  </a:moveTo>
                  <a:lnTo>
                    <a:pt x="308229" y="115919"/>
                  </a:lnTo>
                  <a:lnTo>
                    <a:pt x="357378" y="165068"/>
                  </a:lnTo>
                  <a:cubicBezTo>
                    <a:pt x="360236" y="167831"/>
                    <a:pt x="363855" y="169259"/>
                    <a:pt x="367475" y="169259"/>
                  </a:cubicBezTo>
                  <a:cubicBezTo>
                    <a:pt x="371094" y="169259"/>
                    <a:pt x="374809" y="167831"/>
                    <a:pt x="377571" y="165068"/>
                  </a:cubicBezTo>
                  <a:cubicBezTo>
                    <a:pt x="383191" y="159544"/>
                    <a:pt x="383191" y="150495"/>
                    <a:pt x="377571" y="144875"/>
                  </a:cubicBezTo>
                  <a:lnTo>
                    <a:pt x="318326" y="85630"/>
                  </a:lnTo>
                  <a:cubicBezTo>
                    <a:pt x="312706" y="80010"/>
                    <a:pt x="303752" y="80010"/>
                    <a:pt x="298133" y="85630"/>
                  </a:cubicBezTo>
                  <a:lnTo>
                    <a:pt x="238887" y="144875"/>
                  </a:lnTo>
                  <a:cubicBezTo>
                    <a:pt x="233267" y="150495"/>
                    <a:pt x="233267" y="159544"/>
                    <a:pt x="238887" y="165068"/>
                  </a:cubicBezTo>
                  <a:cubicBezTo>
                    <a:pt x="244412" y="170688"/>
                    <a:pt x="253460" y="170688"/>
                    <a:pt x="259080" y="165068"/>
                  </a:cubicBezTo>
                  <a:close/>
                  <a:moveTo>
                    <a:pt x="357378" y="456343"/>
                  </a:moveTo>
                  <a:lnTo>
                    <a:pt x="308229" y="505492"/>
                  </a:lnTo>
                  <a:lnTo>
                    <a:pt x="259080" y="456343"/>
                  </a:lnTo>
                  <a:cubicBezTo>
                    <a:pt x="253460" y="450723"/>
                    <a:pt x="244412" y="450723"/>
                    <a:pt x="238887" y="456343"/>
                  </a:cubicBezTo>
                  <a:cubicBezTo>
                    <a:pt x="233267" y="461867"/>
                    <a:pt x="233267" y="470916"/>
                    <a:pt x="238887" y="476536"/>
                  </a:cubicBezTo>
                  <a:lnTo>
                    <a:pt x="298133" y="535781"/>
                  </a:lnTo>
                  <a:cubicBezTo>
                    <a:pt x="300895" y="538639"/>
                    <a:pt x="304610" y="539972"/>
                    <a:pt x="308229" y="539972"/>
                  </a:cubicBezTo>
                  <a:cubicBezTo>
                    <a:pt x="311849" y="539972"/>
                    <a:pt x="315563" y="538639"/>
                    <a:pt x="318326" y="535781"/>
                  </a:cubicBezTo>
                  <a:lnTo>
                    <a:pt x="377571" y="476536"/>
                  </a:lnTo>
                  <a:cubicBezTo>
                    <a:pt x="383191" y="470916"/>
                    <a:pt x="383191" y="461867"/>
                    <a:pt x="377571" y="456343"/>
                  </a:cubicBezTo>
                  <a:cubicBezTo>
                    <a:pt x="372046" y="450723"/>
                    <a:pt x="362998" y="450723"/>
                    <a:pt x="357378" y="456343"/>
                  </a:cubicBezTo>
                  <a:close/>
                  <a:moveTo>
                    <a:pt x="308229" y="416433"/>
                  </a:moveTo>
                  <a:cubicBezTo>
                    <a:pt x="297752" y="416433"/>
                    <a:pt x="289179" y="425196"/>
                    <a:pt x="289179" y="435674"/>
                  </a:cubicBezTo>
                  <a:cubicBezTo>
                    <a:pt x="289179" y="446151"/>
                    <a:pt x="297752" y="454724"/>
                    <a:pt x="308229" y="454724"/>
                  </a:cubicBezTo>
                  <a:cubicBezTo>
                    <a:pt x="318707" y="454724"/>
                    <a:pt x="327279" y="446246"/>
                    <a:pt x="327279" y="435674"/>
                  </a:cubicBezTo>
                  <a:lnTo>
                    <a:pt x="327279" y="435197"/>
                  </a:lnTo>
                  <a:cubicBezTo>
                    <a:pt x="327279" y="424720"/>
                    <a:pt x="318707" y="416433"/>
                    <a:pt x="308229" y="416433"/>
                  </a:cubicBezTo>
                  <a:close/>
                  <a:moveTo>
                    <a:pt x="327279" y="371666"/>
                  </a:moveTo>
                  <a:cubicBezTo>
                    <a:pt x="327279" y="361093"/>
                    <a:pt x="318707" y="352806"/>
                    <a:pt x="308229" y="352806"/>
                  </a:cubicBezTo>
                  <a:cubicBezTo>
                    <a:pt x="297752" y="352806"/>
                    <a:pt x="289179" y="361569"/>
                    <a:pt x="289179" y="372142"/>
                  </a:cubicBezTo>
                  <a:cubicBezTo>
                    <a:pt x="289179" y="382715"/>
                    <a:pt x="297752" y="391192"/>
                    <a:pt x="308229" y="391192"/>
                  </a:cubicBezTo>
                  <a:cubicBezTo>
                    <a:pt x="318707" y="391192"/>
                    <a:pt x="327279" y="382619"/>
                    <a:pt x="327279" y="372142"/>
                  </a:cubicBezTo>
                  <a:lnTo>
                    <a:pt x="327279" y="371666"/>
                  </a:lnTo>
                  <a:close/>
                  <a:moveTo>
                    <a:pt x="308229" y="166688"/>
                  </a:moveTo>
                  <a:cubicBezTo>
                    <a:pt x="297752" y="166688"/>
                    <a:pt x="289179" y="175165"/>
                    <a:pt x="289179" y="185738"/>
                  </a:cubicBezTo>
                  <a:lnTo>
                    <a:pt x="289179" y="186214"/>
                  </a:lnTo>
                  <a:cubicBezTo>
                    <a:pt x="289179" y="196691"/>
                    <a:pt x="297752" y="204978"/>
                    <a:pt x="308229" y="204978"/>
                  </a:cubicBezTo>
                  <a:cubicBezTo>
                    <a:pt x="318707" y="204978"/>
                    <a:pt x="327279" y="196215"/>
                    <a:pt x="327279" y="185738"/>
                  </a:cubicBezTo>
                  <a:cubicBezTo>
                    <a:pt x="327279" y="175260"/>
                    <a:pt x="318707" y="166688"/>
                    <a:pt x="308229" y="166688"/>
                  </a:cubicBezTo>
                  <a:close/>
                  <a:moveTo>
                    <a:pt x="308229" y="230219"/>
                  </a:moveTo>
                  <a:cubicBezTo>
                    <a:pt x="297752" y="230219"/>
                    <a:pt x="289179" y="238792"/>
                    <a:pt x="289179" y="249269"/>
                  </a:cubicBezTo>
                  <a:lnTo>
                    <a:pt x="289179" y="249746"/>
                  </a:lnTo>
                  <a:cubicBezTo>
                    <a:pt x="289179" y="260318"/>
                    <a:pt x="297752" y="268605"/>
                    <a:pt x="308229" y="268605"/>
                  </a:cubicBezTo>
                  <a:cubicBezTo>
                    <a:pt x="318707" y="268605"/>
                    <a:pt x="327279" y="259842"/>
                    <a:pt x="327279" y="249269"/>
                  </a:cubicBezTo>
                  <a:cubicBezTo>
                    <a:pt x="327279" y="238697"/>
                    <a:pt x="318707" y="230219"/>
                    <a:pt x="308229" y="230219"/>
                  </a:cubicBezTo>
                  <a:close/>
                  <a:moveTo>
                    <a:pt x="247269" y="329756"/>
                  </a:moveTo>
                  <a:cubicBezTo>
                    <a:pt x="257842" y="329756"/>
                    <a:pt x="266129" y="321183"/>
                    <a:pt x="266129" y="310706"/>
                  </a:cubicBezTo>
                  <a:cubicBezTo>
                    <a:pt x="266129" y="300228"/>
                    <a:pt x="257366" y="291656"/>
                    <a:pt x="246793" y="291656"/>
                  </a:cubicBezTo>
                  <a:cubicBezTo>
                    <a:pt x="236220" y="291656"/>
                    <a:pt x="227743" y="300228"/>
                    <a:pt x="227743" y="310706"/>
                  </a:cubicBezTo>
                  <a:cubicBezTo>
                    <a:pt x="227743" y="321183"/>
                    <a:pt x="236315" y="329756"/>
                    <a:pt x="246793" y="329756"/>
                  </a:cubicBezTo>
                  <a:lnTo>
                    <a:pt x="247269" y="329756"/>
                  </a:lnTo>
                  <a:close/>
                  <a:moveTo>
                    <a:pt x="183261" y="291656"/>
                  </a:moveTo>
                  <a:cubicBezTo>
                    <a:pt x="172688" y="291656"/>
                    <a:pt x="164211" y="300228"/>
                    <a:pt x="164211" y="310706"/>
                  </a:cubicBezTo>
                  <a:cubicBezTo>
                    <a:pt x="164211" y="321183"/>
                    <a:pt x="172688" y="329756"/>
                    <a:pt x="183261" y="329756"/>
                  </a:cubicBezTo>
                  <a:lnTo>
                    <a:pt x="183737" y="329756"/>
                  </a:lnTo>
                  <a:cubicBezTo>
                    <a:pt x="194215" y="329756"/>
                    <a:pt x="202502" y="321183"/>
                    <a:pt x="202502" y="310706"/>
                  </a:cubicBezTo>
                  <a:cubicBezTo>
                    <a:pt x="202502" y="300228"/>
                    <a:pt x="193739" y="291656"/>
                    <a:pt x="183261" y="291656"/>
                  </a:cubicBezTo>
                  <a:close/>
                  <a:moveTo>
                    <a:pt x="113443" y="310706"/>
                  </a:moveTo>
                  <a:lnTo>
                    <a:pt x="162592" y="261557"/>
                  </a:lnTo>
                  <a:cubicBezTo>
                    <a:pt x="165354" y="258699"/>
                    <a:pt x="166783" y="255080"/>
                    <a:pt x="166783" y="251460"/>
                  </a:cubicBezTo>
                  <a:cubicBezTo>
                    <a:pt x="166783" y="247841"/>
                    <a:pt x="165354" y="244126"/>
                    <a:pt x="162592" y="241364"/>
                  </a:cubicBezTo>
                  <a:cubicBezTo>
                    <a:pt x="157067" y="235744"/>
                    <a:pt x="148019" y="235744"/>
                    <a:pt x="142399" y="241364"/>
                  </a:cubicBezTo>
                  <a:lnTo>
                    <a:pt x="83153" y="300609"/>
                  </a:lnTo>
                  <a:cubicBezTo>
                    <a:pt x="77533" y="306229"/>
                    <a:pt x="77533" y="315182"/>
                    <a:pt x="83153" y="320802"/>
                  </a:cubicBezTo>
                  <a:lnTo>
                    <a:pt x="142399" y="380048"/>
                  </a:lnTo>
                  <a:cubicBezTo>
                    <a:pt x="148019" y="385667"/>
                    <a:pt x="157067" y="385667"/>
                    <a:pt x="162592" y="380048"/>
                  </a:cubicBezTo>
                  <a:cubicBezTo>
                    <a:pt x="168212" y="374523"/>
                    <a:pt x="168212" y="365474"/>
                    <a:pt x="162592" y="359855"/>
                  </a:cubicBezTo>
                  <a:lnTo>
                    <a:pt x="113443" y="310706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</p:grp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F40ECAD-6BBD-9896-7518-E93B3DC88DFA}"/>
              </a:ext>
            </a:extLst>
          </p:cNvPr>
          <p:cNvCxnSpPr>
            <a:cxnSpLocks/>
          </p:cNvCxnSpPr>
          <p:nvPr/>
        </p:nvCxnSpPr>
        <p:spPr>
          <a:xfrm>
            <a:off x="9024198" y="5696732"/>
            <a:ext cx="19450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00008337-9FDF-5AAC-B1D4-19E84B5404D3}"/>
              </a:ext>
            </a:extLst>
          </p:cNvPr>
          <p:cNvSpPr/>
          <p:nvPr/>
        </p:nvSpPr>
        <p:spPr>
          <a:xfrm>
            <a:off x="9459630" y="4935990"/>
            <a:ext cx="156946" cy="193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66653A6-DE1A-0797-7CAF-C72DF8B602D2}"/>
              </a:ext>
            </a:extLst>
          </p:cNvPr>
          <p:cNvGrpSpPr/>
          <p:nvPr/>
        </p:nvGrpSpPr>
        <p:grpSpPr>
          <a:xfrm>
            <a:off x="9552574" y="4810709"/>
            <a:ext cx="314713" cy="314713"/>
            <a:chOff x="5806912" y="3810931"/>
            <a:chExt cx="829762" cy="829762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D7160544-CC26-64B3-4BA0-0F2E713BAD65}"/>
                </a:ext>
              </a:extLst>
            </p:cNvPr>
            <p:cNvSpPr/>
            <p:nvPr/>
          </p:nvSpPr>
          <p:spPr>
            <a:xfrm>
              <a:off x="5806912" y="3810931"/>
              <a:ext cx="829762" cy="82976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97" name="Google Shape;388;p11">
              <a:extLst>
                <a:ext uri="{FF2B5EF4-FFF2-40B4-BE49-F238E27FC236}">
                  <a16:creationId xmlns:a16="http://schemas.microsoft.com/office/drawing/2014/main" id="{383DD13A-7410-69D3-5165-E04B7120C846}"/>
                </a:ext>
              </a:extLst>
            </p:cNvPr>
            <p:cNvSpPr/>
            <p:nvPr/>
          </p:nvSpPr>
          <p:spPr>
            <a:xfrm>
              <a:off x="5949286" y="3942664"/>
              <a:ext cx="555162" cy="555162"/>
            </a:xfrm>
            <a:custGeom>
              <a:avLst/>
              <a:gdLst/>
              <a:ahLst/>
              <a:cxnLst/>
              <a:rect l="l" t="t" r="r" b="b"/>
              <a:pathLst>
                <a:path w="644842" h="644842" extrusionOk="0">
                  <a:moveTo>
                    <a:pt x="322421" y="0"/>
                  </a:moveTo>
                  <a:cubicBezTo>
                    <a:pt x="144590" y="0"/>
                    <a:pt x="0" y="144590"/>
                    <a:pt x="0" y="322421"/>
                  </a:cubicBezTo>
                  <a:cubicBezTo>
                    <a:pt x="0" y="500253"/>
                    <a:pt x="144590" y="644843"/>
                    <a:pt x="322421" y="644843"/>
                  </a:cubicBezTo>
                  <a:cubicBezTo>
                    <a:pt x="500253" y="644843"/>
                    <a:pt x="644843" y="500253"/>
                    <a:pt x="644843" y="322421"/>
                  </a:cubicBezTo>
                  <a:cubicBezTo>
                    <a:pt x="644843" y="144590"/>
                    <a:pt x="500158" y="0"/>
                    <a:pt x="322421" y="0"/>
                  </a:cubicBezTo>
                  <a:close/>
                  <a:moveTo>
                    <a:pt x="322421" y="616172"/>
                  </a:moveTo>
                  <a:cubicBezTo>
                    <a:pt x="160401" y="616172"/>
                    <a:pt x="28575" y="484346"/>
                    <a:pt x="28575" y="322326"/>
                  </a:cubicBezTo>
                  <a:cubicBezTo>
                    <a:pt x="28575" y="160306"/>
                    <a:pt x="160401" y="28575"/>
                    <a:pt x="322421" y="28575"/>
                  </a:cubicBezTo>
                  <a:cubicBezTo>
                    <a:pt x="484442" y="28575"/>
                    <a:pt x="616268" y="160401"/>
                    <a:pt x="616268" y="322421"/>
                  </a:cubicBezTo>
                  <a:cubicBezTo>
                    <a:pt x="616268" y="484442"/>
                    <a:pt x="484442" y="616268"/>
                    <a:pt x="322421" y="616268"/>
                  </a:cubicBezTo>
                  <a:close/>
                  <a:moveTo>
                    <a:pt x="126873" y="322421"/>
                  </a:moveTo>
                  <a:cubicBezTo>
                    <a:pt x="126873" y="332899"/>
                    <a:pt x="118301" y="341471"/>
                    <a:pt x="107823" y="341471"/>
                  </a:cubicBezTo>
                  <a:cubicBezTo>
                    <a:pt x="97346" y="341471"/>
                    <a:pt x="88583" y="332899"/>
                    <a:pt x="88583" y="322421"/>
                  </a:cubicBezTo>
                  <a:cubicBezTo>
                    <a:pt x="88583" y="311944"/>
                    <a:pt x="96869" y="303371"/>
                    <a:pt x="107442" y="303371"/>
                  </a:cubicBezTo>
                  <a:lnTo>
                    <a:pt x="107918" y="303371"/>
                  </a:lnTo>
                  <a:cubicBezTo>
                    <a:pt x="118396" y="303371"/>
                    <a:pt x="126968" y="311944"/>
                    <a:pt x="126968" y="322421"/>
                  </a:cubicBezTo>
                  <a:close/>
                  <a:moveTo>
                    <a:pt x="190500" y="322421"/>
                  </a:moveTo>
                  <a:cubicBezTo>
                    <a:pt x="190500" y="332899"/>
                    <a:pt x="181928" y="341471"/>
                    <a:pt x="171450" y="341471"/>
                  </a:cubicBezTo>
                  <a:cubicBezTo>
                    <a:pt x="160973" y="341471"/>
                    <a:pt x="152210" y="332899"/>
                    <a:pt x="152210" y="322421"/>
                  </a:cubicBezTo>
                  <a:cubicBezTo>
                    <a:pt x="152210" y="311944"/>
                    <a:pt x="160496" y="303371"/>
                    <a:pt x="170974" y="303371"/>
                  </a:cubicBezTo>
                  <a:lnTo>
                    <a:pt x="171450" y="303371"/>
                  </a:lnTo>
                  <a:cubicBezTo>
                    <a:pt x="181928" y="303371"/>
                    <a:pt x="190500" y="311944"/>
                    <a:pt x="190500" y="322421"/>
                  </a:cubicBezTo>
                  <a:close/>
                  <a:moveTo>
                    <a:pt x="271558" y="332518"/>
                  </a:moveTo>
                  <a:lnTo>
                    <a:pt x="212312" y="391763"/>
                  </a:lnTo>
                  <a:cubicBezTo>
                    <a:pt x="209550" y="394525"/>
                    <a:pt x="205835" y="395954"/>
                    <a:pt x="202216" y="395954"/>
                  </a:cubicBezTo>
                  <a:cubicBezTo>
                    <a:pt x="198596" y="395954"/>
                    <a:pt x="194881" y="394525"/>
                    <a:pt x="192119" y="391763"/>
                  </a:cubicBezTo>
                  <a:cubicBezTo>
                    <a:pt x="186500" y="386144"/>
                    <a:pt x="186500" y="377095"/>
                    <a:pt x="192119" y="371570"/>
                  </a:cubicBezTo>
                  <a:lnTo>
                    <a:pt x="241268" y="322421"/>
                  </a:lnTo>
                  <a:lnTo>
                    <a:pt x="192119" y="273272"/>
                  </a:lnTo>
                  <a:cubicBezTo>
                    <a:pt x="186500" y="267653"/>
                    <a:pt x="186500" y="258604"/>
                    <a:pt x="192119" y="253079"/>
                  </a:cubicBezTo>
                  <a:cubicBezTo>
                    <a:pt x="197739" y="247460"/>
                    <a:pt x="206788" y="247460"/>
                    <a:pt x="212312" y="253079"/>
                  </a:cubicBezTo>
                  <a:lnTo>
                    <a:pt x="271558" y="312325"/>
                  </a:lnTo>
                  <a:cubicBezTo>
                    <a:pt x="277178" y="317945"/>
                    <a:pt x="277178" y="326993"/>
                    <a:pt x="271558" y="332518"/>
                  </a:cubicBezTo>
                  <a:close/>
                  <a:moveTo>
                    <a:pt x="556260" y="322421"/>
                  </a:moveTo>
                  <a:cubicBezTo>
                    <a:pt x="556260" y="332899"/>
                    <a:pt x="547973" y="341471"/>
                    <a:pt x="537401" y="341471"/>
                  </a:cubicBezTo>
                  <a:lnTo>
                    <a:pt x="536924" y="341471"/>
                  </a:lnTo>
                  <a:cubicBezTo>
                    <a:pt x="526447" y="341471"/>
                    <a:pt x="517874" y="332899"/>
                    <a:pt x="517874" y="322421"/>
                  </a:cubicBezTo>
                  <a:cubicBezTo>
                    <a:pt x="517874" y="311944"/>
                    <a:pt x="526447" y="303371"/>
                    <a:pt x="536924" y="303371"/>
                  </a:cubicBezTo>
                  <a:cubicBezTo>
                    <a:pt x="547402" y="303371"/>
                    <a:pt x="556165" y="311944"/>
                    <a:pt x="556165" y="322421"/>
                  </a:cubicBezTo>
                  <a:close/>
                  <a:moveTo>
                    <a:pt x="492633" y="322421"/>
                  </a:moveTo>
                  <a:cubicBezTo>
                    <a:pt x="492633" y="332899"/>
                    <a:pt x="484346" y="341471"/>
                    <a:pt x="473869" y="341471"/>
                  </a:cubicBezTo>
                  <a:lnTo>
                    <a:pt x="473393" y="341471"/>
                  </a:lnTo>
                  <a:cubicBezTo>
                    <a:pt x="462915" y="341471"/>
                    <a:pt x="454343" y="332899"/>
                    <a:pt x="454343" y="322421"/>
                  </a:cubicBezTo>
                  <a:cubicBezTo>
                    <a:pt x="454343" y="311944"/>
                    <a:pt x="462915" y="303371"/>
                    <a:pt x="473393" y="303371"/>
                  </a:cubicBezTo>
                  <a:cubicBezTo>
                    <a:pt x="483870" y="303371"/>
                    <a:pt x="492633" y="311944"/>
                    <a:pt x="492633" y="322421"/>
                  </a:cubicBezTo>
                  <a:close/>
                  <a:moveTo>
                    <a:pt x="452723" y="371570"/>
                  </a:moveTo>
                  <a:cubicBezTo>
                    <a:pt x="458343" y="377190"/>
                    <a:pt x="458343" y="386239"/>
                    <a:pt x="452723" y="391763"/>
                  </a:cubicBezTo>
                  <a:cubicBezTo>
                    <a:pt x="449961" y="394525"/>
                    <a:pt x="446246" y="395954"/>
                    <a:pt x="442627" y="395954"/>
                  </a:cubicBezTo>
                  <a:cubicBezTo>
                    <a:pt x="439007" y="395954"/>
                    <a:pt x="435293" y="394525"/>
                    <a:pt x="432530" y="391763"/>
                  </a:cubicBezTo>
                  <a:lnTo>
                    <a:pt x="373285" y="332518"/>
                  </a:lnTo>
                  <a:cubicBezTo>
                    <a:pt x="367665" y="326898"/>
                    <a:pt x="367665" y="317849"/>
                    <a:pt x="373285" y="312325"/>
                  </a:cubicBezTo>
                  <a:lnTo>
                    <a:pt x="432530" y="253079"/>
                  </a:lnTo>
                  <a:cubicBezTo>
                    <a:pt x="438150" y="247460"/>
                    <a:pt x="447199" y="247460"/>
                    <a:pt x="452723" y="253079"/>
                  </a:cubicBezTo>
                  <a:cubicBezTo>
                    <a:pt x="458343" y="258699"/>
                    <a:pt x="458343" y="267748"/>
                    <a:pt x="452723" y="273272"/>
                  </a:cubicBezTo>
                  <a:lnTo>
                    <a:pt x="403574" y="322421"/>
                  </a:lnTo>
                  <a:lnTo>
                    <a:pt x="452723" y="371570"/>
                  </a:lnTo>
                  <a:close/>
                  <a:moveTo>
                    <a:pt x="341471" y="260985"/>
                  </a:moveTo>
                  <a:cubicBezTo>
                    <a:pt x="341471" y="271463"/>
                    <a:pt x="332899" y="280226"/>
                    <a:pt x="322421" y="280226"/>
                  </a:cubicBezTo>
                  <a:cubicBezTo>
                    <a:pt x="311944" y="280226"/>
                    <a:pt x="303371" y="271939"/>
                    <a:pt x="303371" y="261366"/>
                  </a:cubicBezTo>
                  <a:lnTo>
                    <a:pt x="303371" y="260890"/>
                  </a:lnTo>
                  <a:cubicBezTo>
                    <a:pt x="303371" y="250412"/>
                    <a:pt x="311944" y="241840"/>
                    <a:pt x="322421" y="241840"/>
                  </a:cubicBezTo>
                  <a:cubicBezTo>
                    <a:pt x="332899" y="241840"/>
                    <a:pt x="341471" y="250412"/>
                    <a:pt x="341471" y="260890"/>
                  </a:cubicBezTo>
                  <a:close/>
                  <a:moveTo>
                    <a:pt x="341471" y="197358"/>
                  </a:moveTo>
                  <a:cubicBezTo>
                    <a:pt x="341471" y="207836"/>
                    <a:pt x="332899" y="216599"/>
                    <a:pt x="322421" y="216599"/>
                  </a:cubicBezTo>
                  <a:cubicBezTo>
                    <a:pt x="311944" y="216599"/>
                    <a:pt x="303371" y="208312"/>
                    <a:pt x="303371" y="197834"/>
                  </a:cubicBezTo>
                  <a:lnTo>
                    <a:pt x="303371" y="197358"/>
                  </a:lnTo>
                  <a:cubicBezTo>
                    <a:pt x="303371" y="186881"/>
                    <a:pt x="311944" y="178308"/>
                    <a:pt x="322421" y="178308"/>
                  </a:cubicBezTo>
                  <a:cubicBezTo>
                    <a:pt x="332899" y="178308"/>
                    <a:pt x="341471" y="186881"/>
                    <a:pt x="341471" y="197358"/>
                  </a:cubicBezTo>
                  <a:close/>
                  <a:moveTo>
                    <a:pt x="253079" y="176784"/>
                  </a:moveTo>
                  <a:cubicBezTo>
                    <a:pt x="247460" y="171164"/>
                    <a:pt x="247460" y="162116"/>
                    <a:pt x="253079" y="156591"/>
                  </a:cubicBezTo>
                  <a:lnTo>
                    <a:pt x="312325" y="97346"/>
                  </a:lnTo>
                  <a:cubicBezTo>
                    <a:pt x="317945" y="91726"/>
                    <a:pt x="326993" y="91726"/>
                    <a:pt x="332518" y="97346"/>
                  </a:cubicBezTo>
                  <a:lnTo>
                    <a:pt x="391763" y="156591"/>
                  </a:lnTo>
                  <a:cubicBezTo>
                    <a:pt x="397383" y="162211"/>
                    <a:pt x="397383" y="171260"/>
                    <a:pt x="391763" y="176784"/>
                  </a:cubicBezTo>
                  <a:cubicBezTo>
                    <a:pt x="389001" y="179546"/>
                    <a:pt x="385286" y="180975"/>
                    <a:pt x="381667" y="180975"/>
                  </a:cubicBezTo>
                  <a:cubicBezTo>
                    <a:pt x="378047" y="180975"/>
                    <a:pt x="374333" y="179546"/>
                    <a:pt x="371570" y="176784"/>
                  </a:cubicBezTo>
                  <a:lnTo>
                    <a:pt x="322421" y="127635"/>
                  </a:lnTo>
                  <a:lnTo>
                    <a:pt x="273272" y="176784"/>
                  </a:lnTo>
                  <a:cubicBezTo>
                    <a:pt x="267653" y="182404"/>
                    <a:pt x="258604" y="182404"/>
                    <a:pt x="253079" y="176784"/>
                  </a:cubicBezTo>
                  <a:close/>
                  <a:moveTo>
                    <a:pt x="341471" y="383858"/>
                  </a:moveTo>
                  <a:cubicBezTo>
                    <a:pt x="341471" y="394335"/>
                    <a:pt x="332899" y="402908"/>
                    <a:pt x="322421" y="402908"/>
                  </a:cubicBezTo>
                  <a:cubicBezTo>
                    <a:pt x="311944" y="402908"/>
                    <a:pt x="303371" y="394335"/>
                    <a:pt x="303371" y="383858"/>
                  </a:cubicBezTo>
                  <a:cubicBezTo>
                    <a:pt x="303371" y="373380"/>
                    <a:pt x="311944" y="364617"/>
                    <a:pt x="322421" y="364617"/>
                  </a:cubicBezTo>
                  <a:cubicBezTo>
                    <a:pt x="332899" y="364617"/>
                    <a:pt x="341471" y="372904"/>
                    <a:pt x="341471" y="383476"/>
                  </a:cubicBezTo>
                  <a:lnTo>
                    <a:pt x="341471" y="383953"/>
                  </a:lnTo>
                  <a:close/>
                  <a:moveTo>
                    <a:pt x="341471" y="446913"/>
                  </a:moveTo>
                  <a:lnTo>
                    <a:pt x="341471" y="447389"/>
                  </a:lnTo>
                  <a:cubicBezTo>
                    <a:pt x="341471" y="457867"/>
                    <a:pt x="332899" y="466439"/>
                    <a:pt x="322421" y="466439"/>
                  </a:cubicBezTo>
                  <a:cubicBezTo>
                    <a:pt x="311944" y="466439"/>
                    <a:pt x="303371" y="457867"/>
                    <a:pt x="303371" y="447389"/>
                  </a:cubicBezTo>
                  <a:cubicBezTo>
                    <a:pt x="303371" y="436912"/>
                    <a:pt x="311944" y="428149"/>
                    <a:pt x="322421" y="428149"/>
                  </a:cubicBezTo>
                  <a:cubicBezTo>
                    <a:pt x="332899" y="428149"/>
                    <a:pt x="341471" y="436436"/>
                    <a:pt x="341471" y="446913"/>
                  </a:cubicBezTo>
                  <a:close/>
                  <a:moveTo>
                    <a:pt x="391763" y="467963"/>
                  </a:moveTo>
                  <a:cubicBezTo>
                    <a:pt x="397383" y="473583"/>
                    <a:pt x="397383" y="482632"/>
                    <a:pt x="391763" y="488156"/>
                  </a:cubicBezTo>
                  <a:lnTo>
                    <a:pt x="332518" y="547402"/>
                  </a:lnTo>
                  <a:cubicBezTo>
                    <a:pt x="329756" y="550164"/>
                    <a:pt x="326041" y="551593"/>
                    <a:pt x="322421" y="551593"/>
                  </a:cubicBezTo>
                  <a:cubicBezTo>
                    <a:pt x="318802" y="551593"/>
                    <a:pt x="315087" y="550164"/>
                    <a:pt x="312325" y="547402"/>
                  </a:cubicBezTo>
                  <a:lnTo>
                    <a:pt x="253079" y="488156"/>
                  </a:lnTo>
                  <a:cubicBezTo>
                    <a:pt x="247460" y="482537"/>
                    <a:pt x="247460" y="473488"/>
                    <a:pt x="253079" y="467963"/>
                  </a:cubicBezTo>
                  <a:cubicBezTo>
                    <a:pt x="258699" y="462344"/>
                    <a:pt x="267748" y="462344"/>
                    <a:pt x="273272" y="467963"/>
                  </a:cubicBezTo>
                  <a:lnTo>
                    <a:pt x="322421" y="517112"/>
                  </a:lnTo>
                  <a:lnTo>
                    <a:pt x="371570" y="467963"/>
                  </a:lnTo>
                  <a:cubicBezTo>
                    <a:pt x="377190" y="462344"/>
                    <a:pt x="386239" y="462344"/>
                    <a:pt x="391763" y="467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82814" tIns="91382" rIns="182814" bIns="91382" anchor="ctr" anchorCtr="0">
              <a:noAutofit/>
            </a:bodyPr>
            <a:lstStyle/>
            <a:p>
              <a:pPr marL="0" marR="0" lvl="0" indent="0" algn="l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Tx/>
                <a:buNone/>
                <a:tabLst/>
                <a:defRPr/>
              </a:pPr>
              <a:endPara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8" name="Graphic 97">
            <a:extLst>
              <a:ext uri="{FF2B5EF4-FFF2-40B4-BE49-F238E27FC236}">
                <a16:creationId xmlns:a16="http://schemas.microsoft.com/office/drawing/2014/main" id="{1654A607-95D5-ED25-D76B-E9E8B397EB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74965" y="5879460"/>
            <a:ext cx="146324" cy="153129"/>
          </a:xfrm>
          <a:prstGeom prst="rect">
            <a:avLst/>
          </a:prstGeom>
        </p:spPr>
      </p:pic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1FDEEFCA-3254-F3ED-57E9-B099122EB868}"/>
              </a:ext>
            </a:extLst>
          </p:cNvPr>
          <p:cNvSpPr/>
          <p:nvPr/>
        </p:nvSpPr>
        <p:spPr>
          <a:xfrm>
            <a:off x="8633773" y="1401017"/>
            <a:ext cx="2018275" cy="1041811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DC2</a:t>
            </a:r>
          </a:p>
        </p:txBody>
      </p:sp>
      <p:sp>
        <p:nvSpPr>
          <p:cNvPr id="100" name="Google Shape;209;p7">
            <a:extLst>
              <a:ext uri="{FF2B5EF4-FFF2-40B4-BE49-F238E27FC236}">
                <a16:creationId xmlns:a16="http://schemas.microsoft.com/office/drawing/2014/main" id="{369FE0CF-6507-33B8-0284-5041FE3085B2}"/>
              </a:ext>
            </a:extLst>
          </p:cNvPr>
          <p:cNvSpPr/>
          <p:nvPr/>
        </p:nvSpPr>
        <p:spPr>
          <a:xfrm>
            <a:off x="10229535" y="1679773"/>
            <a:ext cx="255041" cy="264950"/>
          </a:xfrm>
          <a:custGeom>
            <a:avLst/>
            <a:gdLst/>
            <a:ahLst/>
            <a:cxnLst/>
            <a:rect l="l" t="t" r="r" b="b"/>
            <a:pathLst>
              <a:path w="619314" h="622000" extrusionOk="0">
                <a:moveTo>
                  <a:pt x="557021" y="622000"/>
                </a:moveTo>
                <a:lnTo>
                  <a:pt x="220313" y="622000"/>
                </a:lnTo>
                <a:cubicBezTo>
                  <a:pt x="185909" y="622000"/>
                  <a:pt x="158019" y="594110"/>
                  <a:pt x="158019" y="559707"/>
                </a:cubicBezTo>
                <a:lnTo>
                  <a:pt x="158019" y="223474"/>
                </a:lnTo>
                <a:cubicBezTo>
                  <a:pt x="158072" y="189092"/>
                  <a:pt x="185930" y="161233"/>
                  <a:pt x="220313" y="161181"/>
                </a:cubicBezTo>
                <a:lnTo>
                  <a:pt x="557021" y="161181"/>
                </a:lnTo>
                <a:cubicBezTo>
                  <a:pt x="591382" y="161285"/>
                  <a:pt x="619210" y="189114"/>
                  <a:pt x="619315" y="223474"/>
                </a:cubicBezTo>
                <a:lnTo>
                  <a:pt x="619315" y="559707"/>
                </a:lnTo>
                <a:cubicBezTo>
                  <a:pt x="619263" y="594089"/>
                  <a:pt x="591404" y="621948"/>
                  <a:pt x="557021" y="622000"/>
                </a:cubicBezTo>
                <a:close/>
                <a:moveTo>
                  <a:pt x="220313" y="189756"/>
                </a:moveTo>
                <a:cubicBezTo>
                  <a:pt x="201712" y="189808"/>
                  <a:pt x="186647" y="204874"/>
                  <a:pt x="186594" y="223474"/>
                </a:cubicBezTo>
                <a:lnTo>
                  <a:pt x="186594" y="559707"/>
                </a:lnTo>
                <a:cubicBezTo>
                  <a:pt x="186647" y="578307"/>
                  <a:pt x="201712" y="593373"/>
                  <a:pt x="220313" y="593425"/>
                </a:cubicBezTo>
                <a:lnTo>
                  <a:pt x="557021" y="593425"/>
                </a:lnTo>
                <a:cubicBezTo>
                  <a:pt x="575622" y="593373"/>
                  <a:pt x="590688" y="578307"/>
                  <a:pt x="590740" y="559707"/>
                </a:cubicBezTo>
                <a:lnTo>
                  <a:pt x="590740" y="223474"/>
                </a:lnTo>
                <a:cubicBezTo>
                  <a:pt x="590688" y="204874"/>
                  <a:pt x="575622" y="189808"/>
                  <a:pt x="557021" y="189756"/>
                </a:cubicBezTo>
                <a:close/>
                <a:moveTo>
                  <a:pt x="331660" y="428547"/>
                </a:moveTo>
                <a:lnTo>
                  <a:pt x="325373" y="414736"/>
                </a:lnTo>
                <a:lnTo>
                  <a:pt x="279844" y="414736"/>
                </a:lnTo>
                <a:lnTo>
                  <a:pt x="273462" y="428547"/>
                </a:lnTo>
                <a:lnTo>
                  <a:pt x="254412" y="428547"/>
                </a:lnTo>
                <a:lnTo>
                  <a:pt x="294512" y="341870"/>
                </a:lnTo>
                <a:lnTo>
                  <a:pt x="310610" y="341870"/>
                </a:lnTo>
                <a:lnTo>
                  <a:pt x="350805" y="428547"/>
                </a:lnTo>
                <a:close/>
                <a:moveTo>
                  <a:pt x="287845" y="397401"/>
                </a:moveTo>
                <a:lnTo>
                  <a:pt x="317372" y="397401"/>
                </a:lnTo>
                <a:lnTo>
                  <a:pt x="302609" y="365587"/>
                </a:lnTo>
                <a:close/>
                <a:moveTo>
                  <a:pt x="366998" y="428547"/>
                </a:moveTo>
                <a:lnTo>
                  <a:pt x="366998" y="341870"/>
                </a:lnTo>
                <a:lnTo>
                  <a:pt x="400907" y="341870"/>
                </a:lnTo>
                <a:cubicBezTo>
                  <a:pt x="417609" y="340933"/>
                  <a:pt x="431909" y="353711"/>
                  <a:pt x="432847" y="370413"/>
                </a:cubicBezTo>
                <a:cubicBezTo>
                  <a:pt x="433784" y="387116"/>
                  <a:pt x="421004" y="401416"/>
                  <a:pt x="404302" y="402354"/>
                </a:cubicBezTo>
                <a:cubicBezTo>
                  <a:pt x="403172" y="402417"/>
                  <a:pt x="402037" y="402417"/>
                  <a:pt x="400907" y="402354"/>
                </a:cubicBezTo>
                <a:lnTo>
                  <a:pt x="384333" y="402354"/>
                </a:lnTo>
                <a:lnTo>
                  <a:pt x="384333" y="428547"/>
                </a:lnTo>
                <a:close/>
                <a:moveTo>
                  <a:pt x="384333" y="385018"/>
                </a:moveTo>
                <a:lnTo>
                  <a:pt x="400907" y="385018"/>
                </a:lnTo>
                <a:cubicBezTo>
                  <a:pt x="408034" y="385631"/>
                  <a:pt x="414310" y="380350"/>
                  <a:pt x="414923" y="373221"/>
                </a:cubicBezTo>
                <a:cubicBezTo>
                  <a:pt x="415536" y="366094"/>
                  <a:pt x="410255" y="359818"/>
                  <a:pt x="403126" y="359205"/>
                </a:cubicBezTo>
                <a:cubicBezTo>
                  <a:pt x="402388" y="359142"/>
                  <a:pt x="401645" y="359142"/>
                  <a:pt x="400907" y="359205"/>
                </a:cubicBezTo>
                <a:lnTo>
                  <a:pt x="384333" y="359205"/>
                </a:lnTo>
                <a:close/>
                <a:moveTo>
                  <a:pt x="449675" y="428547"/>
                </a:moveTo>
                <a:lnTo>
                  <a:pt x="449675" y="341870"/>
                </a:lnTo>
                <a:lnTo>
                  <a:pt x="483584" y="341870"/>
                </a:lnTo>
                <a:cubicBezTo>
                  <a:pt x="500286" y="340933"/>
                  <a:pt x="514586" y="353711"/>
                  <a:pt x="515524" y="370413"/>
                </a:cubicBezTo>
                <a:cubicBezTo>
                  <a:pt x="516461" y="387116"/>
                  <a:pt x="503681" y="401416"/>
                  <a:pt x="486979" y="402354"/>
                </a:cubicBezTo>
                <a:cubicBezTo>
                  <a:pt x="485849" y="402417"/>
                  <a:pt x="484714" y="402417"/>
                  <a:pt x="483584" y="402354"/>
                </a:cubicBezTo>
                <a:lnTo>
                  <a:pt x="467010" y="402354"/>
                </a:lnTo>
                <a:lnTo>
                  <a:pt x="467010" y="428547"/>
                </a:lnTo>
                <a:close/>
                <a:moveTo>
                  <a:pt x="467010" y="385018"/>
                </a:moveTo>
                <a:lnTo>
                  <a:pt x="483584" y="385018"/>
                </a:lnTo>
                <a:cubicBezTo>
                  <a:pt x="490711" y="385631"/>
                  <a:pt x="496987" y="380350"/>
                  <a:pt x="497600" y="373221"/>
                </a:cubicBezTo>
                <a:cubicBezTo>
                  <a:pt x="498213" y="366094"/>
                  <a:pt x="492932" y="359818"/>
                  <a:pt x="485803" y="359205"/>
                </a:cubicBezTo>
                <a:cubicBezTo>
                  <a:pt x="485065" y="359142"/>
                  <a:pt x="484322" y="359142"/>
                  <a:pt x="483584" y="359205"/>
                </a:cubicBezTo>
                <a:lnTo>
                  <a:pt x="467010" y="359205"/>
                </a:lnTo>
                <a:close/>
                <a:moveTo>
                  <a:pt x="415004" y="140988"/>
                </a:moveTo>
                <a:cubicBezTo>
                  <a:pt x="425348" y="139982"/>
                  <a:pt x="432977" y="130869"/>
                  <a:pt x="432149" y="120509"/>
                </a:cubicBezTo>
                <a:cubicBezTo>
                  <a:pt x="431860" y="116772"/>
                  <a:pt x="430430" y="113215"/>
                  <a:pt x="428053" y="110317"/>
                </a:cubicBezTo>
                <a:cubicBezTo>
                  <a:pt x="423000" y="103653"/>
                  <a:pt x="414191" y="101065"/>
                  <a:pt x="406336" y="103935"/>
                </a:cubicBezTo>
                <a:cubicBezTo>
                  <a:pt x="396465" y="107577"/>
                  <a:pt x="391415" y="118531"/>
                  <a:pt x="395055" y="128401"/>
                </a:cubicBezTo>
                <a:cubicBezTo>
                  <a:pt x="395069" y="128437"/>
                  <a:pt x="395083" y="128474"/>
                  <a:pt x="395096" y="128510"/>
                </a:cubicBezTo>
                <a:cubicBezTo>
                  <a:pt x="398030" y="136090"/>
                  <a:pt x="405352" y="141060"/>
                  <a:pt x="413480" y="140988"/>
                </a:cubicBezTo>
                <a:close/>
                <a:moveTo>
                  <a:pt x="133254" y="332821"/>
                </a:moveTo>
                <a:cubicBezTo>
                  <a:pt x="133254" y="322300"/>
                  <a:pt x="124726" y="313771"/>
                  <a:pt x="114204" y="313771"/>
                </a:cubicBezTo>
                <a:cubicBezTo>
                  <a:pt x="103683" y="313771"/>
                  <a:pt x="95154" y="322300"/>
                  <a:pt x="95154" y="332821"/>
                </a:cubicBezTo>
                <a:cubicBezTo>
                  <a:pt x="95154" y="343342"/>
                  <a:pt x="103683" y="351871"/>
                  <a:pt x="114204" y="351871"/>
                </a:cubicBezTo>
                <a:lnTo>
                  <a:pt x="114680" y="351871"/>
                </a:lnTo>
                <a:cubicBezTo>
                  <a:pt x="125015" y="351613"/>
                  <a:pt x="133257" y="343159"/>
                  <a:pt x="133254" y="332821"/>
                </a:cubicBezTo>
                <a:close/>
                <a:moveTo>
                  <a:pt x="85629" y="173849"/>
                </a:moveTo>
                <a:cubicBezTo>
                  <a:pt x="82021" y="173850"/>
                  <a:pt x="78486" y="172826"/>
                  <a:pt x="75437" y="170896"/>
                </a:cubicBezTo>
                <a:cubicBezTo>
                  <a:pt x="66844" y="165224"/>
                  <a:pt x="64312" y="153749"/>
                  <a:pt x="69722" y="144988"/>
                </a:cubicBezTo>
                <a:lnTo>
                  <a:pt x="70294" y="144036"/>
                </a:lnTo>
                <a:cubicBezTo>
                  <a:pt x="75935" y="135155"/>
                  <a:pt x="87708" y="132528"/>
                  <a:pt x="96588" y="138169"/>
                </a:cubicBezTo>
                <a:cubicBezTo>
                  <a:pt x="105469" y="143810"/>
                  <a:pt x="108096" y="155582"/>
                  <a:pt x="102455" y="164463"/>
                </a:cubicBezTo>
                <a:cubicBezTo>
                  <a:pt x="102342" y="164641"/>
                  <a:pt x="102227" y="164816"/>
                  <a:pt x="102107" y="164991"/>
                </a:cubicBezTo>
                <a:cubicBezTo>
                  <a:pt x="98350" y="170657"/>
                  <a:pt x="91950" y="174001"/>
                  <a:pt x="85153" y="173849"/>
                </a:cubicBezTo>
                <a:close/>
                <a:moveTo>
                  <a:pt x="52196" y="332535"/>
                </a:moveTo>
                <a:cubicBezTo>
                  <a:pt x="48078" y="332502"/>
                  <a:pt x="44089" y="331094"/>
                  <a:pt x="40862" y="328535"/>
                </a:cubicBezTo>
                <a:lnTo>
                  <a:pt x="39909" y="327773"/>
                </a:lnTo>
                <a:cubicBezTo>
                  <a:pt x="31729" y="321144"/>
                  <a:pt x="30471" y="309140"/>
                  <a:pt x="37099" y="300960"/>
                </a:cubicBezTo>
                <a:cubicBezTo>
                  <a:pt x="43728" y="292780"/>
                  <a:pt x="55732" y="291522"/>
                  <a:pt x="63912" y="298150"/>
                </a:cubicBezTo>
                <a:cubicBezTo>
                  <a:pt x="72143" y="304801"/>
                  <a:pt x="73579" y="316796"/>
                  <a:pt x="67151" y="325201"/>
                </a:cubicBezTo>
                <a:cubicBezTo>
                  <a:pt x="63555" y="329811"/>
                  <a:pt x="58043" y="332514"/>
                  <a:pt x="52196" y="332535"/>
                </a:cubicBezTo>
                <a:close/>
                <a:moveTo>
                  <a:pt x="18859" y="276147"/>
                </a:moveTo>
                <a:cubicBezTo>
                  <a:pt x="9704" y="276265"/>
                  <a:pt x="1843" y="269660"/>
                  <a:pt x="380" y="260622"/>
                </a:cubicBezTo>
                <a:cubicBezTo>
                  <a:pt x="335" y="260242"/>
                  <a:pt x="335" y="259859"/>
                  <a:pt x="380" y="259479"/>
                </a:cubicBezTo>
                <a:cubicBezTo>
                  <a:pt x="-1702" y="249166"/>
                  <a:pt x="4972" y="239118"/>
                  <a:pt x="15284" y="237036"/>
                </a:cubicBezTo>
                <a:cubicBezTo>
                  <a:pt x="25598" y="234955"/>
                  <a:pt x="35646" y="241627"/>
                  <a:pt x="37727" y="251940"/>
                </a:cubicBezTo>
                <a:cubicBezTo>
                  <a:pt x="37849" y="252543"/>
                  <a:pt x="37941" y="253152"/>
                  <a:pt x="38004" y="253764"/>
                </a:cubicBezTo>
                <a:cubicBezTo>
                  <a:pt x="39823" y="264126"/>
                  <a:pt x="32897" y="274001"/>
                  <a:pt x="22535" y="275820"/>
                </a:cubicBezTo>
                <a:cubicBezTo>
                  <a:pt x="22453" y="275834"/>
                  <a:pt x="22370" y="275848"/>
                  <a:pt x="22288" y="275862"/>
                </a:cubicBezTo>
                <a:close/>
                <a:moveTo>
                  <a:pt x="32289" y="212235"/>
                </a:moveTo>
                <a:cubicBezTo>
                  <a:pt x="28681" y="212236"/>
                  <a:pt x="25146" y="211212"/>
                  <a:pt x="22097" y="209282"/>
                </a:cubicBezTo>
                <a:cubicBezTo>
                  <a:pt x="13470" y="203640"/>
                  <a:pt x="10895" y="192160"/>
                  <a:pt x="16287" y="183374"/>
                </a:cubicBezTo>
                <a:cubicBezTo>
                  <a:pt x="16287" y="183374"/>
                  <a:pt x="16859" y="182421"/>
                  <a:pt x="16954" y="182421"/>
                </a:cubicBezTo>
                <a:cubicBezTo>
                  <a:pt x="22156" y="173276"/>
                  <a:pt x="33786" y="170079"/>
                  <a:pt x="42932" y="175280"/>
                </a:cubicBezTo>
                <a:cubicBezTo>
                  <a:pt x="52076" y="180481"/>
                  <a:pt x="55274" y="192112"/>
                  <a:pt x="50072" y="201257"/>
                </a:cubicBezTo>
                <a:cubicBezTo>
                  <a:pt x="49653" y="201994"/>
                  <a:pt x="49186" y="202702"/>
                  <a:pt x="48672" y="203376"/>
                </a:cubicBezTo>
                <a:cubicBezTo>
                  <a:pt x="45062" y="208911"/>
                  <a:pt x="38898" y="212244"/>
                  <a:pt x="32289" y="212235"/>
                </a:cubicBezTo>
                <a:close/>
                <a:moveTo>
                  <a:pt x="98964" y="112413"/>
                </a:moveTo>
                <a:cubicBezTo>
                  <a:pt x="88445" y="112234"/>
                  <a:pt x="80062" y="103561"/>
                  <a:pt x="80241" y="93041"/>
                </a:cubicBezTo>
                <a:cubicBezTo>
                  <a:pt x="80286" y="90458"/>
                  <a:pt x="80854" y="87910"/>
                  <a:pt x="81914" y="85552"/>
                </a:cubicBezTo>
                <a:lnTo>
                  <a:pt x="81914" y="84504"/>
                </a:lnTo>
                <a:cubicBezTo>
                  <a:pt x="86596" y="75009"/>
                  <a:pt x="98089" y="71107"/>
                  <a:pt x="107584" y="75789"/>
                </a:cubicBezTo>
                <a:cubicBezTo>
                  <a:pt x="117080" y="80471"/>
                  <a:pt x="120981" y="91963"/>
                  <a:pt x="116300" y="101459"/>
                </a:cubicBezTo>
                <a:cubicBezTo>
                  <a:pt x="112993" y="108124"/>
                  <a:pt x="106215" y="112361"/>
                  <a:pt x="98774" y="112413"/>
                </a:cubicBezTo>
                <a:close/>
                <a:moveTo>
                  <a:pt x="314705" y="73646"/>
                </a:moveTo>
                <a:cubicBezTo>
                  <a:pt x="309801" y="73626"/>
                  <a:pt x="305093" y="71716"/>
                  <a:pt x="301561" y="68312"/>
                </a:cubicBezTo>
                <a:cubicBezTo>
                  <a:pt x="293806" y="61201"/>
                  <a:pt x="293284" y="49151"/>
                  <a:pt x="300393" y="41396"/>
                </a:cubicBezTo>
                <a:cubicBezTo>
                  <a:pt x="300465" y="41319"/>
                  <a:pt x="300536" y="41242"/>
                  <a:pt x="300608" y="41166"/>
                </a:cubicBezTo>
                <a:cubicBezTo>
                  <a:pt x="307680" y="33701"/>
                  <a:pt x="319399" y="33195"/>
                  <a:pt x="327088" y="40023"/>
                </a:cubicBezTo>
                <a:lnTo>
                  <a:pt x="327945" y="40785"/>
                </a:lnTo>
                <a:cubicBezTo>
                  <a:pt x="335573" y="48030"/>
                  <a:pt x="335882" y="60089"/>
                  <a:pt x="328637" y="67717"/>
                </a:cubicBezTo>
                <a:cubicBezTo>
                  <a:pt x="325012" y="71532"/>
                  <a:pt x="319969" y="73679"/>
                  <a:pt x="314705" y="73646"/>
                </a:cubicBezTo>
                <a:close/>
                <a:moveTo>
                  <a:pt x="138969" y="63359"/>
                </a:moveTo>
                <a:cubicBezTo>
                  <a:pt x="128449" y="63286"/>
                  <a:pt x="119979" y="54698"/>
                  <a:pt x="120052" y="44177"/>
                </a:cubicBezTo>
                <a:cubicBezTo>
                  <a:pt x="120091" y="38499"/>
                  <a:pt x="122661" y="33134"/>
                  <a:pt x="127063" y="29545"/>
                </a:cubicBezTo>
                <a:lnTo>
                  <a:pt x="127825" y="29545"/>
                </a:lnTo>
                <a:cubicBezTo>
                  <a:pt x="135819" y="22705"/>
                  <a:pt x="147845" y="23641"/>
                  <a:pt x="154685" y="31634"/>
                </a:cubicBezTo>
                <a:cubicBezTo>
                  <a:pt x="161524" y="39628"/>
                  <a:pt x="160589" y="51654"/>
                  <a:pt x="152596" y="58494"/>
                </a:cubicBezTo>
                <a:cubicBezTo>
                  <a:pt x="152077" y="58938"/>
                  <a:pt x="151535" y="59354"/>
                  <a:pt x="150971" y="59739"/>
                </a:cubicBezTo>
                <a:cubicBezTo>
                  <a:pt x="147493" y="62265"/>
                  <a:pt x="143263" y="63541"/>
                  <a:pt x="138969" y="63359"/>
                </a:cubicBezTo>
                <a:close/>
                <a:moveTo>
                  <a:pt x="260127" y="41547"/>
                </a:moveTo>
                <a:cubicBezTo>
                  <a:pt x="258159" y="41542"/>
                  <a:pt x="256203" y="41253"/>
                  <a:pt x="254317" y="40689"/>
                </a:cubicBezTo>
                <a:cubicBezTo>
                  <a:pt x="244286" y="37490"/>
                  <a:pt x="238598" y="26914"/>
                  <a:pt x="241458" y="16782"/>
                </a:cubicBezTo>
                <a:cubicBezTo>
                  <a:pt x="244447" y="6958"/>
                  <a:pt x="254684" y="1270"/>
                  <a:pt x="264604" y="3923"/>
                </a:cubicBezTo>
                <a:lnTo>
                  <a:pt x="266033" y="3923"/>
                </a:lnTo>
                <a:cubicBezTo>
                  <a:pt x="276027" y="7208"/>
                  <a:pt x="281467" y="17973"/>
                  <a:pt x="278182" y="27969"/>
                </a:cubicBezTo>
                <a:cubicBezTo>
                  <a:pt x="275618" y="35772"/>
                  <a:pt x="268341" y="41052"/>
                  <a:pt x="260127" y="41070"/>
                </a:cubicBezTo>
                <a:close/>
                <a:moveTo>
                  <a:pt x="197072" y="37927"/>
                </a:moveTo>
                <a:cubicBezTo>
                  <a:pt x="187786" y="38087"/>
                  <a:pt x="179738" y="31528"/>
                  <a:pt x="178022" y="22401"/>
                </a:cubicBezTo>
                <a:cubicBezTo>
                  <a:pt x="176143" y="12252"/>
                  <a:pt x="182690" y="2453"/>
                  <a:pt x="192785" y="303"/>
                </a:cubicBezTo>
                <a:lnTo>
                  <a:pt x="193928" y="303"/>
                </a:lnTo>
                <a:cubicBezTo>
                  <a:pt x="204284" y="-1557"/>
                  <a:pt x="214186" y="5331"/>
                  <a:pt x="216046" y="15686"/>
                </a:cubicBezTo>
                <a:cubicBezTo>
                  <a:pt x="217906" y="26041"/>
                  <a:pt x="211018" y="35944"/>
                  <a:pt x="200664" y="37803"/>
                </a:cubicBezTo>
                <a:cubicBezTo>
                  <a:pt x="200609" y="37813"/>
                  <a:pt x="200555" y="37822"/>
                  <a:pt x="200501" y="37832"/>
                </a:cubicBezTo>
                <a:cubicBezTo>
                  <a:pt x="199368" y="38027"/>
                  <a:pt x="198221" y="38122"/>
                  <a:pt x="197072" y="38118"/>
                </a:cubicBezTo>
                <a:close/>
                <a:moveTo>
                  <a:pt x="350519" y="126319"/>
                </a:moveTo>
                <a:cubicBezTo>
                  <a:pt x="360905" y="125313"/>
                  <a:pt x="368547" y="116141"/>
                  <a:pt x="367665" y="105745"/>
                </a:cubicBezTo>
                <a:cubicBezTo>
                  <a:pt x="367376" y="102008"/>
                  <a:pt x="365946" y="98451"/>
                  <a:pt x="363569" y="95553"/>
                </a:cubicBezTo>
                <a:cubicBezTo>
                  <a:pt x="358490" y="88924"/>
                  <a:pt x="349686" y="86376"/>
                  <a:pt x="341852" y="89267"/>
                </a:cubicBezTo>
                <a:cubicBezTo>
                  <a:pt x="331964" y="92862"/>
                  <a:pt x="326862" y="103792"/>
                  <a:pt x="330457" y="113679"/>
                </a:cubicBezTo>
                <a:cubicBezTo>
                  <a:pt x="330477" y="113734"/>
                  <a:pt x="330497" y="113787"/>
                  <a:pt x="330517" y="113841"/>
                </a:cubicBezTo>
                <a:cubicBezTo>
                  <a:pt x="333451" y="121421"/>
                  <a:pt x="340773" y="126392"/>
                  <a:pt x="348900" y="12631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19" tIns="45697" rIns="91419" bIns="45697" anchor="ctr" anchorCtr="0">
            <a:no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Arial"/>
              <a:cs typeface="Arial"/>
              <a:sym typeface="Arial"/>
            </a:endParaRPr>
          </a:p>
        </p:txBody>
      </p: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CACCA20D-1BB2-CBAD-E446-6BDACEA8F384}"/>
              </a:ext>
            </a:extLst>
          </p:cNvPr>
          <p:cNvCxnSpPr>
            <a:cxnSpLocks/>
            <a:stCxn id="115" idx="6"/>
          </p:cNvCxnSpPr>
          <p:nvPr/>
        </p:nvCxnSpPr>
        <p:spPr>
          <a:xfrm flipV="1">
            <a:off x="9862876" y="1820192"/>
            <a:ext cx="354879" cy="1165"/>
          </a:xfrm>
          <a:prstGeom prst="bentConnector3">
            <a:avLst>
              <a:gd name="adj1" fmla="val 50000"/>
            </a:avLst>
          </a:prstGeom>
          <a:ln w="12700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679C401A-DE24-7E39-1B6F-3FD49DD8AD84}"/>
              </a:ext>
            </a:extLst>
          </p:cNvPr>
          <p:cNvSpPr txBox="1"/>
          <p:nvPr/>
        </p:nvSpPr>
        <p:spPr>
          <a:xfrm>
            <a:off x="10054208" y="1910056"/>
            <a:ext cx="561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App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56773C83-0F82-0179-4F87-C77A42259E1A}"/>
              </a:ext>
            </a:extLst>
          </p:cNvPr>
          <p:cNvSpPr/>
          <p:nvPr/>
        </p:nvSpPr>
        <p:spPr>
          <a:xfrm>
            <a:off x="8633773" y="2480474"/>
            <a:ext cx="2018275" cy="452388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05" name="Google Shape;209;p7">
            <a:extLst>
              <a:ext uri="{FF2B5EF4-FFF2-40B4-BE49-F238E27FC236}">
                <a16:creationId xmlns:a16="http://schemas.microsoft.com/office/drawing/2014/main" id="{B40E8F9B-FFB5-7390-1FC0-165FB29009D3}"/>
              </a:ext>
            </a:extLst>
          </p:cNvPr>
          <p:cNvSpPr/>
          <p:nvPr/>
        </p:nvSpPr>
        <p:spPr>
          <a:xfrm>
            <a:off x="9208077" y="1687716"/>
            <a:ext cx="255041" cy="264950"/>
          </a:xfrm>
          <a:custGeom>
            <a:avLst/>
            <a:gdLst/>
            <a:ahLst/>
            <a:cxnLst/>
            <a:rect l="l" t="t" r="r" b="b"/>
            <a:pathLst>
              <a:path w="619314" h="622000" extrusionOk="0">
                <a:moveTo>
                  <a:pt x="557021" y="622000"/>
                </a:moveTo>
                <a:lnTo>
                  <a:pt x="220313" y="622000"/>
                </a:lnTo>
                <a:cubicBezTo>
                  <a:pt x="185909" y="622000"/>
                  <a:pt x="158019" y="594110"/>
                  <a:pt x="158019" y="559707"/>
                </a:cubicBezTo>
                <a:lnTo>
                  <a:pt x="158019" y="223474"/>
                </a:lnTo>
                <a:cubicBezTo>
                  <a:pt x="158072" y="189092"/>
                  <a:pt x="185930" y="161233"/>
                  <a:pt x="220313" y="161181"/>
                </a:cubicBezTo>
                <a:lnTo>
                  <a:pt x="557021" y="161181"/>
                </a:lnTo>
                <a:cubicBezTo>
                  <a:pt x="591382" y="161285"/>
                  <a:pt x="619210" y="189114"/>
                  <a:pt x="619315" y="223474"/>
                </a:cubicBezTo>
                <a:lnTo>
                  <a:pt x="619315" y="559707"/>
                </a:lnTo>
                <a:cubicBezTo>
                  <a:pt x="619263" y="594089"/>
                  <a:pt x="591404" y="621948"/>
                  <a:pt x="557021" y="622000"/>
                </a:cubicBezTo>
                <a:close/>
                <a:moveTo>
                  <a:pt x="220313" y="189756"/>
                </a:moveTo>
                <a:cubicBezTo>
                  <a:pt x="201712" y="189808"/>
                  <a:pt x="186647" y="204874"/>
                  <a:pt x="186594" y="223474"/>
                </a:cubicBezTo>
                <a:lnTo>
                  <a:pt x="186594" y="559707"/>
                </a:lnTo>
                <a:cubicBezTo>
                  <a:pt x="186647" y="578307"/>
                  <a:pt x="201712" y="593373"/>
                  <a:pt x="220313" y="593425"/>
                </a:cubicBezTo>
                <a:lnTo>
                  <a:pt x="557021" y="593425"/>
                </a:lnTo>
                <a:cubicBezTo>
                  <a:pt x="575622" y="593373"/>
                  <a:pt x="590688" y="578307"/>
                  <a:pt x="590740" y="559707"/>
                </a:cubicBezTo>
                <a:lnTo>
                  <a:pt x="590740" y="223474"/>
                </a:lnTo>
                <a:cubicBezTo>
                  <a:pt x="590688" y="204874"/>
                  <a:pt x="575622" y="189808"/>
                  <a:pt x="557021" y="189756"/>
                </a:cubicBezTo>
                <a:close/>
                <a:moveTo>
                  <a:pt x="331660" y="428547"/>
                </a:moveTo>
                <a:lnTo>
                  <a:pt x="325373" y="414736"/>
                </a:lnTo>
                <a:lnTo>
                  <a:pt x="279844" y="414736"/>
                </a:lnTo>
                <a:lnTo>
                  <a:pt x="273462" y="428547"/>
                </a:lnTo>
                <a:lnTo>
                  <a:pt x="254412" y="428547"/>
                </a:lnTo>
                <a:lnTo>
                  <a:pt x="294512" y="341870"/>
                </a:lnTo>
                <a:lnTo>
                  <a:pt x="310610" y="341870"/>
                </a:lnTo>
                <a:lnTo>
                  <a:pt x="350805" y="428547"/>
                </a:lnTo>
                <a:close/>
                <a:moveTo>
                  <a:pt x="287845" y="397401"/>
                </a:moveTo>
                <a:lnTo>
                  <a:pt x="317372" y="397401"/>
                </a:lnTo>
                <a:lnTo>
                  <a:pt x="302609" y="365587"/>
                </a:lnTo>
                <a:close/>
                <a:moveTo>
                  <a:pt x="366998" y="428547"/>
                </a:moveTo>
                <a:lnTo>
                  <a:pt x="366998" y="341870"/>
                </a:lnTo>
                <a:lnTo>
                  <a:pt x="400907" y="341870"/>
                </a:lnTo>
                <a:cubicBezTo>
                  <a:pt x="417609" y="340933"/>
                  <a:pt x="431909" y="353711"/>
                  <a:pt x="432847" y="370413"/>
                </a:cubicBezTo>
                <a:cubicBezTo>
                  <a:pt x="433784" y="387116"/>
                  <a:pt x="421004" y="401416"/>
                  <a:pt x="404302" y="402354"/>
                </a:cubicBezTo>
                <a:cubicBezTo>
                  <a:pt x="403172" y="402417"/>
                  <a:pt x="402037" y="402417"/>
                  <a:pt x="400907" y="402354"/>
                </a:cubicBezTo>
                <a:lnTo>
                  <a:pt x="384333" y="402354"/>
                </a:lnTo>
                <a:lnTo>
                  <a:pt x="384333" y="428547"/>
                </a:lnTo>
                <a:close/>
                <a:moveTo>
                  <a:pt x="384333" y="385018"/>
                </a:moveTo>
                <a:lnTo>
                  <a:pt x="400907" y="385018"/>
                </a:lnTo>
                <a:cubicBezTo>
                  <a:pt x="408034" y="385631"/>
                  <a:pt x="414310" y="380350"/>
                  <a:pt x="414923" y="373221"/>
                </a:cubicBezTo>
                <a:cubicBezTo>
                  <a:pt x="415536" y="366094"/>
                  <a:pt x="410255" y="359818"/>
                  <a:pt x="403126" y="359205"/>
                </a:cubicBezTo>
                <a:cubicBezTo>
                  <a:pt x="402388" y="359142"/>
                  <a:pt x="401645" y="359142"/>
                  <a:pt x="400907" y="359205"/>
                </a:cubicBezTo>
                <a:lnTo>
                  <a:pt x="384333" y="359205"/>
                </a:lnTo>
                <a:close/>
                <a:moveTo>
                  <a:pt x="449675" y="428547"/>
                </a:moveTo>
                <a:lnTo>
                  <a:pt x="449675" y="341870"/>
                </a:lnTo>
                <a:lnTo>
                  <a:pt x="483584" y="341870"/>
                </a:lnTo>
                <a:cubicBezTo>
                  <a:pt x="500286" y="340933"/>
                  <a:pt x="514586" y="353711"/>
                  <a:pt x="515524" y="370413"/>
                </a:cubicBezTo>
                <a:cubicBezTo>
                  <a:pt x="516461" y="387116"/>
                  <a:pt x="503681" y="401416"/>
                  <a:pt x="486979" y="402354"/>
                </a:cubicBezTo>
                <a:cubicBezTo>
                  <a:pt x="485849" y="402417"/>
                  <a:pt x="484714" y="402417"/>
                  <a:pt x="483584" y="402354"/>
                </a:cubicBezTo>
                <a:lnTo>
                  <a:pt x="467010" y="402354"/>
                </a:lnTo>
                <a:lnTo>
                  <a:pt x="467010" y="428547"/>
                </a:lnTo>
                <a:close/>
                <a:moveTo>
                  <a:pt x="467010" y="385018"/>
                </a:moveTo>
                <a:lnTo>
                  <a:pt x="483584" y="385018"/>
                </a:lnTo>
                <a:cubicBezTo>
                  <a:pt x="490711" y="385631"/>
                  <a:pt x="496987" y="380350"/>
                  <a:pt x="497600" y="373221"/>
                </a:cubicBezTo>
                <a:cubicBezTo>
                  <a:pt x="498213" y="366094"/>
                  <a:pt x="492932" y="359818"/>
                  <a:pt x="485803" y="359205"/>
                </a:cubicBezTo>
                <a:cubicBezTo>
                  <a:pt x="485065" y="359142"/>
                  <a:pt x="484322" y="359142"/>
                  <a:pt x="483584" y="359205"/>
                </a:cubicBezTo>
                <a:lnTo>
                  <a:pt x="467010" y="359205"/>
                </a:lnTo>
                <a:close/>
                <a:moveTo>
                  <a:pt x="415004" y="140988"/>
                </a:moveTo>
                <a:cubicBezTo>
                  <a:pt x="425348" y="139982"/>
                  <a:pt x="432977" y="130869"/>
                  <a:pt x="432149" y="120509"/>
                </a:cubicBezTo>
                <a:cubicBezTo>
                  <a:pt x="431860" y="116772"/>
                  <a:pt x="430430" y="113215"/>
                  <a:pt x="428053" y="110317"/>
                </a:cubicBezTo>
                <a:cubicBezTo>
                  <a:pt x="423000" y="103653"/>
                  <a:pt x="414191" y="101065"/>
                  <a:pt x="406336" y="103935"/>
                </a:cubicBezTo>
                <a:cubicBezTo>
                  <a:pt x="396465" y="107577"/>
                  <a:pt x="391415" y="118531"/>
                  <a:pt x="395055" y="128401"/>
                </a:cubicBezTo>
                <a:cubicBezTo>
                  <a:pt x="395069" y="128437"/>
                  <a:pt x="395083" y="128474"/>
                  <a:pt x="395096" y="128510"/>
                </a:cubicBezTo>
                <a:cubicBezTo>
                  <a:pt x="398030" y="136090"/>
                  <a:pt x="405352" y="141060"/>
                  <a:pt x="413480" y="140988"/>
                </a:cubicBezTo>
                <a:close/>
                <a:moveTo>
                  <a:pt x="133254" y="332821"/>
                </a:moveTo>
                <a:cubicBezTo>
                  <a:pt x="133254" y="322300"/>
                  <a:pt x="124726" y="313771"/>
                  <a:pt x="114204" y="313771"/>
                </a:cubicBezTo>
                <a:cubicBezTo>
                  <a:pt x="103683" y="313771"/>
                  <a:pt x="95154" y="322300"/>
                  <a:pt x="95154" y="332821"/>
                </a:cubicBezTo>
                <a:cubicBezTo>
                  <a:pt x="95154" y="343342"/>
                  <a:pt x="103683" y="351871"/>
                  <a:pt x="114204" y="351871"/>
                </a:cubicBezTo>
                <a:lnTo>
                  <a:pt x="114680" y="351871"/>
                </a:lnTo>
                <a:cubicBezTo>
                  <a:pt x="125015" y="351613"/>
                  <a:pt x="133257" y="343159"/>
                  <a:pt x="133254" y="332821"/>
                </a:cubicBezTo>
                <a:close/>
                <a:moveTo>
                  <a:pt x="85629" y="173849"/>
                </a:moveTo>
                <a:cubicBezTo>
                  <a:pt x="82021" y="173850"/>
                  <a:pt x="78486" y="172826"/>
                  <a:pt x="75437" y="170896"/>
                </a:cubicBezTo>
                <a:cubicBezTo>
                  <a:pt x="66844" y="165224"/>
                  <a:pt x="64312" y="153749"/>
                  <a:pt x="69722" y="144988"/>
                </a:cubicBezTo>
                <a:lnTo>
                  <a:pt x="70294" y="144036"/>
                </a:lnTo>
                <a:cubicBezTo>
                  <a:pt x="75935" y="135155"/>
                  <a:pt x="87708" y="132528"/>
                  <a:pt x="96588" y="138169"/>
                </a:cubicBezTo>
                <a:cubicBezTo>
                  <a:pt x="105469" y="143810"/>
                  <a:pt x="108096" y="155582"/>
                  <a:pt x="102455" y="164463"/>
                </a:cubicBezTo>
                <a:cubicBezTo>
                  <a:pt x="102342" y="164641"/>
                  <a:pt x="102227" y="164816"/>
                  <a:pt x="102107" y="164991"/>
                </a:cubicBezTo>
                <a:cubicBezTo>
                  <a:pt x="98350" y="170657"/>
                  <a:pt x="91950" y="174001"/>
                  <a:pt x="85153" y="173849"/>
                </a:cubicBezTo>
                <a:close/>
                <a:moveTo>
                  <a:pt x="52196" y="332535"/>
                </a:moveTo>
                <a:cubicBezTo>
                  <a:pt x="48078" y="332502"/>
                  <a:pt x="44089" y="331094"/>
                  <a:pt x="40862" y="328535"/>
                </a:cubicBezTo>
                <a:lnTo>
                  <a:pt x="39909" y="327773"/>
                </a:lnTo>
                <a:cubicBezTo>
                  <a:pt x="31729" y="321144"/>
                  <a:pt x="30471" y="309140"/>
                  <a:pt x="37099" y="300960"/>
                </a:cubicBezTo>
                <a:cubicBezTo>
                  <a:pt x="43728" y="292780"/>
                  <a:pt x="55732" y="291522"/>
                  <a:pt x="63912" y="298150"/>
                </a:cubicBezTo>
                <a:cubicBezTo>
                  <a:pt x="72143" y="304801"/>
                  <a:pt x="73579" y="316796"/>
                  <a:pt x="67151" y="325201"/>
                </a:cubicBezTo>
                <a:cubicBezTo>
                  <a:pt x="63555" y="329811"/>
                  <a:pt x="58043" y="332514"/>
                  <a:pt x="52196" y="332535"/>
                </a:cubicBezTo>
                <a:close/>
                <a:moveTo>
                  <a:pt x="18859" y="276147"/>
                </a:moveTo>
                <a:cubicBezTo>
                  <a:pt x="9704" y="276265"/>
                  <a:pt x="1843" y="269660"/>
                  <a:pt x="380" y="260622"/>
                </a:cubicBezTo>
                <a:cubicBezTo>
                  <a:pt x="335" y="260242"/>
                  <a:pt x="335" y="259859"/>
                  <a:pt x="380" y="259479"/>
                </a:cubicBezTo>
                <a:cubicBezTo>
                  <a:pt x="-1702" y="249166"/>
                  <a:pt x="4972" y="239118"/>
                  <a:pt x="15284" y="237036"/>
                </a:cubicBezTo>
                <a:cubicBezTo>
                  <a:pt x="25598" y="234955"/>
                  <a:pt x="35646" y="241627"/>
                  <a:pt x="37727" y="251940"/>
                </a:cubicBezTo>
                <a:cubicBezTo>
                  <a:pt x="37849" y="252543"/>
                  <a:pt x="37941" y="253152"/>
                  <a:pt x="38004" y="253764"/>
                </a:cubicBezTo>
                <a:cubicBezTo>
                  <a:pt x="39823" y="264126"/>
                  <a:pt x="32897" y="274001"/>
                  <a:pt x="22535" y="275820"/>
                </a:cubicBezTo>
                <a:cubicBezTo>
                  <a:pt x="22453" y="275834"/>
                  <a:pt x="22370" y="275848"/>
                  <a:pt x="22288" y="275862"/>
                </a:cubicBezTo>
                <a:close/>
                <a:moveTo>
                  <a:pt x="32289" y="212235"/>
                </a:moveTo>
                <a:cubicBezTo>
                  <a:pt x="28681" y="212236"/>
                  <a:pt x="25146" y="211212"/>
                  <a:pt x="22097" y="209282"/>
                </a:cubicBezTo>
                <a:cubicBezTo>
                  <a:pt x="13470" y="203640"/>
                  <a:pt x="10895" y="192160"/>
                  <a:pt x="16287" y="183374"/>
                </a:cubicBezTo>
                <a:cubicBezTo>
                  <a:pt x="16287" y="183374"/>
                  <a:pt x="16859" y="182421"/>
                  <a:pt x="16954" y="182421"/>
                </a:cubicBezTo>
                <a:cubicBezTo>
                  <a:pt x="22156" y="173276"/>
                  <a:pt x="33786" y="170079"/>
                  <a:pt x="42932" y="175280"/>
                </a:cubicBezTo>
                <a:cubicBezTo>
                  <a:pt x="52076" y="180481"/>
                  <a:pt x="55274" y="192112"/>
                  <a:pt x="50072" y="201257"/>
                </a:cubicBezTo>
                <a:cubicBezTo>
                  <a:pt x="49653" y="201994"/>
                  <a:pt x="49186" y="202702"/>
                  <a:pt x="48672" y="203376"/>
                </a:cubicBezTo>
                <a:cubicBezTo>
                  <a:pt x="45062" y="208911"/>
                  <a:pt x="38898" y="212244"/>
                  <a:pt x="32289" y="212235"/>
                </a:cubicBezTo>
                <a:close/>
                <a:moveTo>
                  <a:pt x="98964" y="112413"/>
                </a:moveTo>
                <a:cubicBezTo>
                  <a:pt x="88445" y="112234"/>
                  <a:pt x="80062" y="103561"/>
                  <a:pt x="80241" y="93041"/>
                </a:cubicBezTo>
                <a:cubicBezTo>
                  <a:pt x="80286" y="90458"/>
                  <a:pt x="80854" y="87910"/>
                  <a:pt x="81914" y="85552"/>
                </a:cubicBezTo>
                <a:lnTo>
                  <a:pt x="81914" y="84504"/>
                </a:lnTo>
                <a:cubicBezTo>
                  <a:pt x="86596" y="75009"/>
                  <a:pt x="98089" y="71107"/>
                  <a:pt x="107584" y="75789"/>
                </a:cubicBezTo>
                <a:cubicBezTo>
                  <a:pt x="117080" y="80471"/>
                  <a:pt x="120981" y="91963"/>
                  <a:pt x="116300" y="101459"/>
                </a:cubicBezTo>
                <a:cubicBezTo>
                  <a:pt x="112993" y="108124"/>
                  <a:pt x="106215" y="112361"/>
                  <a:pt x="98774" y="112413"/>
                </a:cubicBezTo>
                <a:close/>
                <a:moveTo>
                  <a:pt x="314705" y="73646"/>
                </a:moveTo>
                <a:cubicBezTo>
                  <a:pt x="309801" y="73626"/>
                  <a:pt x="305093" y="71716"/>
                  <a:pt x="301561" y="68312"/>
                </a:cubicBezTo>
                <a:cubicBezTo>
                  <a:pt x="293806" y="61201"/>
                  <a:pt x="293284" y="49151"/>
                  <a:pt x="300393" y="41396"/>
                </a:cubicBezTo>
                <a:cubicBezTo>
                  <a:pt x="300465" y="41319"/>
                  <a:pt x="300536" y="41242"/>
                  <a:pt x="300608" y="41166"/>
                </a:cubicBezTo>
                <a:cubicBezTo>
                  <a:pt x="307680" y="33701"/>
                  <a:pt x="319399" y="33195"/>
                  <a:pt x="327088" y="40023"/>
                </a:cubicBezTo>
                <a:lnTo>
                  <a:pt x="327945" y="40785"/>
                </a:lnTo>
                <a:cubicBezTo>
                  <a:pt x="335573" y="48030"/>
                  <a:pt x="335882" y="60089"/>
                  <a:pt x="328637" y="67717"/>
                </a:cubicBezTo>
                <a:cubicBezTo>
                  <a:pt x="325012" y="71532"/>
                  <a:pt x="319969" y="73679"/>
                  <a:pt x="314705" y="73646"/>
                </a:cubicBezTo>
                <a:close/>
                <a:moveTo>
                  <a:pt x="138969" y="63359"/>
                </a:moveTo>
                <a:cubicBezTo>
                  <a:pt x="128449" y="63286"/>
                  <a:pt x="119979" y="54698"/>
                  <a:pt x="120052" y="44177"/>
                </a:cubicBezTo>
                <a:cubicBezTo>
                  <a:pt x="120091" y="38499"/>
                  <a:pt x="122661" y="33134"/>
                  <a:pt x="127063" y="29545"/>
                </a:cubicBezTo>
                <a:lnTo>
                  <a:pt x="127825" y="29545"/>
                </a:lnTo>
                <a:cubicBezTo>
                  <a:pt x="135819" y="22705"/>
                  <a:pt x="147845" y="23641"/>
                  <a:pt x="154685" y="31634"/>
                </a:cubicBezTo>
                <a:cubicBezTo>
                  <a:pt x="161524" y="39628"/>
                  <a:pt x="160589" y="51654"/>
                  <a:pt x="152596" y="58494"/>
                </a:cubicBezTo>
                <a:cubicBezTo>
                  <a:pt x="152077" y="58938"/>
                  <a:pt x="151535" y="59354"/>
                  <a:pt x="150971" y="59739"/>
                </a:cubicBezTo>
                <a:cubicBezTo>
                  <a:pt x="147493" y="62265"/>
                  <a:pt x="143263" y="63541"/>
                  <a:pt x="138969" y="63359"/>
                </a:cubicBezTo>
                <a:close/>
                <a:moveTo>
                  <a:pt x="260127" y="41547"/>
                </a:moveTo>
                <a:cubicBezTo>
                  <a:pt x="258159" y="41542"/>
                  <a:pt x="256203" y="41253"/>
                  <a:pt x="254317" y="40689"/>
                </a:cubicBezTo>
                <a:cubicBezTo>
                  <a:pt x="244286" y="37490"/>
                  <a:pt x="238598" y="26914"/>
                  <a:pt x="241458" y="16782"/>
                </a:cubicBezTo>
                <a:cubicBezTo>
                  <a:pt x="244447" y="6958"/>
                  <a:pt x="254684" y="1270"/>
                  <a:pt x="264604" y="3923"/>
                </a:cubicBezTo>
                <a:lnTo>
                  <a:pt x="266033" y="3923"/>
                </a:lnTo>
                <a:cubicBezTo>
                  <a:pt x="276027" y="7208"/>
                  <a:pt x="281467" y="17973"/>
                  <a:pt x="278182" y="27969"/>
                </a:cubicBezTo>
                <a:cubicBezTo>
                  <a:pt x="275618" y="35772"/>
                  <a:pt x="268341" y="41052"/>
                  <a:pt x="260127" y="41070"/>
                </a:cubicBezTo>
                <a:close/>
                <a:moveTo>
                  <a:pt x="197072" y="37927"/>
                </a:moveTo>
                <a:cubicBezTo>
                  <a:pt x="187786" y="38087"/>
                  <a:pt x="179738" y="31528"/>
                  <a:pt x="178022" y="22401"/>
                </a:cubicBezTo>
                <a:cubicBezTo>
                  <a:pt x="176143" y="12252"/>
                  <a:pt x="182690" y="2453"/>
                  <a:pt x="192785" y="303"/>
                </a:cubicBezTo>
                <a:lnTo>
                  <a:pt x="193928" y="303"/>
                </a:lnTo>
                <a:cubicBezTo>
                  <a:pt x="204284" y="-1557"/>
                  <a:pt x="214186" y="5331"/>
                  <a:pt x="216046" y="15686"/>
                </a:cubicBezTo>
                <a:cubicBezTo>
                  <a:pt x="217906" y="26041"/>
                  <a:pt x="211018" y="35944"/>
                  <a:pt x="200664" y="37803"/>
                </a:cubicBezTo>
                <a:cubicBezTo>
                  <a:pt x="200609" y="37813"/>
                  <a:pt x="200555" y="37822"/>
                  <a:pt x="200501" y="37832"/>
                </a:cubicBezTo>
                <a:cubicBezTo>
                  <a:pt x="199368" y="38027"/>
                  <a:pt x="198221" y="38122"/>
                  <a:pt x="197072" y="38118"/>
                </a:cubicBezTo>
                <a:close/>
                <a:moveTo>
                  <a:pt x="350519" y="126319"/>
                </a:moveTo>
                <a:cubicBezTo>
                  <a:pt x="360905" y="125313"/>
                  <a:pt x="368547" y="116141"/>
                  <a:pt x="367665" y="105745"/>
                </a:cubicBezTo>
                <a:cubicBezTo>
                  <a:pt x="367376" y="102008"/>
                  <a:pt x="365946" y="98451"/>
                  <a:pt x="363569" y="95553"/>
                </a:cubicBezTo>
                <a:cubicBezTo>
                  <a:pt x="358490" y="88924"/>
                  <a:pt x="349686" y="86376"/>
                  <a:pt x="341852" y="89267"/>
                </a:cubicBezTo>
                <a:cubicBezTo>
                  <a:pt x="331964" y="92862"/>
                  <a:pt x="326862" y="103792"/>
                  <a:pt x="330457" y="113679"/>
                </a:cubicBezTo>
                <a:cubicBezTo>
                  <a:pt x="330477" y="113734"/>
                  <a:pt x="330497" y="113787"/>
                  <a:pt x="330517" y="113841"/>
                </a:cubicBezTo>
                <a:cubicBezTo>
                  <a:pt x="333451" y="121421"/>
                  <a:pt x="340773" y="126392"/>
                  <a:pt x="348900" y="12631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19" tIns="45697" rIns="91419" bIns="45697" anchor="ctr" anchorCtr="0">
            <a:no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209;p7">
            <a:extLst>
              <a:ext uri="{FF2B5EF4-FFF2-40B4-BE49-F238E27FC236}">
                <a16:creationId xmlns:a16="http://schemas.microsoft.com/office/drawing/2014/main" id="{2F937443-969A-3AE3-1F89-4224259C63CF}"/>
              </a:ext>
            </a:extLst>
          </p:cNvPr>
          <p:cNvSpPr/>
          <p:nvPr/>
        </p:nvSpPr>
        <p:spPr>
          <a:xfrm>
            <a:off x="8810235" y="1679773"/>
            <a:ext cx="255041" cy="264950"/>
          </a:xfrm>
          <a:custGeom>
            <a:avLst/>
            <a:gdLst/>
            <a:ahLst/>
            <a:cxnLst/>
            <a:rect l="l" t="t" r="r" b="b"/>
            <a:pathLst>
              <a:path w="619314" h="622000" extrusionOk="0">
                <a:moveTo>
                  <a:pt x="557021" y="622000"/>
                </a:moveTo>
                <a:lnTo>
                  <a:pt x="220313" y="622000"/>
                </a:lnTo>
                <a:cubicBezTo>
                  <a:pt x="185909" y="622000"/>
                  <a:pt x="158019" y="594110"/>
                  <a:pt x="158019" y="559707"/>
                </a:cubicBezTo>
                <a:lnTo>
                  <a:pt x="158019" y="223474"/>
                </a:lnTo>
                <a:cubicBezTo>
                  <a:pt x="158072" y="189092"/>
                  <a:pt x="185930" y="161233"/>
                  <a:pt x="220313" y="161181"/>
                </a:cubicBezTo>
                <a:lnTo>
                  <a:pt x="557021" y="161181"/>
                </a:lnTo>
                <a:cubicBezTo>
                  <a:pt x="591382" y="161285"/>
                  <a:pt x="619210" y="189114"/>
                  <a:pt x="619315" y="223474"/>
                </a:cubicBezTo>
                <a:lnTo>
                  <a:pt x="619315" y="559707"/>
                </a:lnTo>
                <a:cubicBezTo>
                  <a:pt x="619263" y="594089"/>
                  <a:pt x="591404" y="621948"/>
                  <a:pt x="557021" y="622000"/>
                </a:cubicBezTo>
                <a:close/>
                <a:moveTo>
                  <a:pt x="220313" y="189756"/>
                </a:moveTo>
                <a:cubicBezTo>
                  <a:pt x="201712" y="189808"/>
                  <a:pt x="186647" y="204874"/>
                  <a:pt x="186594" y="223474"/>
                </a:cubicBezTo>
                <a:lnTo>
                  <a:pt x="186594" y="559707"/>
                </a:lnTo>
                <a:cubicBezTo>
                  <a:pt x="186647" y="578307"/>
                  <a:pt x="201712" y="593373"/>
                  <a:pt x="220313" y="593425"/>
                </a:cubicBezTo>
                <a:lnTo>
                  <a:pt x="557021" y="593425"/>
                </a:lnTo>
                <a:cubicBezTo>
                  <a:pt x="575622" y="593373"/>
                  <a:pt x="590688" y="578307"/>
                  <a:pt x="590740" y="559707"/>
                </a:cubicBezTo>
                <a:lnTo>
                  <a:pt x="590740" y="223474"/>
                </a:lnTo>
                <a:cubicBezTo>
                  <a:pt x="590688" y="204874"/>
                  <a:pt x="575622" y="189808"/>
                  <a:pt x="557021" y="189756"/>
                </a:cubicBezTo>
                <a:close/>
                <a:moveTo>
                  <a:pt x="331660" y="428547"/>
                </a:moveTo>
                <a:lnTo>
                  <a:pt x="325373" y="414736"/>
                </a:lnTo>
                <a:lnTo>
                  <a:pt x="279844" y="414736"/>
                </a:lnTo>
                <a:lnTo>
                  <a:pt x="273462" y="428547"/>
                </a:lnTo>
                <a:lnTo>
                  <a:pt x="254412" y="428547"/>
                </a:lnTo>
                <a:lnTo>
                  <a:pt x="294512" y="341870"/>
                </a:lnTo>
                <a:lnTo>
                  <a:pt x="310610" y="341870"/>
                </a:lnTo>
                <a:lnTo>
                  <a:pt x="350805" y="428547"/>
                </a:lnTo>
                <a:close/>
                <a:moveTo>
                  <a:pt x="287845" y="397401"/>
                </a:moveTo>
                <a:lnTo>
                  <a:pt x="317372" y="397401"/>
                </a:lnTo>
                <a:lnTo>
                  <a:pt x="302609" y="365587"/>
                </a:lnTo>
                <a:close/>
                <a:moveTo>
                  <a:pt x="366998" y="428547"/>
                </a:moveTo>
                <a:lnTo>
                  <a:pt x="366998" y="341870"/>
                </a:lnTo>
                <a:lnTo>
                  <a:pt x="400907" y="341870"/>
                </a:lnTo>
                <a:cubicBezTo>
                  <a:pt x="417609" y="340933"/>
                  <a:pt x="431909" y="353711"/>
                  <a:pt x="432847" y="370413"/>
                </a:cubicBezTo>
                <a:cubicBezTo>
                  <a:pt x="433784" y="387116"/>
                  <a:pt x="421004" y="401416"/>
                  <a:pt x="404302" y="402354"/>
                </a:cubicBezTo>
                <a:cubicBezTo>
                  <a:pt x="403172" y="402417"/>
                  <a:pt x="402037" y="402417"/>
                  <a:pt x="400907" y="402354"/>
                </a:cubicBezTo>
                <a:lnTo>
                  <a:pt x="384333" y="402354"/>
                </a:lnTo>
                <a:lnTo>
                  <a:pt x="384333" y="428547"/>
                </a:lnTo>
                <a:close/>
                <a:moveTo>
                  <a:pt x="384333" y="385018"/>
                </a:moveTo>
                <a:lnTo>
                  <a:pt x="400907" y="385018"/>
                </a:lnTo>
                <a:cubicBezTo>
                  <a:pt x="408034" y="385631"/>
                  <a:pt x="414310" y="380350"/>
                  <a:pt x="414923" y="373221"/>
                </a:cubicBezTo>
                <a:cubicBezTo>
                  <a:pt x="415536" y="366094"/>
                  <a:pt x="410255" y="359818"/>
                  <a:pt x="403126" y="359205"/>
                </a:cubicBezTo>
                <a:cubicBezTo>
                  <a:pt x="402388" y="359142"/>
                  <a:pt x="401645" y="359142"/>
                  <a:pt x="400907" y="359205"/>
                </a:cubicBezTo>
                <a:lnTo>
                  <a:pt x="384333" y="359205"/>
                </a:lnTo>
                <a:close/>
                <a:moveTo>
                  <a:pt x="449675" y="428547"/>
                </a:moveTo>
                <a:lnTo>
                  <a:pt x="449675" y="341870"/>
                </a:lnTo>
                <a:lnTo>
                  <a:pt x="483584" y="341870"/>
                </a:lnTo>
                <a:cubicBezTo>
                  <a:pt x="500286" y="340933"/>
                  <a:pt x="514586" y="353711"/>
                  <a:pt x="515524" y="370413"/>
                </a:cubicBezTo>
                <a:cubicBezTo>
                  <a:pt x="516461" y="387116"/>
                  <a:pt x="503681" y="401416"/>
                  <a:pt x="486979" y="402354"/>
                </a:cubicBezTo>
                <a:cubicBezTo>
                  <a:pt x="485849" y="402417"/>
                  <a:pt x="484714" y="402417"/>
                  <a:pt x="483584" y="402354"/>
                </a:cubicBezTo>
                <a:lnTo>
                  <a:pt x="467010" y="402354"/>
                </a:lnTo>
                <a:lnTo>
                  <a:pt x="467010" y="428547"/>
                </a:lnTo>
                <a:close/>
                <a:moveTo>
                  <a:pt x="467010" y="385018"/>
                </a:moveTo>
                <a:lnTo>
                  <a:pt x="483584" y="385018"/>
                </a:lnTo>
                <a:cubicBezTo>
                  <a:pt x="490711" y="385631"/>
                  <a:pt x="496987" y="380350"/>
                  <a:pt x="497600" y="373221"/>
                </a:cubicBezTo>
                <a:cubicBezTo>
                  <a:pt x="498213" y="366094"/>
                  <a:pt x="492932" y="359818"/>
                  <a:pt x="485803" y="359205"/>
                </a:cubicBezTo>
                <a:cubicBezTo>
                  <a:pt x="485065" y="359142"/>
                  <a:pt x="484322" y="359142"/>
                  <a:pt x="483584" y="359205"/>
                </a:cubicBezTo>
                <a:lnTo>
                  <a:pt x="467010" y="359205"/>
                </a:lnTo>
                <a:close/>
                <a:moveTo>
                  <a:pt x="415004" y="140988"/>
                </a:moveTo>
                <a:cubicBezTo>
                  <a:pt x="425348" y="139982"/>
                  <a:pt x="432977" y="130869"/>
                  <a:pt x="432149" y="120509"/>
                </a:cubicBezTo>
                <a:cubicBezTo>
                  <a:pt x="431860" y="116772"/>
                  <a:pt x="430430" y="113215"/>
                  <a:pt x="428053" y="110317"/>
                </a:cubicBezTo>
                <a:cubicBezTo>
                  <a:pt x="423000" y="103653"/>
                  <a:pt x="414191" y="101065"/>
                  <a:pt x="406336" y="103935"/>
                </a:cubicBezTo>
                <a:cubicBezTo>
                  <a:pt x="396465" y="107577"/>
                  <a:pt x="391415" y="118531"/>
                  <a:pt x="395055" y="128401"/>
                </a:cubicBezTo>
                <a:cubicBezTo>
                  <a:pt x="395069" y="128437"/>
                  <a:pt x="395083" y="128474"/>
                  <a:pt x="395096" y="128510"/>
                </a:cubicBezTo>
                <a:cubicBezTo>
                  <a:pt x="398030" y="136090"/>
                  <a:pt x="405352" y="141060"/>
                  <a:pt x="413480" y="140988"/>
                </a:cubicBezTo>
                <a:close/>
                <a:moveTo>
                  <a:pt x="133254" y="332821"/>
                </a:moveTo>
                <a:cubicBezTo>
                  <a:pt x="133254" y="322300"/>
                  <a:pt x="124726" y="313771"/>
                  <a:pt x="114204" y="313771"/>
                </a:cubicBezTo>
                <a:cubicBezTo>
                  <a:pt x="103683" y="313771"/>
                  <a:pt x="95154" y="322300"/>
                  <a:pt x="95154" y="332821"/>
                </a:cubicBezTo>
                <a:cubicBezTo>
                  <a:pt x="95154" y="343342"/>
                  <a:pt x="103683" y="351871"/>
                  <a:pt x="114204" y="351871"/>
                </a:cubicBezTo>
                <a:lnTo>
                  <a:pt x="114680" y="351871"/>
                </a:lnTo>
                <a:cubicBezTo>
                  <a:pt x="125015" y="351613"/>
                  <a:pt x="133257" y="343159"/>
                  <a:pt x="133254" y="332821"/>
                </a:cubicBezTo>
                <a:close/>
                <a:moveTo>
                  <a:pt x="85629" y="173849"/>
                </a:moveTo>
                <a:cubicBezTo>
                  <a:pt x="82021" y="173850"/>
                  <a:pt x="78486" y="172826"/>
                  <a:pt x="75437" y="170896"/>
                </a:cubicBezTo>
                <a:cubicBezTo>
                  <a:pt x="66844" y="165224"/>
                  <a:pt x="64312" y="153749"/>
                  <a:pt x="69722" y="144988"/>
                </a:cubicBezTo>
                <a:lnTo>
                  <a:pt x="70294" y="144036"/>
                </a:lnTo>
                <a:cubicBezTo>
                  <a:pt x="75935" y="135155"/>
                  <a:pt x="87708" y="132528"/>
                  <a:pt x="96588" y="138169"/>
                </a:cubicBezTo>
                <a:cubicBezTo>
                  <a:pt x="105469" y="143810"/>
                  <a:pt x="108096" y="155582"/>
                  <a:pt x="102455" y="164463"/>
                </a:cubicBezTo>
                <a:cubicBezTo>
                  <a:pt x="102342" y="164641"/>
                  <a:pt x="102227" y="164816"/>
                  <a:pt x="102107" y="164991"/>
                </a:cubicBezTo>
                <a:cubicBezTo>
                  <a:pt x="98350" y="170657"/>
                  <a:pt x="91950" y="174001"/>
                  <a:pt x="85153" y="173849"/>
                </a:cubicBezTo>
                <a:close/>
                <a:moveTo>
                  <a:pt x="52196" y="332535"/>
                </a:moveTo>
                <a:cubicBezTo>
                  <a:pt x="48078" y="332502"/>
                  <a:pt x="44089" y="331094"/>
                  <a:pt x="40862" y="328535"/>
                </a:cubicBezTo>
                <a:lnTo>
                  <a:pt x="39909" y="327773"/>
                </a:lnTo>
                <a:cubicBezTo>
                  <a:pt x="31729" y="321144"/>
                  <a:pt x="30471" y="309140"/>
                  <a:pt x="37099" y="300960"/>
                </a:cubicBezTo>
                <a:cubicBezTo>
                  <a:pt x="43728" y="292780"/>
                  <a:pt x="55732" y="291522"/>
                  <a:pt x="63912" y="298150"/>
                </a:cubicBezTo>
                <a:cubicBezTo>
                  <a:pt x="72143" y="304801"/>
                  <a:pt x="73579" y="316796"/>
                  <a:pt x="67151" y="325201"/>
                </a:cubicBezTo>
                <a:cubicBezTo>
                  <a:pt x="63555" y="329811"/>
                  <a:pt x="58043" y="332514"/>
                  <a:pt x="52196" y="332535"/>
                </a:cubicBezTo>
                <a:close/>
                <a:moveTo>
                  <a:pt x="18859" y="276147"/>
                </a:moveTo>
                <a:cubicBezTo>
                  <a:pt x="9704" y="276265"/>
                  <a:pt x="1843" y="269660"/>
                  <a:pt x="380" y="260622"/>
                </a:cubicBezTo>
                <a:cubicBezTo>
                  <a:pt x="335" y="260242"/>
                  <a:pt x="335" y="259859"/>
                  <a:pt x="380" y="259479"/>
                </a:cubicBezTo>
                <a:cubicBezTo>
                  <a:pt x="-1702" y="249166"/>
                  <a:pt x="4972" y="239118"/>
                  <a:pt x="15284" y="237036"/>
                </a:cubicBezTo>
                <a:cubicBezTo>
                  <a:pt x="25598" y="234955"/>
                  <a:pt x="35646" y="241627"/>
                  <a:pt x="37727" y="251940"/>
                </a:cubicBezTo>
                <a:cubicBezTo>
                  <a:pt x="37849" y="252543"/>
                  <a:pt x="37941" y="253152"/>
                  <a:pt x="38004" y="253764"/>
                </a:cubicBezTo>
                <a:cubicBezTo>
                  <a:pt x="39823" y="264126"/>
                  <a:pt x="32897" y="274001"/>
                  <a:pt x="22535" y="275820"/>
                </a:cubicBezTo>
                <a:cubicBezTo>
                  <a:pt x="22453" y="275834"/>
                  <a:pt x="22370" y="275848"/>
                  <a:pt x="22288" y="275862"/>
                </a:cubicBezTo>
                <a:close/>
                <a:moveTo>
                  <a:pt x="32289" y="212235"/>
                </a:moveTo>
                <a:cubicBezTo>
                  <a:pt x="28681" y="212236"/>
                  <a:pt x="25146" y="211212"/>
                  <a:pt x="22097" y="209282"/>
                </a:cubicBezTo>
                <a:cubicBezTo>
                  <a:pt x="13470" y="203640"/>
                  <a:pt x="10895" y="192160"/>
                  <a:pt x="16287" y="183374"/>
                </a:cubicBezTo>
                <a:cubicBezTo>
                  <a:pt x="16287" y="183374"/>
                  <a:pt x="16859" y="182421"/>
                  <a:pt x="16954" y="182421"/>
                </a:cubicBezTo>
                <a:cubicBezTo>
                  <a:pt x="22156" y="173276"/>
                  <a:pt x="33786" y="170079"/>
                  <a:pt x="42932" y="175280"/>
                </a:cubicBezTo>
                <a:cubicBezTo>
                  <a:pt x="52076" y="180481"/>
                  <a:pt x="55274" y="192112"/>
                  <a:pt x="50072" y="201257"/>
                </a:cubicBezTo>
                <a:cubicBezTo>
                  <a:pt x="49653" y="201994"/>
                  <a:pt x="49186" y="202702"/>
                  <a:pt x="48672" y="203376"/>
                </a:cubicBezTo>
                <a:cubicBezTo>
                  <a:pt x="45062" y="208911"/>
                  <a:pt x="38898" y="212244"/>
                  <a:pt x="32289" y="212235"/>
                </a:cubicBezTo>
                <a:close/>
                <a:moveTo>
                  <a:pt x="98964" y="112413"/>
                </a:moveTo>
                <a:cubicBezTo>
                  <a:pt x="88445" y="112234"/>
                  <a:pt x="80062" y="103561"/>
                  <a:pt x="80241" y="93041"/>
                </a:cubicBezTo>
                <a:cubicBezTo>
                  <a:pt x="80286" y="90458"/>
                  <a:pt x="80854" y="87910"/>
                  <a:pt x="81914" y="85552"/>
                </a:cubicBezTo>
                <a:lnTo>
                  <a:pt x="81914" y="84504"/>
                </a:lnTo>
                <a:cubicBezTo>
                  <a:pt x="86596" y="75009"/>
                  <a:pt x="98089" y="71107"/>
                  <a:pt x="107584" y="75789"/>
                </a:cubicBezTo>
                <a:cubicBezTo>
                  <a:pt x="117080" y="80471"/>
                  <a:pt x="120981" y="91963"/>
                  <a:pt x="116300" y="101459"/>
                </a:cubicBezTo>
                <a:cubicBezTo>
                  <a:pt x="112993" y="108124"/>
                  <a:pt x="106215" y="112361"/>
                  <a:pt x="98774" y="112413"/>
                </a:cubicBezTo>
                <a:close/>
                <a:moveTo>
                  <a:pt x="314705" y="73646"/>
                </a:moveTo>
                <a:cubicBezTo>
                  <a:pt x="309801" y="73626"/>
                  <a:pt x="305093" y="71716"/>
                  <a:pt x="301561" y="68312"/>
                </a:cubicBezTo>
                <a:cubicBezTo>
                  <a:pt x="293806" y="61201"/>
                  <a:pt x="293284" y="49151"/>
                  <a:pt x="300393" y="41396"/>
                </a:cubicBezTo>
                <a:cubicBezTo>
                  <a:pt x="300465" y="41319"/>
                  <a:pt x="300536" y="41242"/>
                  <a:pt x="300608" y="41166"/>
                </a:cubicBezTo>
                <a:cubicBezTo>
                  <a:pt x="307680" y="33701"/>
                  <a:pt x="319399" y="33195"/>
                  <a:pt x="327088" y="40023"/>
                </a:cubicBezTo>
                <a:lnTo>
                  <a:pt x="327945" y="40785"/>
                </a:lnTo>
                <a:cubicBezTo>
                  <a:pt x="335573" y="48030"/>
                  <a:pt x="335882" y="60089"/>
                  <a:pt x="328637" y="67717"/>
                </a:cubicBezTo>
                <a:cubicBezTo>
                  <a:pt x="325012" y="71532"/>
                  <a:pt x="319969" y="73679"/>
                  <a:pt x="314705" y="73646"/>
                </a:cubicBezTo>
                <a:close/>
                <a:moveTo>
                  <a:pt x="138969" y="63359"/>
                </a:moveTo>
                <a:cubicBezTo>
                  <a:pt x="128449" y="63286"/>
                  <a:pt x="119979" y="54698"/>
                  <a:pt x="120052" y="44177"/>
                </a:cubicBezTo>
                <a:cubicBezTo>
                  <a:pt x="120091" y="38499"/>
                  <a:pt x="122661" y="33134"/>
                  <a:pt x="127063" y="29545"/>
                </a:cubicBezTo>
                <a:lnTo>
                  <a:pt x="127825" y="29545"/>
                </a:lnTo>
                <a:cubicBezTo>
                  <a:pt x="135819" y="22705"/>
                  <a:pt x="147845" y="23641"/>
                  <a:pt x="154685" y="31634"/>
                </a:cubicBezTo>
                <a:cubicBezTo>
                  <a:pt x="161524" y="39628"/>
                  <a:pt x="160589" y="51654"/>
                  <a:pt x="152596" y="58494"/>
                </a:cubicBezTo>
                <a:cubicBezTo>
                  <a:pt x="152077" y="58938"/>
                  <a:pt x="151535" y="59354"/>
                  <a:pt x="150971" y="59739"/>
                </a:cubicBezTo>
                <a:cubicBezTo>
                  <a:pt x="147493" y="62265"/>
                  <a:pt x="143263" y="63541"/>
                  <a:pt x="138969" y="63359"/>
                </a:cubicBezTo>
                <a:close/>
                <a:moveTo>
                  <a:pt x="260127" y="41547"/>
                </a:moveTo>
                <a:cubicBezTo>
                  <a:pt x="258159" y="41542"/>
                  <a:pt x="256203" y="41253"/>
                  <a:pt x="254317" y="40689"/>
                </a:cubicBezTo>
                <a:cubicBezTo>
                  <a:pt x="244286" y="37490"/>
                  <a:pt x="238598" y="26914"/>
                  <a:pt x="241458" y="16782"/>
                </a:cubicBezTo>
                <a:cubicBezTo>
                  <a:pt x="244447" y="6958"/>
                  <a:pt x="254684" y="1270"/>
                  <a:pt x="264604" y="3923"/>
                </a:cubicBezTo>
                <a:lnTo>
                  <a:pt x="266033" y="3923"/>
                </a:lnTo>
                <a:cubicBezTo>
                  <a:pt x="276027" y="7208"/>
                  <a:pt x="281467" y="17973"/>
                  <a:pt x="278182" y="27969"/>
                </a:cubicBezTo>
                <a:cubicBezTo>
                  <a:pt x="275618" y="35772"/>
                  <a:pt x="268341" y="41052"/>
                  <a:pt x="260127" y="41070"/>
                </a:cubicBezTo>
                <a:close/>
                <a:moveTo>
                  <a:pt x="197072" y="37927"/>
                </a:moveTo>
                <a:cubicBezTo>
                  <a:pt x="187786" y="38087"/>
                  <a:pt x="179738" y="31528"/>
                  <a:pt x="178022" y="22401"/>
                </a:cubicBezTo>
                <a:cubicBezTo>
                  <a:pt x="176143" y="12252"/>
                  <a:pt x="182690" y="2453"/>
                  <a:pt x="192785" y="303"/>
                </a:cubicBezTo>
                <a:lnTo>
                  <a:pt x="193928" y="303"/>
                </a:lnTo>
                <a:cubicBezTo>
                  <a:pt x="204284" y="-1557"/>
                  <a:pt x="214186" y="5331"/>
                  <a:pt x="216046" y="15686"/>
                </a:cubicBezTo>
                <a:cubicBezTo>
                  <a:pt x="217906" y="26041"/>
                  <a:pt x="211018" y="35944"/>
                  <a:pt x="200664" y="37803"/>
                </a:cubicBezTo>
                <a:cubicBezTo>
                  <a:pt x="200609" y="37813"/>
                  <a:pt x="200555" y="37822"/>
                  <a:pt x="200501" y="37832"/>
                </a:cubicBezTo>
                <a:cubicBezTo>
                  <a:pt x="199368" y="38027"/>
                  <a:pt x="198221" y="38122"/>
                  <a:pt x="197072" y="38118"/>
                </a:cubicBezTo>
                <a:close/>
                <a:moveTo>
                  <a:pt x="350519" y="126319"/>
                </a:moveTo>
                <a:cubicBezTo>
                  <a:pt x="360905" y="125313"/>
                  <a:pt x="368547" y="116141"/>
                  <a:pt x="367665" y="105745"/>
                </a:cubicBezTo>
                <a:cubicBezTo>
                  <a:pt x="367376" y="102008"/>
                  <a:pt x="365946" y="98451"/>
                  <a:pt x="363569" y="95553"/>
                </a:cubicBezTo>
                <a:cubicBezTo>
                  <a:pt x="358490" y="88924"/>
                  <a:pt x="349686" y="86376"/>
                  <a:pt x="341852" y="89267"/>
                </a:cubicBezTo>
                <a:cubicBezTo>
                  <a:pt x="331964" y="92862"/>
                  <a:pt x="326862" y="103792"/>
                  <a:pt x="330457" y="113679"/>
                </a:cubicBezTo>
                <a:cubicBezTo>
                  <a:pt x="330477" y="113734"/>
                  <a:pt x="330497" y="113787"/>
                  <a:pt x="330517" y="113841"/>
                </a:cubicBezTo>
                <a:cubicBezTo>
                  <a:pt x="333451" y="121421"/>
                  <a:pt x="340773" y="126392"/>
                  <a:pt x="348900" y="12631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19" tIns="45697" rIns="91419" bIns="45697" anchor="ctr" anchorCtr="0">
            <a:no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Arial"/>
              <a:cs typeface="Arial"/>
              <a:sym typeface="Arial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884867D-9E5D-8B6D-3B67-E4AD54ED7277}"/>
              </a:ext>
            </a:extLst>
          </p:cNvPr>
          <p:cNvGrpSpPr/>
          <p:nvPr/>
        </p:nvGrpSpPr>
        <p:grpSpPr>
          <a:xfrm>
            <a:off x="9565272" y="2783970"/>
            <a:ext cx="314713" cy="314713"/>
            <a:chOff x="5806912" y="3810931"/>
            <a:chExt cx="829762" cy="829762"/>
          </a:xfrm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273AECBB-8EE5-1F67-64F3-132680A9F50B}"/>
                </a:ext>
              </a:extLst>
            </p:cNvPr>
            <p:cNvSpPr/>
            <p:nvPr/>
          </p:nvSpPr>
          <p:spPr>
            <a:xfrm>
              <a:off x="5806912" y="3810931"/>
              <a:ext cx="829762" cy="82976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109" name="Google Shape;388;p11">
              <a:extLst>
                <a:ext uri="{FF2B5EF4-FFF2-40B4-BE49-F238E27FC236}">
                  <a16:creationId xmlns:a16="http://schemas.microsoft.com/office/drawing/2014/main" id="{ED1E475D-B468-D170-DB2D-B0C0C688FD42}"/>
                </a:ext>
              </a:extLst>
            </p:cNvPr>
            <p:cNvSpPr/>
            <p:nvPr/>
          </p:nvSpPr>
          <p:spPr>
            <a:xfrm>
              <a:off x="5949286" y="3942664"/>
              <a:ext cx="555162" cy="555162"/>
            </a:xfrm>
            <a:custGeom>
              <a:avLst/>
              <a:gdLst/>
              <a:ahLst/>
              <a:cxnLst/>
              <a:rect l="l" t="t" r="r" b="b"/>
              <a:pathLst>
                <a:path w="644842" h="644842" extrusionOk="0">
                  <a:moveTo>
                    <a:pt x="322421" y="0"/>
                  </a:moveTo>
                  <a:cubicBezTo>
                    <a:pt x="144590" y="0"/>
                    <a:pt x="0" y="144590"/>
                    <a:pt x="0" y="322421"/>
                  </a:cubicBezTo>
                  <a:cubicBezTo>
                    <a:pt x="0" y="500253"/>
                    <a:pt x="144590" y="644843"/>
                    <a:pt x="322421" y="644843"/>
                  </a:cubicBezTo>
                  <a:cubicBezTo>
                    <a:pt x="500253" y="644843"/>
                    <a:pt x="644843" y="500253"/>
                    <a:pt x="644843" y="322421"/>
                  </a:cubicBezTo>
                  <a:cubicBezTo>
                    <a:pt x="644843" y="144590"/>
                    <a:pt x="500158" y="0"/>
                    <a:pt x="322421" y="0"/>
                  </a:cubicBezTo>
                  <a:close/>
                  <a:moveTo>
                    <a:pt x="322421" y="616172"/>
                  </a:moveTo>
                  <a:cubicBezTo>
                    <a:pt x="160401" y="616172"/>
                    <a:pt x="28575" y="484346"/>
                    <a:pt x="28575" y="322326"/>
                  </a:cubicBezTo>
                  <a:cubicBezTo>
                    <a:pt x="28575" y="160306"/>
                    <a:pt x="160401" y="28575"/>
                    <a:pt x="322421" y="28575"/>
                  </a:cubicBezTo>
                  <a:cubicBezTo>
                    <a:pt x="484442" y="28575"/>
                    <a:pt x="616268" y="160401"/>
                    <a:pt x="616268" y="322421"/>
                  </a:cubicBezTo>
                  <a:cubicBezTo>
                    <a:pt x="616268" y="484442"/>
                    <a:pt x="484442" y="616268"/>
                    <a:pt x="322421" y="616268"/>
                  </a:cubicBezTo>
                  <a:close/>
                  <a:moveTo>
                    <a:pt x="126873" y="322421"/>
                  </a:moveTo>
                  <a:cubicBezTo>
                    <a:pt x="126873" y="332899"/>
                    <a:pt x="118301" y="341471"/>
                    <a:pt x="107823" y="341471"/>
                  </a:cubicBezTo>
                  <a:cubicBezTo>
                    <a:pt x="97346" y="341471"/>
                    <a:pt x="88583" y="332899"/>
                    <a:pt x="88583" y="322421"/>
                  </a:cubicBezTo>
                  <a:cubicBezTo>
                    <a:pt x="88583" y="311944"/>
                    <a:pt x="96869" y="303371"/>
                    <a:pt x="107442" y="303371"/>
                  </a:cubicBezTo>
                  <a:lnTo>
                    <a:pt x="107918" y="303371"/>
                  </a:lnTo>
                  <a:cubicBezTo>
                    <a:pt x="118396" y="303371"/>
                    <a:pt x="126968" y="311944"/>
                    <a:pt x="126968" y="322421"/>
                  </a:cubicBezTo>
                  <a:close/>
                  <a:moveTo>
                    <a:pt x="190500" y="322421"/>
                  </a:moveTo>
                  <a:cubicBezTo>
                    <a:pt x="190500" y="332899"/>
                    <a:pt x="181928" y="341471"/>
                    <a:pt x="171450" y="341471"/>
                  </a:cubicBezTo>
                  <a:cubicBezTo>
                    <a:pt x="160973" y="341471"/>
                    <a:pt x="152210" y="332899"/>
                    <a:pt x="152210" y="322421"/>
                  </a:cubicBezTo>
                  <a:cubicBezTo>
                    <a:pt x="152210" y="311944"/>
                    <a:pt x="160496" y="303371"/>
                    <a:pt x="170974" y="303371"/>
                  </a:cubicBezTo>
                  <a:lnTo>
                    <a:pt x="171450" y="303371"/>
                  </a:lnTo>
                  <a:cubicBezTo>
                    <a:pt x="181928" y="303371"/>
                    <a:pt x="190500" y="311944"/>
                    <a:pt x="190500" y="322421"/>
                  </a:cubicBezTo>
                  <a:close/>
                  <a:moveTo>
                    <a:pt x="271558" y="332518"/>
                  </a:moveTo>
                  <a:lnTo>
                    <a:pt x="212312" y="391763"/>
                  </a:lnTo>
                  <a:cubicBezTo>
                    <a:pt x="209550" y="394525"/>
                    <a:pt x="205835" y="395954"/>
                    <a:pt x="202216" y="395954"/>
                  </a:cubicBezTo>
                  <a:cubicBezTo>
                    <a:pt x="198596" y="395954"/>
                    <a:pt x="194881" y="394525"/>
                    <a:pt x="192119" y="391763"/>
                  </a:cubicBezTo>
                  <a:cubicBezTo>
                    <a:pt x="186500" y="386144"/>
                    <a:pt x="186500" y="377095"/>
                    <a:pt x="192119" y="371570"/>
                  </a:cubicBezTo>
                  <a:lnTo>
                    <a:pt x="241268" y="322421"/>
                  </a:lnTo>
                  <a:lnTo>
                    <a:pt x="192119" y="273272"/>
                  </a:lnTo>
                  <a:cubicBezTo>
                    <a:pt x="186500" y="267653"/>
                    <a:pt x="186500" y="258604"/>
                    <a:pt x="192119" y="253079"/>
                  </a:cubicBezTo>
                  <a:cubicBezTo>
                    <a:pt x="197739" y="247460"/>
                    <a:pt x="206788" y="247460"/>
                    <a:pt x="212312" y="253079"/>
                  </a:cubicBezTo>
                  <a:lnTo>
                    <a:pt x="271558" y="312325"/>
                  </a:lnTo>
                  <a:cubicBezTo>
                    <a:pt x="277178" y="317945"/>
                    <a:pt x="277178" y="326993"/>
                    <a:pt x="271558" y="332518"/>
                  </a:cubicBezTo>
                  <a:close/>
                  <a:moveTo>
                    <a:pt x="556260" y="322421"/>
                  </a:moveTo>
                  <a:cubicBezTo>
                    <a:pt x="556260" y="332899"/>
                    <a:pt x="547973" y="341471"/>
                    <a:pt x="537401" y="341471"/>
                  </a:cubicBezTo>
                  <a:lnTo>
                    <a:pt x="536924" y="341471"/>
                  </a:lnTo>
                  <a:cubicBezTo>
                    <a:pt x="526447" y="341471"/>
                    <a:pt x="517874" y="332899"/>
                    <a:pt x="517874" y="322421"/>
                  </a:cubicBezTo>
                  <a:cubicBezTo>
                    <a:pt x="517874" y="311944"/>
                    <a:pt x="526447" y="303371"/>
                    <a:pt x="536924" y="303371"/>
                  </a:cubicBezTo>
                  <a:cubicBezTo>
                    <a:pt x="547402" y="303371"/>
                    <a:pt x="556165" y="311944"/>
                    <a:pt x="556165" y="322421"/>
                  </a:cubicBezTo>
                  <a:close/>
                  <a:moveTo>
                    <a:pt x="492633" y="322421"/>
                  </a:moveTo>
                  <a:cubicBezTo>
                    <a:pt x="492633" y="332899"/>
                    <a:pt x="484346" y="341471"/>
                    <a:pt x="473869" y="341471"/>
                  </a:cubicBezTo>
                  <a:lnTo>
                    <a:pt x="473393" y="341471"/>
                  </a:lnTo>
                  <a:cubicBezTo>
                    <a:pt x="462915" y="341471"/>
                    <a:pt x="454343" y="332899"/>
                    <a:pt x="454343" y="322421"/>
                  </a:cubicBezTo>
                  <a:cubicBezTo>
                    <a:pt x="454343" y="311944"/>
                    <a:pt x="462915" y="303371"/>
                    <a:pt x="473393" y="303371"/>
                  </a:cubicBezTo>
                  <a:cubicBezTo>
                    <a:pt x="483870" y="303371"/>
                    <a:pt x="492633" y="311944"/>
                    <a:pt x="492633" y="322421"/>
                  </a:cubicBezTo>
                  <a:close/>
                  <a:moveTo>
                    <a:pt x="452723" y="371570"/>
                  </a:moveTo>
                  <a:cubicBezTo>
                    <a:pt x="458343" y="377190"/>
                    <a:pt x="458343" y="386239"/>
                    <a:pt x="452723" y="391763"/>
                  </a:cubicBezTo>
                  <a:cubicBezTo>
                    <a:pt x="449961" y="394525"/>
                    <a:pt x="446246" y="395954"/>
                    <a:pt x="442627" y="395954"/>
                  </a:cubicBezTo>
                  <a:cubicBezTo>
                    <a:pt x="439007" y="395954"/>
                    <a:pt x="435293" y="394525"/>
                    <a:pt x="432530" y="391763"/>
                  </a:cubicBezTo>
                  <a:lnTo>
                    <a:pt x="373285" y="332518"/>
                  </a:lnTo>
                  <a:cubicBezTo>
                    <a:pt x="367665" y="326898"/>
                    <a:pt x="367665" y="317849"/>
                    <a:pt x="373285" y="312325"/>
                  </a:cubicBezTo>
                  <a:lnTo>
                    <a:pt x="432530" y="253079"/>
                  </a:lnTo>
                  <a:cubicBezTo>
                    <a:pt x="438150" y="247460"/>
                    <a:pt x="447199" y="247460"/>
                    <a:pt x="452723" y="253079"/>
                  </a:cubicBezTo>
                  <a:cubicBezTo>
                    <a:pt x="458343" y="258699"/>
                    <a:pt x="458343" y="267748"/>
                    <a:pt x="452723" y="273272"/>
                  </a:cubicBezTo>
                  <a:lnTo>
                    <a:pt x="403574" y="322421"/>
                  </a:lnTo>
                  <a:lnTo>
                    <a:pt x="452723" y="371570"/>
                  </a:lnTo>
                  <a:close/>
                  <a:moveTo>
                    <a:pt x="341471" y="260985"/>
                  </a:moveTo>
                  <a:cubicBezTo>
                    <a:pt x="341471" y="271463"/>
                    <a:pt x="332899" y="280226"/>
                    <a:pt x="322421" y="280226"/>
                  </a:cubicBezTo>
                  <a:cubicBezTo>
                    <a:pt x="311944" y="280226"/>
                    <a:pt x="303371" y="271939"/>
                    <a:pt x="303371" y="261366"/>
                  </a:cubicBezTo>
                  <a:lnTo>
                    <a:pt x="303371" y="260890"/>
                  </a:lnTo>
                  <a:cubicBezTo>
                    <a:pt x="303371" y="250412"/>
                    <a:pt x="311944" y="241840"/>
                    <a:pt x="322421" y="241840"/>
                  </a:cubicBezTo>
                  <a:cubicBezTo>
                    <a:pt x="332899" y="241840"/>
                    <a:pt x="341471" y="250412"/>
                    <a:pt x="341471" y="260890"/>
                  </a:cubicBezTo>
                  <a:close/>
                  <a:moveTo>
                    <a:pt x="341471" y="197358"/>
                  </a:moveTo>
                  <a:cubicBezTo>
                    <a:pt x="341471" y="207836"/>
                    <a:pt x="332899" y="216599"/>
                    <a:pt x="322421" y="216599"/>
                  </a:cubicBezTo>
                  <a:cubicBezTo>
                    <a:pt x="311944" y="216599"/>
                    <a:pt x="303371" y="208312"/>
                    <a:pt x="303371" y="197834"/>
                  </a:cubicBezTo>
                  <a:lnTo>
                    <a:pt x="303371" y="197358"/>
                  </a:lnTo>
                  <a:cubicBezTo>
                    <a:pt x="303371" y="186881"/>
                    <a:pt x="311944" y="178308"/>
                    <a:pt x="322421" y="178308"/>
                  </a:cubicBezTo>
                  <a:cubicBezTo>
                    <a:pt x="332899" y="178308"/>
                    <a:pt x="341471" y="186881"/>
                    <a:pt x="341471" y="197358"/>
                  </a:cubicBezTo>
                  <a:close/>
                  <a:moveTo>
                    <a:pt x="253079" y="176784"/>
                  </a:moveTo>
                  <a:cubicBezTo>
                    <a:pt x="247460" y="171164"/>
                    <a:pt x="247460" y="162116"/>
                    <a:pt x="253079" y="156591"/>
                  </a:cubicBezTo>
                  <a:lnTo>
                    <a:pt x="312325" y="97346"/>
                  </a:lnTo>
                  <a:cubicBezTo>
                    <a:pt x="317945" y="91726"/>
                    <a:pt x="326993" y="91726"/>
                    <a:pt x="332518" y="97346"/>
                  </a:cubicBezTo>
                  <a:lnTo>
                    <a:pt x="391763" y="156591"/>
                  </a:lnTo>
                  <a:cubicBezTo>
                    <a:pt x="397383" y="162211"/>
                    <a:pt x="397383" y="171260"/>
                    <a:pt x="391763" y="176784"/>
                  </a:cubicBezTo>
                  <a:cubicBezTo>
                    <a:pt x="389001" y="179546"/>
                    <a:pt x="385286" y="180975"/>
                    <a:pt x="381667" y="180975"/>
                  </a:cubicBezTo>
                  <a:cubicBezTo>
                    <a:pt x="378047" y="180975"/>
                    <a:pt x="374333" y="179546"/>
                    <a:pt x="371570" y="176784"/>
                  </a:cubicBezTo>
                  <a:lnTo>
                    <a:pt x="322421" y="127635"/>
                  </a:lnTo>
                  <a:lnTo>
                    <a:pt x="273272" y="176784"/>
                  </a:lnTo>
                  <a:cubicBezTo>
                    <a:pt x="267653" y="182404"/>
                    <a:pt x="258604" y="182404"/>
                    <a:pt x="253079" y="176784"/>
                  </a:cubicBezTo>
                  <a:close/>
                  <a:moveTo>
                    <a:pt x="341471" y="383858"/>
                  </a:moveTo>
                  <a:cubicBezTo>
                    <a:pt x="341471" y="394335"/>
                    <a:pt x="332899" y="402908"/>
                    <a:pt x="322421" y="402908"/>
                  </a:cubicBezTo>
                  <a:cubicBezTo>
                    <a:pt x="311944" y="402908"/>
                    <a:pt x="303371" y="394335"/>
                    <a:pt x="303371" y="383858"/>
                  </a:cubicBezTo>
                  <a:cubicBezTo>
                    <a:pt x="303371" y="373380"/>
                    <a:pt x="311944" y="364617"/>
                    <a:pt x="322421" y="364617"/>
                  </a:cubicBezTo>
                  <a:cubicBezTo>
                    <a:pt x="332899" y="364617"/>
                    <a:pt x="341471" y="372904"/>
                    <a:pt x="341471" y="383476"/>
                  </a:cubicBezTo>
                  <a:lnTo>
                    <a:pt x="341471" y="383953"/>
                  </a:lnTo>
                  <a:close/>
                  <a:moveTo>
                    <a:pt x="341471" y="446913"/>
                  </a:moveTo>
                  <a:lnTo>
                    <a:pt x="341471" y="447389"/>
                  </a:lnTo>
                  <a:cubicBezTo>
                    <a:pt x="341471" y="457867"/>
                    <a:pt x="332899" y="466439"/>
                    <a:pt x="322421" y="466439"/>
                  </a:cubicBezTo>
                  <a:cubicBezTo>
                    <a:pt x="311944" y="466439"/>
                    <a:pt x="303371" y="457867"/>
                    <a:pt x="303371" y="447389"/>
                  </a:cubicBezTo>
                  <a:cubicBezTo>
                    <a:pt x="303371" y="436912"/>
                    <a:pt x="311944" y="428149"/>
                    <a:pt x="322421" y="428149"/>
                  </a:cubicBezTo>
                  <a:cubicBezTo>
                    <a:pt x="332899" y="428149"/>
                    <a:pt x="341471" y="436436"/>
                    <a:pt x="341471" y="446913"/>
                  </a:cubicBezTo>
                  <a:close/>
                  <a:moveTo>
                    <a:pt x="391763" y="467963"/>
                  </a:moveTo>
                  <a:cubicBezTo>
                    <a:pt x="397383" y="473583"/>
                    <a:pt x="397383" y="482632"/>
                    <a:pt x="391763" y="488156"/>
                  </a:cubicBezTo>
                  <a:lnTo>
                    <a:pt x="332518" y="547402"/>
                  </a:lnTo>
                  <a:cubicBezTo>
                    <a:pt x="329756" y="550164"/>
                    <a:pt x="326041" y="551593"/>
                    <a:pt x="322421" y="551593"/>
                  </a:cubicBezTo>
                  <a:cubicBezTo>
                    <a:pt x="318802" y="551593"/>
                    <a:pt x="315087" y="550164"/>
                    <a:pt x="312325" y="547402"/>
                  </a:cubicBezTo>
                  <a:lnTo>
                    <a:pt x="253079" y="488156"/>
                  </a:lnTo>
                  <a:cubicBezTo>
                    <a:pt x="247460" y="482537"/>
                    <a:pt x="247460" y="473488"/>
                    <a:pt x="253079" y="467963"/>
                  </a:cubicBezTo>
                  <a:cubicBezTo>
                    <a:pt x="258699" y="462344"/>
                    <a:pt x="267748" y="462344"/>
                    <a:pt x="273272" y="467963"/>
                  </a:cubicBezTo>
                  <a:lnTo>
                    <a:pt x="322421" y="517112"/>
                  </a:lnTo>
                  <a:lnTo>
                    <a:pt x="371570" y="467963"/>
                  </a:lnTo>
                  <a:cubicBezTo>
                    <a:pt x="377190" y="462344"/>
                    <a:pt x="386239" y="462344"/>
                    <a:pt x="391763" y="467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82814" tIns="91382" rIns="182814" bIns="91382" anchor="ctr" anchorCtr="0">
              <a:noAutofit/>
            </a:bodyPr>
            <a:lstStyle/>
            <a:p>
              <a:pPr marL="0" marR="0" lvl="0" indent="0" algn="l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07A5E72-E921-085B-3B3A-C32568A1DB7A}"/>
              </a:ext>
            </a:extLst>
          </p:cNvPr>
          <p:cNvGrpSpPr/>
          <p:nvPr/>
        </p:nvGrpSpPr>
        <p:grpSpPr>
          <a:xfrm>
            <a:off x="9570782" y="2297412"/>
            <a:ext cx="295637" cy="295637"/>
            <a:chOff x="5806912" y="3810931"/>
            <a:chExt cx="829762" cy="829762"/>
          </a:xfrm>
        </p:grpSpPr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947E80B-C76B-EED4-5DDA-7E8C45D99143}"/>
                </a:ext>
              </a:extLst>
            </p:cNvPr>
            <p:cNvSpPr/>
            <p:nvPr/>
          </p:nvSpPr>
          <p:spPr>
            <a:xfrm>
              <a:off x="5806912" y="3810931"/>
              <a:ext cx="829762" cy="82976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112" name="Google Shape;388;p11">
              <a:extLst>
                <a:ext uri="{FF2B5EF4-FFF2-40B4-BE49-F238E27FC236}">
                  <a16:creationId xmlns:a16="http://schemas.microsoft.com/office/drawing/2014/main" id="{7520E8B7-1869-6E27-AE31-8F40F1A19B20}"/>
                </a:ext>
              </a:extLst>
            </p:cNvPr>
            <p:cNvSpPr/>
            <p:nvPr/>
          </p:nvSpPr>
          <p:spPr>
            <a:xfrm>
              <a:off x="5949286" y="3942664"/>
              <a:ext cx="555162" cy="555162"/>
            </a:xfrm>
            <a:custGeom>
              <a:avLst/>
              <a:gdLst/>
              <a:ahLst/>
              <a:cxnLst/>
              <a:rect l="l" t="t" r="r" b="b"/>
              <a:pathLst>
                <a:path w="644842" h="644842" extrusionOk="0">
                  <a:moveTo>
                    <a:pt x="322421" y="0"/>
                  </a:moveTo>
                  <a:cubicBezTo>
                    <a:pt x="144590" y="0"/>
                    <a:pt x="0" y="144590"/>
                    <a:pt x="0" y="322421"/>
                  </a:cubicBezTo>
                  <a:cubicBezTo>
                    <a:pt x="0" y="500253"/>
                    <a:pt x="144590" y="644843"/>
                    <a:pt x="322421" y="644843"/>
                  </a:cubicBezTo>
                  <a:cubicBezTo>
                    <a:pt x="500253" y="644843"/>
                    <a:pt x="644843" y="500253"/>
                    <a:pt x="644843" y="322421"/>
                  </a:cubicBezTo>
                  <a:cubicBezTo>
                    <a:pt x="644843" y="144590"/>
                    <a:pt x="500158" y="0"/>
                    <a:pt x="322421" y="0"/>
                  </a:cubicBezTo>
                  <a:close/>
                  <a:moveTo>
                    <a:pt x="322421" y="616172"/>
                  </a:moveTo>
                  <a:cubicBezTo>
                    <a:pt x="160401" y="616172"/>
                    <a:pt x="28575" y="484346"/>
                    <a:pt x="28575" y="322326"/>
                  </a:cubicBezTo>
                  <a:cubicBezTo>
                    <a:pt x="28575" y="160306"/>
                    <a:pt x="160401" y="28575"/>
                    <a:pt x="322421" y="28575"/>
                  </a:cubicBezTo>
                  <a:cubicBezTo>
                    <a:pt x="484442" y="28575"/>
                    <a:pt x="616268" y="160401"/>
                    <a:pt x="616268" y="322421"/>
                  </a:cubicBezTo>
                  <a:cubicBezTo>
                    <a:pt x="616268" y="484442"/>
                    <a:pt x="484442" y="616268"/>
                    <a:pt x="322421" y="616268"/>
                  </a:cubicBezTo>
                  <a:close/>
                  <a:moveTo>
                    <a:pt x="126873" y="322421"/>
                  </a:moveTo>
                  <a:cubicBezTo>
                    <a:pt x="126873" y="332899"/>
                    <a:pt x="118301" y="341471"/>
                    <a:pt x="107823" y="341471"/>
                  </a:cubicBezTo>
                  <a:cubicBezTo>
                    <a:pt x="97346" y="341471"/>
                    <a:pt x="88583" y="332899"/>
                    <a:pt x="88583" y="322421"/>
                  </a:cubicBezTo>
                  <a:cubicBezTo>
                    <a:pt x="88583" y="311944"/>
                    <a:pt x="96869" y="303371"/>
                    <a:pt x="107442" y="303371"/>
                  </a:cubicBezTo>
                  <a:lnTo>
                    <a:pt x="107918" y="303371"/>
                  </a:lnTo>
                  <a:cubicBezTo>
                    <a:pt x="118396" y="303371"/>
                    <a:pt x="126968" y="311944"/>
                    <a:pt x="126968" y="322421"/>
                  </a:cubicBezTo>
                  <a:close/>
                  <a:moveTo>
                    <a:pt x="190500" y="322421"/>
                  </a:moveTo>
                  <a:cubicBezTo>
                    <a:pt x="190500" y="332899"/>
                    <a:pt x="181928" y="341471"/>
                    <a:pt x="171450" y="341471"/>
                  </a:cubicBezTo>
                  <a:cubicBezTo>
                    <a:pt x="160973" y="341471"/>
                    <a:pt x="152210" y="332899"/>
                    <a:pt x="152210" y="322421"/>
                  </a:cubicBezTo>
                  <a:cubicBezTo>
                    <a:pt x="152210" y="311944"/>
                    <a:pt x="160496" y="303371"/>
                    <a:pt x="170974" y="303371"/>
                  </a:cubicBezTo>
                  <a:lnTo>
                    <a:pt x="171450" y="303371"/>
                  </a:lnTo>
                  <a:cubicBezTo>
                    <a:pt x="181928" y="303371"/>
                    <a:pt x="190500" y="311944"/>
                    <a:pt x="190500" y="322421"/>
                  </a:cubicBezTo>
                  <a:close/>
                  <a:moveTo>
                    <a:pt x="271558" y="332518"/>
                  </a:moveTo>
                  <a:lnTo>
                    <a:pt x="212312" y="391763"/>
                  </a:lnTo>
                  <a:cubicBezTo>
                    <a:pt x="209550" y="394525"/>
                    <a:pt x="205835" y="395954"/>
                    <a:pt x="202216" y="395954"/>
                  </a:cubicBezTo>
                  <a:cubicBezTo>
                    <a:pt x="198596" y="395954"/>
                    <a:pt x="194881" y="394525"/>
                    <a:pt x="192119" y="391763"/>
                  </a:cubicBezTo>
                  <a:cubicBezTo>
                    <a:pt x="186500" y="386144"/>
                    <a:pt x="186500" y="377095"/>
                    <a:pt x="192119" y="371570"/>
                  </a:cubicBezTo>
                  <a:lnTo>
                    <a:pt x="241268" y="322421"/>
                  </a:lnTo>
                  <a:lnTo>
                    <a:pt x="192119" y="273272"/>
                  </a:lnTo>
                  <a:cubicBezTo>
                    <a:pt x="186500" y="267653"/>
                    <a:pt x="186500" y="258604"/>
                    <a:pt x="192119" y="253079"/>
                  </a:cubicBezTo>
                  <a:cubicBezTo>
                    <a:pt x="197739" y="247460"/>
                    <a:pt x="206788" y="247460"/>
                    <a:pt x="212312" y="253079"/>
                  </a:cubicBezTo>
                  <a:lnTo>
                    <a:pt x="271558" y="312325"/>
                  </a:lnTo>
                  <a:cubicBezTo>
                    <a:pt x="277178" y="317945"/>
                    <a:pt x="277178" y="326993"/>
                    <a:pt x="271558" y="332518"/>
                  </a:cubicBezTo>
                  <a:close/>
                  <a:moveTo>
                    <a:pt x="556260" y="322421"/>
                  </a:moveTo>
                  <a:cubicBezTo>
                    <a:pt x="556260" y="332899"/>
                    <a:pt x="547973" y="341471"/>
                    <a:pt x="537401" y="341471"/>
                  </a:cubicBezTo>
                  <a:lnTo>
                    <a:pt x="536924" y="341471"/>
                  </a:lnTo>
                  <a:cubicBezTo>
                    <a:pt x="526447" y="341471"/>
                    <a:pt x="517874" y="332899"/>
                    <a:pt x="517874" y="322421"/>
                  </a:cubicBezTo>
                  <a:cubicBezTo>
                    <a:pt x="517874" y="311944"/>
                    <a:pt x="526447" y="303371"/>
                    <a:pt x="536924" y="303371"/>
                  </a:cubicBezTo>
                  <a:cubicBezTo>
                    <a:pt x="547402" y="303371"/>
                    <a:pt x="556165" y="311944"/>
                    <a:pt x="556165" y="322421"/>
                  </a:cubicBezTo>
                  <a:close/>
                  <a:moveTo>
                    <a:pt x="492633" y="322421"/>
                  </a:moveTo>
                  <a:cubicBezTo>
                    <a:pt x="492633" y="332899"/>
                    <a:pt x="484346" y="341471"/>
                    <a:pt x="473869" y="341471"/>
                  </a:cubicBezTo>
                  <a:lnTo>
                    <a:pt x="473393" y="341471"/>
                  </a:lnTo>
                  <a:cubicBezTo>
                    <a:pt x="462915" y="341471"/>
                    <a:pt x="454343" y="332899"/>
                    <a:pt x="454343" y="322421"/>
                  </a:cubicBezTo>
                  <a:cubicBezTo>
                    <a:pt x="454343" y="311944"/>
                    <a:pt x="462915" y="303371"/>
                    <a:pt x="473393" y="303371"/>
                  </a:cubicBezTo>
                  <a:cubicBezTo>
                    <a:pt x="483870" y="303371"/>
                    <a:pt x="492633" y="311944"/>
                    <a:pt x="492633" y="322421"/>
                  </a:cubicBezTo>
                  <a:close/>
                  <a:moveTo>
                    <a:pt x="452723" y="371570"/>
                  </a:moveTo>
                  <a:cubicBezTo>
                    <a:pt x="458343" y="377190"/>
                    <a:pt x="458343" y="386239"/>
                    <a:pt x="452723" y="391763"/>
                  </a:cubicBezTo>
                  <a:cubicBezTo>
                    <a:pt x="449961" y="394525"/>
                    <a:pt x="446246" y="395954"/>
                    <a:pt x="442627" y="395954"/>
                  </a:cubicBezTo>
                  <a:cubicBezTo>
                    <a:pt x="439007" y="395954"/>
                    <a:pt x="435293" y="394525"/>
                    <a:pt x="432530" y="391763"/>
                  </a:cubicBezTo>
                  <a:lnTo>
                    <a:pt x="373285" y="332518"/>
                  </a:lnTo>
                  <a:cubicBezTo>
                    <a:pt x="367665" y="326898"/>
                    <a:pt x="367665" y="317849"/>
                    <a:pt x="373285" y="312325"/>
                  </a:cubicBezTo>
                  <a:lnTo>
                    <a:pt x="432530" y="253079"/>
                  </a:lnTo>
                  <a:cubicBezTo>
                    <a:pt x="438150" y="247460"/>
                    <a:pt x="447199" y="247460"/>
                    <a:pt x="452723" y="253079"/>
                  </a:cubicBezTo>
                  <a:cubicBezTo>
                    <a:pt x="458343" y="258699"/>
                    <a:pt x="458343" y="267748"/>
                    <a:pt x="452723" y="273272"/>
                  </a:cubicBezTo>
                  <a:lnTo>
                    <a:pt x="403574" y="322421"/>
                  </a:lnTo>
                  <a:lnTo>
                    <a:pt x="452723" y="371570"/>
                  </a:lnTo>
                  <a:close/>
                  <a:moveTo>
                    <a:pt x="341471" y="260985"/>
                  </a:moveTo>
                  <a:cubicBezTo>
                    <a:pt x="341471" y="271463"/>
                    <a:pt x="332899" y="280226"/>
                    <a:pt x="322421" y="280226"/>
                  </a:cubicBezTo>
                  <a:cubicBezTo>
                    <a:pt x="311944" y="280226"/>
                    <a:pt x="303371" y="271939"/>
                    <a:pt x="303371" y="261366"/>
                  </a:cubicBezTo>
                  <a:lnTo>
                    <a:pt x="303371" y="260890"/>
                  </a:lnTo>
                  <a:cubicBezTo>
                    <a:pt x="303371" y="250412"/>
                    <a:pt x="311944" y="241840"/>
                    <a:pt x="322421" y="241840"/>
                  </a:cubicBezTo>
                  <a:cubicBezTo>
                    <a:pt x="332899" y="241840"/>
                    <a:pt x="341471" y="250412"/>
                    <a:pt x="341471" y="260890"/>
                  </a:cubicBezTo>
                  <a:close/>
                  <a:moveTo>
                    <a:pt x="341471" y="197358"/>
                  </a:moveTo>
                  <a:cubicBezTo>
                    <a:pt x="341471" y="207836"/>
                    <a:pt x="332899" y="216599"/>
                    <a:pt x="322421" y="216599"/>
                  </a:cubicBezTo>
                  <a:cubicBezTo>
                    <a:pt x="311944" y="216599"/>
                    <a:pt x="303371" y="208312"/>
                    <a:pt x="303371" y="197834"/>
                  </a:cubicBezTo>
                  <a:lnTo>
                    <a:pt x="303371" y="197358"/>
                  </a:lnTo>
                  <a:cubicBezTo>
                    <a:pt x="303371" y="186881"/>
                    <a:pt x="311944" y="178308"/>
                    <a:pt x="322421" y="178308"/>
                  </a:cubicBezTo>
                  <a:cubicBezTo>
                    <a:pt x="332899" y="178308"/>
                    <a:pt x="341471" y="186881"/>
                    <a:pt x="341471" y="197358"/>
                  </a:cubicBezTo>
                  <a:close/>
                  <a:moveTo>
                    <a:pt x="253079" y="176784"/>
                  </a:moveTo>
                  <a:cubicBezTo>
                    <a:pt x="247460" y="171164"/>
                    <a:pt x="247460" y="162116"/>
                    <a:pt x="253079" y="156591"/>
                  </a:cubicBezTo>
                  <a:lnTo>
                    <a:pt x="312325" y="97346"/>
                  </a:lnTo>
                  <a:cubicBezTo>
                    <a:pt x="317945" y="91726"/>
                    <a:pt x="326993" y="91726"/>
                    <a:pt x="332518" y="97346"/>
                  </a:cubicBezTo>
                  <a:lnTo>
                    <a:pt x="391763" y="156591"/>
                  </a:lnTo>
                  <a:cubicBezTo>
                    <a:pt x="397383" y="162211"/>
                    <a:pt x="397383" y="171260"/>
                    <a:pt x="391763" y="176784"/>
                  </a:cubicBezTo>
                  <a:cubicBezTo>
                    <a:pt x="389001" y="179546"/>
                    <a:pt x="385286" y="180975"/>
                    <a:pt x="381667" y="180975"/>
                  </a:cubicBezTo>
                  <a:cubicBezTo>
                    <a:pt x="378047" y="180975"/>
                    <a:pt x="374333" y="179546"/>
                    <a:pt x="371570" y="176784"/>
                  </a:cubicBezTo>
                  <a:lnTo>
                    <a:pt x="322421" y="127635"/>
                  </a:lnTo>
                  <a:lnTo>
                    <a:pt x="273272" y="176784"/>
                  </a:lnTo>
                  <a:cubicBezTo>
                    <a:pt x="267653" y="182404"/>
                    <a:pt x="258604" y="182404"/>
                    <a:pt x="253079" y="176784"/>
                  </a:cubicBezTo>
                  <a:close/>
                  <a:moveTo>
                    <a:pt x="341471" y="383858"/>
                  </a:moveTo>
                  <a:cubicBezTo>
                    <a:pt x="341471" y="394335"/>
                    <a:pt x="332899" y="402908"/>
                    <a:pt x="322421" y="402908"/>
                  </a:cubicBezTo>
                  <a:cubicBezTo>
                    <a:pt x="311944" y="402908"/>
                    <a:pt x="303371" y="394335"/>
                    <a:pt x="303371" y="383858"/>
                  </a:cubicBezTo>
                  <a:cubicBezTo>
                    <a:pt x="303371" y="373380"/>
                    <a:pt x="311944" y="364617"/>
                    <a:pt x="322421" y="364617"/>
                  </a:cubicBezTo>
                  <a:cubicBezTo>
                    <a:pt x="332899" y="364617"/>
                    <a:pt x="341471" y="372904"/>
                    <a:pt x="341471" y="383476"/>
                  </a:cubicBezTo>
                  <a:lnTo>
                    <a:pt x="341471" y="383953"/>
                  </a:lnTo>
                  <a:close/>
                  <a:moveTo>
                    <a:pt x="341471" y="446913"/>
                  </a:moveTo>
                  <a:lnTo>
                    <a:pt x="341471" y="447389"/>
                  </a:lnTo>
                  <a:cubicBezTo>
                    <a:pt x="341471" y="457867"/>
                    <a:pt x="332899" y="466439"/>
                    <a:pt x="322421" y="466439"/>
                  </a:cubicBezTo>
                  <a:cubicBezTo>
                    <a:pt x="311944" y="466439"/>
                    <a:pt x="303371" y="457867"/>
                    <a:pt x="303371" y="447389"/>
                  </a:cubicBezTo>
                  <a:cubicBezTo>
                    <a:pt x="303371" y="436912"/>
                    <a:pt x="311944" y="428149"/>
                    <a:pt x="322421" y="428149"/>
                  </a:cubicBezTo>
                  <a:cubicBezTo>
                    <a:pt x="332899" y="428149"/>
                    <a:pt x="341471" y="436436"/>
                    <a:pt x="341471" y="446913"/>
                  </a:cubicBezTo>
                  <a:close/>
                  <a:moveTo>
                    <a:pt x="391763" y="467963"/>
                  </a:moveTo>
                  <a:cubicBezTo>
                    <a:pt x="397383" y="473583"/>
                    <a:pt x="397383" y="482632"/>
                    <a:pt x="391763" y="488156"/>
                  </a:cubicBezTo>
                  <a:lnTo>
                    <a:pt x="332518" y="547402"/>
                  </a:lnTo>
                  <a:cubicBezTo>
                    <a:pt x="329756" y="550164"/>
                    <a:pt x="326041" y="551593"/>
                    <a:pt x="322421" y="551593"/>
                  </a:cubicBezTo>
                  <a:cubicBezTo>
                    <a:pt x="318802" y="551593"/>
                    <a:pt x="315087" y="550164"/>
                    <a:pt x="312325" y="547402"/>
                  </a:cubicBezTo>
                  <a:lnTo>
                    <a:pt x="253079" y="488156"/>
                  </a:lnTo>
                  <a:cubicBezTo>
                    <a:pt x="247460" y="482537"/>
                    <a:pt x="247460" y="473488"/>
                    <a:pt x="253079" y="467963"/>
                  </a:cubicBezTo>
                  <a:cubicBezTo>
                    <a:pt x="258699" y="462344"/>
                    <a:pt x="267748" y="462344"/>
                    <a:pt x="273272" y="467963"/>
                  </a:cubicBezTo>
                  <a:lnTo>
                    <a:pt x="322421" y="517112"/>
                  </a:lnTo>
                  <a:lnTo>
                    <a:pt x="371570" y="467963"/>
                  </a:lnTo>
                  <a:cubicBezTo>
                    <a:pt x="377190" y="462344"/>
                    <a:pt x="386239" y="462344"/>
                    <a:pt x="391763" y="467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19" tIns="45697" rIns="91419" bIns="45697" anchor="ctr" anchorCtr="0">
              <a:noAutofit/>
            </a:bodyPr>
            <a:lstStyle/>
            <a:p>
              <a:pPr marL="0" marR="0" lvl="0" indent="0" algn="l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Tx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751CDD4-D9EA-124C-21D5-D997E737318A}"/>
              </a:ext>
            </a:extLst>
          </p:cNvPr>
          <p:cNvCxnSpPr>
            <a:cxnSpLocks/>
            <a:stCxn id="108" idx="0"/>
            <a:endCxn id="111" idx="4"/>
          </p:cNvCxnSpPr>
          <p:nvPr/>
        </p:nvCxnSpPr>
        <p:spPr>
          <a:xfrm flipH="1" flipV="1">
            <a:off x="9718601" y="2593049"/>
            <a:ext cx="4028" cy="190921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84EA7CC-1B50-DF30-9F39-86B256284F72}"/>
              </a:ext>
            </a:extLst>
          </p:cNvPr>
          <p:cNvGrpSpPr/>
          <p:nvPr/>
        </p:nvGrpSpPr>
        <p:grpSpPr>
          <a:xfrm>
            <a:off x="9577320" y="1678578"/>
            <a:ext cx="285557" cy="285557"/>
            <a:chOff x="1251601" y="1527464"/>
            <a:chExt cx="829762" cy="829762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3FF282B4-E9FC-CF51-AA24-BA640F9CC47A}"/>
                </a:ext>
              </a:extLst>
            </p:cNvPr>
            <p:cNvSpPr/>
            <p:nvPr/>
          </p:nvSpPr>
          <p:spPr>
            <a:xfrm>
              <a:off x="1251601" y="1527464"/>
              <a:ext cx="829762" cy="829762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116" name="Google Shape;193;p7">
              <a:extLst>
                <a:ext uri="{FF2B5EF4-FFF2-40B4-BE49-F238E27FC236}">
                  <a16:creationId xmlns:a16="http://schemas.microsoft.com/office/drawing/2014/main" id="{D104DE0C-FB5F-4E15-9B6C-E886459E8F37}"/>
                </a:ext>
              </a:extLst>
            </p:cNvPr>
            <p:cNvSpPr/>
            <p:nvPr/>
          </p:nvSpPr>
          <p:spPr>
            <a:xfrm>
              <a:off x="1418206" y="1744625"/>
              <a:ext cx="525973" cy="389691"/>
            </a:xfrm>
            <a:custGeom>
              <a:avLst/>
              <a:gdLst/>
              <a:ahLst/>
              <a:cxnLst/>
              <a:rect l="l" t="t" r="r" b="b"/>
              <a:pathLst>
                <a:path w="806481" h="597518" extrusionOk="0">
                  <a:moveTo>
                    <a:pt x="659797" y="519509"/>
                  </a:moveTo>
                  <a:cubicBezTo>
                    <a:pt x="657993" y="519490"/>
                    <a:pt x="656200" y="519234"/>
                    <a:pt x="654463" y="518747"/>
                  </a:cubicBezTo>
                  <a:cubicBezTo>
                    <a:pt x="644339" y="515885"/>
                    <a:pt x="638452" y="505357"/>
                    <a:pt x="641315" y="495232"/>
                  </a:cubicBezTo>
                  <a:cubicBezTo>
                    <a:pt x="641316" y="495228"/>
                    <a:pt x="641317" y="495224"/>
                    <a:pt x="641318" y="495220"/>
                  </a:cubicBezTo>
                  <a:cubicBezTo>
                    <a:pt x="643972" y="485039"/>
                    <a:pt x="654376" y="478937"/>
                    <a:pt x="664557" y="481591"/>
                  </a:cubicBezTo>
                  <a:cubicBezTo>
                    <a:pt x="664685" y="481624"/>
                    <a:pt x="664813" y="481658"/>
                    <a:pt x="664940" y="481695"/>
                  </a:cubicBezTo>
                  <a:cubicBezTo>
                    <a:pt x="674817" y="484480"/>
                    <a:pt x="680713" y="494587"/>
                    <a:pt x="678275" y="504555"/>
                  </a:cubicBezTo>
                  <a:lnTo>
                    <a:pt x="678275" y="505698"/>
                  </a:lnTo>
                  <a:cubicBezTo>
                    <a:pt x="675921" y="513932"/>
                    <a:pt x="668361" y="519582"/>
                    <a:pt x="659797" y="519509"/>
                  </a:cubicBezTo>
                  <a:close/>
                  <a:moveTo>
                    <a:pt x="475202" y="456072"/>
                  </a:moveTo>
                  <a:cubicBezTo>
                    <a:pt x="473395" y="456099"/>
                    <a:pt x="471595" y="455843"/>
                    <a:pt x="469868" y="455310"/>
                  </a:cubicBezTo>
                  <a:cubicBezTo>
                    <a:pt x="459777" y="452404"/>
                    <a:pt x="453942" y="441882"/>
                    <a:pt x="456819" y="431784"/>
                  </a:cubicBezTo>
                  <a:cubicBezTo>
                    <a:pt x="459473" y="421602"/>
                    <a:pt x="469877" y="415501"/>
                    <a:pt x="480058" y="418154"/>
                  </a:cubicBezTo>
                  <a:cubicBezTo>
                    <a:pt x="480186" y="418188"/>
                    <a:pt x="480313" y="418222"/>
                    <a:pt x="480441" y="418258"/>
                  </a:cubicBezTo>
                  <a:cubicBezTo>
                    <a:pt x="490317" y="421043"/>
                    <a:pt x="496213" y="431150"/>
                    <a:pt x="493776" y="441118"/>
                  </a:cubicBezTo>
                  <a:lnTo>
                    <a:pt x="493776" y="442261"/>
                  </a:lnTo>
                  <a:cubicBezTo>
                    <a:pt x="491412" y="450530"/>
                    <a:pt x="483801" y="456189"/>
                    <a:pt x="475202" y="456072"/>
                  </a:cubicBezTo>
                  <a:close/>
                  <a:moveTo>
                    <a:pt x="178403" y="291099"/>
                  </a:moveTo>
                  <a:lnTo>
                    <a:pt x="42863" y="291099"/>
                  </a:lnTo>
                  <a:cubicBezTo>
                    <a:pt x="19212" y="291047"/>
                    <a:pt x="52" y="271887"/>
                    <a:pt x="0" y="248237"/>
                  </a:cubicBezTo>
                  <a:lnTo>
                    <a:pt x="0" y="216328"/>
                  </a:lnTo>
                  <a:cubicBezTo>
                    <a:pt x="52" y="192677"/>
                    <a:pt x="19212" y="173518"/>
                    <a:pt x="42863" y="173466"/>
                  </a:cubicBezTo>
                  <a:lnTo>
                    <a:pt x="178403" y="173466"/>
                  </a:lnTo>
                  <a:cubicBezTo>
                    <a:pt x="202054" y="173518"/>
                    <a:pt x="221213" y="192677"/>
                    <a:pt x="221266" y="216328"/>
                  </a:cubicBezTo>
                  <a:lnTo>
                    <a:pt x="221266" y="248618"/>
                  </a:lnTo>
                  <a:cubicBezTo>
                    <a:pt x="221006" y="272120"/>
                    <a:pt x="201906" y="291049"/>
                    <a:pt x="178403" y="291099"/>
                  </a:cubicBezTo>
                  <a:close/>
                  <a:moveTo>
                    <a:pt x="42863" y="202041"/>
                  </a:moveTo>
                  <a:cubicBezTo>
                    <a:pt x="34972" y="202041"/>
                    <a:pt x="28575" y="208438"/>
                    <a:pt x="28575" y="216328"/>
                  </a:cubicBezTo>
                  <a:lnTo>
                    <a:pt x="28575" y="248618"/>
                  </a:lnTo>
                  <a:cubicBezTo>
                    <a:pt x="28575" y="256508"/>
                    <a:pt x="34972" y="262905"/>
                    <a:pt x="42863" y="262905"/>
                  </a:cubicBezTo>
                  <a:lnTo>
                    <a:pt x="178403" y="262905"/>
                  </a:lnTo>
                  <a:cubicBezTo>
                    <a:pt x="186294" y="262905"/>
                    <a:pt x="192691" y="256508"/>
                    <a:pt x="192691" y="248618"/>
                  </a:cubicBezTo>
                  <a:lnTo>
                    <a:pt x="192691" y="216328"/>
                  </a:lnTo>
                  <a:cubicBezTo>
                    <a:pt x="192691" y="208438"/>
                    <a:pt x="186294" y="202041"/>
                    <a:pt x="178403" y="202041"/>
                  </a:cubicBezTo>
                  <a:close/>
                  <a:moveTo>
                    <a:pt x="178403" y="592566"/>
                  </a:moveTo>
                  <a:lnTo>
                    <a:pt x="42863" y="592566"/>
                  </a:lnTo>
                  <a:cubicBezTo>
                    <a:pt x="19212" y="592513"/>
                    <a:pt x="52" y="573354"/>
                    <a:pt x="0" y="549703"/>
                  </a:cubicBezTo>
                  <a:lnTo>
                    <a:pt x="0" y="517985"/>
                  </a:lnTo>
                  <a:cubicBezTo>
                    <a:pt x="52" y="494334"/>
                    <a:pt x="19212" y="475175"/>
                    <a:pt x="42863" y="475122"/>
                  </a:cubicBezTo>
                  <a:lnTo>
                    <a:pt x="178403" y="475122"/>
                  </a:lnTo>
                  <a:cubicBezTo>
                    <a:pt x="202054" y="475175"/>
                    <a:pt x="221213" y="494334"/>
                    <a:pt x="221266" y="517985"/>
                  </a:cubicBezTo>
                  <a:lnTo>
                    <a:pt x="221266" y="549894"/>
                  </a:lnTo>
                  <a:cubicBezTo>
                    <a:pt x="221213" y="573544"/>
                    <a:pt x="202054" y="592704"/>
                    <a:pt x="178403" y="592756"/>
                  </a:cubicBezTo>
                  <a:close/>
                  <a:moveTo>
                    <a:pt x="42863" y="503697"/>
                  </a:moveTo>
                  <a:cubicBezTo>
                    <a:pt x="34972" y="503697"/>
                    <a:pt x="28575" y="510094"/>
                    <a:pt x="28575" y="517985"/>
                  </a:cubicBezTo>
                  <a:lnTo>
                    <a:pt x="28575" y="549894"/>
                  </a:lnTo>
                  <a:cubicBezTo>
                    <a:pt x="28575" y="557784"/>
                    <a:pt x="34972" y="564181"/>
                    <a:pt x="42863" y="564181"/>
                  </a:cubicBezTo>
                  <a:lnTo>
                    <a:pt x="178403" y="564181"/>
                  </a:lnTo>
                  <a:cubicBezTo>
                    <a:pt x="186294" y="564181"/>
                    <a:pt x="192691" y="557784"/>
                    <a:pt x="192691" y="549894"/>
                  </a:cubicBezTo>
                  <a:lnTo>
                    <a:pt x="192691" y="517985"/>
                  </a:lnTo>
                  <a:cubicBezTo>
                    <a:pt x="192691" y="510094"/>
                    <a:pt x="186294" y="503697"/>
                    <a:pt x="178403" y="503697"/>
                  </a:cubicBezTo>
                  <a:close/>
                  <a:moveTo>
                    <a:pt x="722948" y="526081"/>
                  </a:moveTo>
                  <a:cubicBezTo>
                    <a:pt x="719061" y="526101"/>
                    <a:pt x="715339" y="524515"/>
                    <a:pt x="712661" y="521700"/>
                  </a:cubicBezTo>
                  <a:cubicBezTo>
                    <a:pt x="707089" y="516122"/>
                    <a:pt x="707089" y="507084"/>
                    <a:pt x="712661" y="501507"/>
                  </a:cubicBezTo>
                  <a:cubicBezTo>
                    <a:pt x="753809" y="461883"/>
                    <a:pt x="777431" y="410638"/>
                    <a:pt x="777431" y="361108"/>
                  </a:cubicBezTo>
                  <a:cubicBezTo>
                    <a:pt x="777431" y="280908"/>
                    <a:pt x="727710" y="224805"/>
                    <a:pt x="683895" y="175371"/>
                  </a:cubicBezTo>
                  <a:cubicBezTo>
                    <a:pt x="634270" y="119459"/>
                    <a:pt x="606076" y="72405"/>
                    <a:pt x="598170" y="32019"/>
                  </a:cubicBezTo>
                  <a:lnTo>
                    <a:pt x="597218" y="32591"/>
                  </a:lnTo>
                  <a:cubicBezTo>
                    <a:pt x="575500" y="45640"/>
                    <a:pt x="505587" y="95361"/>
                    <a:pt x="520160" y="189372"/>
                  </a:cubicBezTo>
                  <a:cubicBezTo>
                    <a:pt x="526637" y="231092"/>
                    <a:pt x="515302" y="261000"/>
                    <a:pt x="488442" y="274240"/>
                  </a:cubicBezTo>
                  <a:cubicBezTo>
                    <a:pt x="478039" y="278719"/>
                    <a:pt x="466627" y="280330"/>
                    <a:pt x="455390" y="278907"/>
                  </a:cubicBezTo>
                  <a:cubicBezTo>
                    <a:pt x="426913" y="274051"/>
                    <a:pt x="405939" y="249593"/>
                    <a:pt x="405479" y="220710"/>
                  </a:cubicBezTo>
                  <a:cubicBezTo>
                    <a:pt x="405479" y="216995"/>
                    <a:pt x="405479" y="213471"/>
                    <a:pt x="405479" y="210327"/>
                  </a:cubicBezTo>
                  <a:cubicBezTo>
                    <a:pt x="370487" y="252869"/>
                    <a:pt x="350976" y="306031"/>
                    <a:pt x="350139" y="361108"/>
                  </a:cubicBezTo>
                  <a:cubicBezTo>
                    <a:pt x="350139" y="410638"/>
                    <a:pt x="373761" y="461883"/>
                    <a:pt x="415004" y="501507"/>
                  </a:cubicBezTo>
                  <a:cubicBezTo>
                    <a:pt x="420522" y="507147"/>
                    <a:pt x="420423" y="516193"/>
                    <a:pt x="414783" y="521711"/>
                  </a:cubicBezTo>
                  <a:cubicBezTo>
                    <a:pt x="409379" y="526997"/>
                    <a:pt x="400792" y="527160"/>
                    <a:pt x="395192" y="522081"/>
                  </a:cubicBezTo>
                  <a:cubicBezTo>
                    <a:pt x="348425" y="477123"/>
                    <a:pt x="321564" y="418449"/>
                    <a:pt x="321564" y="361108"/>
                  </a:cubicBezTo>
                  <a:cubicBezTo>
                    <a:pt x="322291" y="293506"/>
                    <a:pt x="348323" y="228631"/>
                    <a:pt x="394526" y="179276"/>
                  </a:cubicBezTo>
                  <a:cubicBezTo>
                    <a:pt x="403145" y="170267"/>
                    <a:pt x="417434" y="169951"/>
                    <a:pt x="426443" y="178570"/>
                  </a:cubicBezTo>
                  <a:cubicBezTo>
                    <a:pt x="430635" y="182581"/>
                    <a:pt x="433122" y="188053"/>
                    <a:pt x="433387" y="193849"/>
                  </a:cubicBezTo>
                  <a:cubicBezTo>
                    <a:pt x="434054" y="201660"/>
                    <a:pt x="434150" y="213661"/>
                    <a:pt x="434150" y="220233"/>
                  </a:cubicBezTo>
                  <a:cubicBezTo>
                    <a:pt x="434501" y="235356"/>
                    <a:pt x="445453" y="248141"/>
                    <a:pt x="460343" y="250809"/>
                  </a:cubicBezTo>
                  <a:cubicBezTo>
                    <a:pt x="463006" y="251010"/>
                    <a:pt x="465681" y="251010"/>
                    <a:pt x="468344" y="250809"/>
                  </a:cubicBezTo>
                  <a:cubicBezTo>
                    <a:pt x="471078" y="250397"/>
                    <a:pt x="473760" y="249695"/>
                    <a:pt x="476345" y="248713"/>
                  </a:cubicBezTo>
                  <a:cubicBezTo>
                    <a:pt x="495395" y="239188"/>
                    <a:pt x="495395" y="214233"/>
                    <a:pt x="492157" y="194611"/>
                  </a:cubicBezTo>
                  <a:cubicBezTo>
                    <a:pt x="474821" y="82407"/>
                    <a:pt x="557117" y="23733"/>
                    <a:pt x="582740" y="8397"/>
                  </a:cubicBezTo>
                  <a:cubicBezTo>
                    <a:pt x="586740" y="5921"/>
                    <a:pt x="592265" y="2873"/>
                    <a:pt x="593789" y="2111"/>
                  </a:cubicBezTo>
                  <a:cubicBezTo>
                    <a:pt x="600269" y="-923"/>
                    <a:pt x="607809" y="-674"/>
                    <a:pt x="614077" y="2778"/>
                  </a:cubicBezTo>
                  <a:cubicBezTo>
                    <a:pt x="620277" y="6196"/>
                    <a:pt x="624431" y="12411"/>
                    <a:pt x="625221" y="19446"/>
                  </a:cubicBezTo>
                  <a:cubicBezTo>
                    <a:pt x="629793" y="55451"/>
                    <a:pt x="656939" y="101647"/>
                    <a:pt x="705707" y="156702"/>
                  </a:cubicBezTo>
                  <a:cubicBezTo>
                    <a:pt x="750665" y="207279"/>
                    <a:pt x="806482" y="270335"/>
                    <a:pt x="806482" y="361394"/>
                  </a:cubicBezTo>
                  <a:cubicBezTo>
                    <a:pt x="806482" y="418544"/>
                    <a:pt x="779717" y="477408"/>
                    <a:pt x="732949" y="522366"/>
                  </a:cubicBezTo>
                  <a:cubicBezTo>
                    <a:pt x="730230" y="524867"/>
                    <a:pt x="726639" y="526201"/>
                    <a:pt x="722948" y="526081"/>
                  </a:cubicBezTo>
                  <a:close/>
                  <a:moveTo>
                    <a:pt x="564356" y="597519"/>
                  </a:moveTo>
                  <a:cubicBezTo>
                    <a:pt x="553835" y="597519"/>
                    <a:pt x="545306" y="588990"/>
                    <a:pt x="545306" y="578469"/>
                  </a:cubicBezTo>
                  <a:cubicBezTo>
                    <a:pt x="545306" y="567947"/>
                    <a:pt x="553835" y="559419"/>
                    <a:pt x="564356" y="559419"/>
                  </a:cubicBezTo>
                  <a:lnTo>
                    <a:pt x="565118" y="559419"/>
                  </a:lnTo>
                  <a:cubicBezTo>
                    <a:pt x="575640" y="559419"/>
                    <a:pt x="584168" y="567947"/>
                    <a:pt x="584168" y="578469"/>
                  </a:cubicBezTo>
                  <a:cubicBezTo>
                    <a:pt x="584168" y="588990"/>
                    <a:pt x="575640" y="597519"/>
                    <a:pt x="565118" y="597519"/>
                  </a:cubicBezTo>
                  <a:close/>
                  <a:moveTo>
                    <a:pt x="503396" y="576659"/>
                  </a:moveTo>
                  <a:cubicBezTo>
                    <a:pt x="499100" y="576634"/>
                    <a:pt x="494937" y="575157"/>
                    <a:pt x="491585" y="572468"/>
                  </a:cubicBezTo>
                  <a:lnTo>
                    <a:pt x="490537" y="571611"/>
                  </a:lnTo>
                  <a:cubicBezTo>
                    <a:pt x="482259" y="565116"/>
                    <a:pt x="480813" y="553143"/>
                    <a:pt x="487307" y="544864"/>
                  </a:cubicBezTo>
                  <a:cubicBezTo>
                    <a:pt x="493801" y="536586"/>
                    <a:pt x="505776" y="535140"/>
                    <a:pt x="514053" y="541634"/>
                  </a:cubicBezTo>
                  <a:cubicBezTo>
                    <a:pt x="514317" y="541840"/>
                    <a:pt x="514574" y="542054"/>
                    <a:pt x="514826" y="542274"/>
                  </a:cubicBezTo>
                  <a:lnTo>
                    <a:pt x="514826" y="542274"/>
                  </a:lnTo>
                  <a:cubicBezTo>
                    <a:pt x="523085" y="548792"/>
                    <a:pt x="524497" y="560770"/>
                    <a:pt x="517979" y="569029"/>
                  </a:cubicBezTo>
                  <a:cubicBezTo>
                    <a:pt x="514364" y="573610"/>
                    <a:pt x="508850" y="576281"/>
                    <a:pt x="503015" y="576278"/>
                  </a:cubicBezTo>
                  <a:close/>
                  <a:moveTo>
                    <a:pt x="625983" y="575611"/>
                  </a:moveTo>
                  <a:cubicBezTo>
                    <a:pt x="615462" y="575643"/>
                    <a:pt x="606907" y="567140"/>
                    <a:pt x="606875" y="556619"/>
                  </a:cubicBezTo>
                  <a:cubicBezTo>
                    <a:pt x="606858" y="550874"/>
                    <a:pt x="609433" y="545428"/>
                    <a:pt x="613886" y="541797"/>
                  </a:cubicBezTo>
                  <a:lnTo>
                    <a:pt x="613886" y="541797"/>
                  </a:lnTo>
                  <a:cubicBezTo>
                    <a:pt x="621029" y="534073"/>
                    <a:pt x="633081" y="533600"/>
                    <a:pt x="640807" y="540742"/>
                  </a:cubicBezTo>
                  <a:cubicBezTo>
                    <a:pt x="648532" y="547885"/>
                    <a:pt x="649004" y="559937"/>
                    <a:pt x="641861" y="567662"/>
                  </a:cubicBezTo>
                  <a:cubicBezTo>
                    <a:pt x="640924" y="568676"/>
                    <a:pt x="639880" y="569585"/>
                    <a:pt x="638747" y="570372"/>
                  </a:cubicBezTo>
                  <a:lnTo>
                    <a:pt x="637794" y="571230"/>
                  </a:lnTo>
                  <a:cubicBezTo>
                    <a:pt x="634442" y="573942"/>
                    <a:pt x="630293" y="575482"/>
                    <a:pt x="625983" y="575611"/>
                  </a:cubicBezTo>
                  <a:close/>
                  <a:moveTo>
                    <a:pt x="468440" y="521128"/>
                  </a:moveTo>
                  <a:cubicBezTo>
                    <a:pt x="459657" y="521111"/>
                    <a:pt x="452025" y="515091"/>
                    <a:pt x="449961" y="506555"/>
                  </a:cubicBezTo>
                  <a:cubicBezTo>
                    <a:pt x="449961" y="506555"/>
                    <a:pt x="449961" y="505412"/>
                    <a:pt x="449961" y="505317"/>
                  </a:cubicBezTo>
                  <a:cubicBezTo>
                    <a:pt x="447966" y="494986"/>
                    <a:pt x="454724" y="484995"/>
                    <a:pt x="465055" y="483001"/>
                  </a:cubicBezTo>
                  <a:cubicBezTo>
                    <a:pt x="474932" y="481094"/>
                    <a:pt x="484589" y="487196"/>
                    <a:pt x="487108" y="496935"/>
                  </a:cubicBezTo>
                  <a:lnTo>
                    <a:pt x="487108" y="497506"/>
                  </a:lnTo>
                  <a:cubicBezTo>
                    <a:pt x="489625" y="507710"/>
                    <a:pt x="483402" y="518025"/>
                    <a:pt x="473202" y="520557"/>
                  </a:cubicBezTo>
                  <a:cubicBezTo>
                    <a:pt x="471645" y="520947"/>
                    <a:pt x="470044" y="521139"/>
                    <a:pt x="468440" y="521128"/>
                  </a:cubicBezTo>
                  <a:close/>
                  <a:moveTo>
                    <a:pt x="651510" y="454453"/>
                  </a:moveTo>
                  <a:cubicBezTo>
                    <a:pt x="644679" y="454568"/>
                    <a:pt x="638342" y="450905"/>
                    <a:pt x="635032" y="444928"/>
                  </a:cubicBezTo>
                  <a:lnTo>
                    <a:pt x="635032" y="444071"/>
                  </a:lnTo>
                  <a:cubicBezTo>
                    <a:pt x="630446" y="434601"/>
                    <a:pt x="634407" y="423208"/>
                    <a:pt x="643876" y="418623"/>
                  </a:cubicBezTo>
                  <a:cubicBezTo>
                    <a:pt x="652983" y="414214"/>
                    <a:pt x="663947" y="417692"/>
                    <a:pt x="668846" y="426545"/>
                  </a:cubicBezTo>
                  <a:cubicBezTo>
                    <a:pt x="673472" y="435913"/>
                    <a:pt x="669689" y="447258"/>
                    <a:pt x="660368" y="451977"/>
                  </a:cubicBezTo>
                  <a:cubicBezTo>
                    <a:pt x="657637" y="453426"/>
                    <a:pt x="654602" y="454209"/>
                    <a:pt x="651510" y="454263"/>
                  </a:cubicBezTo>
                  <a:close/>
                  <a:moveTo>
                    <a:pt x="516065" y="403590"/>
                  </a:moveTo>
                  <a:cubicBezTo>
                    <a:pt x="511576" y="403554"/>
                    <a:pt x="507237" y="401973"/>
                    <a:pt x="503777" y="399113"/>
                  </a:cubicBezTo>
                  <a:cubicBezTo>
                    <a:pt x="495846" y="392346"/>
                    <a:pt x="494827" y="380461"/>
                    <a:pt x="501491" y="372443"/>
                  </a:cubicBezTo>
                  <a:cubicBezTo>
                    <a:pt x="508065" y="364229"/>
                    <a:pt x="520054" y="362899"/>
                    <a:pt x="528268" y="369472"/>
                  </a:cubicBezTo>
                  <a:cubicBezTo>
                    <a:pt x="528392" y="369572"/>
                    <a:pt x="528516" y="369673"/>
                    <a:pt x="528638" y="369776"/>
                  </a:cubicBezTo>
                  <a:cubicBezTo>
                    <a:pt x="536567" y="376415"/>
                    <a:pt x="537750" y="388168"/>
                    <a:pt x="531305" y="396255"/>
                  </a:cubicBezTo>
                  <a:lnTo>
                    <a:pt x="530638" y="396922"/>
                  </a:lnTo>
                  <a:cubicBezTo>
                    <a:pt x="526996" y="401179"/>
                    <a:pt x="521666" y="403618"/>
                    <a:pt x="516065" y="403590"/>
                  </a:cubicBezTo>
                  <a:close/>
                  <a:moveTo>
                    <a:pt x="610267" y="401970"/>
                  </a:moveTo>
                  <a:cubicBezTo>
                    <a:pt x="604824" y="401987"/>
                    <a:pt x="599657" y="399578"/>
                    <a:pt x="596170" y="395398"/>
                  </a:cubicBezTo>
                  <a:lnTo>
                    <a:pt x="595598" y="394636"/>
                  </a:lnTo>
                  <a:cubicBezTo>
                    <a:pt x="588893" y="386579"/>
                    <a:pt x="589957" y="374618"/>
                    <a:pt x="597980" y="367871"/>
                  </a:cubicBezTo>
                  <a:cubicBezTo>
                    <a:pt x="606019" y="361084"/>
                    <a:pt x="618038" y="362100"/>
                    <a:pt x="624825" y="370139"/>
                  </a:cubicBezTo>
                  <a:cubicBezTo>
                    <a:pt x="624830" y="370144"/>
                    <a:pt x="624835" y="370151"/>
                    <a:pt x="624840" y="370157"/>
                  </a:cubicBezTo>
                  <a:cubicBezTo>
                    <a:pt x="631891" y="377964"/>
                    <a:pt x="631279" y="390011"/>
                    <a:pt x="623471" y="397063"/>
                  </a:cubicBezTo>
                  <a:cubicBezTo>
                    <a:pt x="619858" y="400325"/>
                    <a:pt x="615133" y="402082"/>
                    <a:pt x="610267" y="401970"/>
                  </a:cubicBezTo>
                  <a:close/>
                  <a:moveTo>
                    <a:pt x="563594" y="357679"/>
                  </a:moveTo>
                  <a:lnTo>
                    <a:pt x="563594" y="357679"/>
                  </a:lnTo>
                  <a:cubicBezTo>
                    <a:pt x="553073" y="357679"/>
                    <a:pt x="544544" y="349150"/>
                    <a:pt x="544544" y="338629"/>
                  </a:cubicBezTo>
                  <a:cubicBezTo>
                    <a:pt x="544520" y="328608"/>
                    <a:pt x="552263" y="320280"/>
                    <a:pt x="562261" y="319579"/>
                  </a:cubicBezTo>
                  <a:lnTo>
                    <a:pt x="563975" y="319579"/>
                  </a:lnTo>
                  <a:cubicBezTo>
                    <a:pt x="574497" y="319579"/>
                    <a:pt x="583025" y="328108"/>
                    <a:pt x="583025" y="338629"/>
                  </a:cubicBezTo>
                  <a:cubicBezTo>
                    <a:pt x="583027" y="349150"/>
                    <a:pt x="574500" y="357681"/>
                    <a:pt x="563979" y="357683"/>
                  </a:cubicBezTo>
                  <a:cubicBezTo>
                    <a:pt x="563850" y="357683"/>
                    <a:pt x="563723" y="357682"/>
                    <a:pt x="563594" y="357679"/>
                  </a:cubicBezTo>
                  <a:close/>
                  <a:moveTo>
                    <a:pt x="301371" y="427688"/>
                  </a:moveTo>
                  <a:cubicBezTo>
                    <a:pt x="301371" y="419797"/>
                    <a:pt x="294974" y="413400"/>
                    <a:pt x="287084" y="413400"/>
                  </a:cubicBezTo>
                  <a:lnTo>
                    <a:pt x="165068" y="413400"/>
                  </a:lnTo>
                  <a:cubicBezTo>
                    <a:pt x="157199" y="413348"/>
                    <a:pt x="150833" y="406982"/>
                    <a:pt x="150781" y="399113"/>
                  </a:cubicBezTo>
                  <a:lnTo>
                    <a:pt x="150781" y="367204"/>
                  </a:lnTo>
                  <a:cubicBezTo>
                    <a:pt x="151038" y="359500"/>
                    <a:pt x="157360" y="353388"/>
                    <a:pt x="165068" y="353393"/>
                  </a:cubicBezTo>
                  <a:lnTo>
                    <a:pt x="278511" y="353393"/>
                  </a:lnTo>
                  <a:cubicBezTo>
                    <a:pt x="286402" y="353393"/>
                    <a:pt x="292799" y="346996"/>
                    <a:pt x="292799" y="339105"/>
                  </a:cubicBezTo>
                  <a:cubicBezTo>
                    <a:pt x="292799" y="331215"/>
                    <a:pt x="286402" y="324818"/>
                    <a:pt x="278511" y="324818"/>
                  </a:cubicBezTo>
                  <a:lnTo>
                    <a:pt x="165068" y="324818"/>
                  </a:lnTo>
                  <a:cubicBezTo>
                    <a:pt x="141396" y="324818"/>
                    <a:pt x="122206" y="344008"/>
                    <a:pt x="122206" y="367680"/>
                  </a:cubicBezTo>
                  <a:lnTo>
                    <a:pt x="122206" y="399113"/>
                  </a:lnTo>
                  <a:cubicBezTo>
                    <a:pt x="122258" y="422763"/>
                    <a:pt x="141418" y="441923"/>
                    <a:pt x="165068" y="441975"/>
                  </a:cubicBezTo>
                  <a:lnTo>
                    <a:pt x="287084" y="441975"/>
                  </a:lnTo>
                  <a:cubicBezTo>
                    <a:pt x="294974" y="441975"/>
                    <a:pt x="301371" y="435578"/>
                    <a:pt x="301371" y="427688"/>
                  </a:cubicBezTo>
                  <a:close/>
                  <a:moveTo>
                    <a:pt x="98393" y="399113"/>
                  </a:moveTo>
                  <a:lnTo>
                    <a:pt x="98393" y="367204"/>
                  </a:lnTo>
                  <a:cubicBezTo>
                    <a:pt x="98393" y="343532"/>
                    <a:pt x="79203" y="324342"/>
                    <a:pt x="55531" y="324342"/>
                  </a:cubicBezTo>
                  <a:lnTo>
                    <a:pt x="14288" y="324342"/>
                  </a:lnTo>
                  <a:cubicBezTo>
                    <a:pt x="6397" y="324342"/>
                    <a:pt x="0" y="330739"/>
                    <a:pt x="0" y="338629"/>
                  </a:cubicBezTo>
                  <a:cubicBezTo>
                    <a:pt x="0" y="346520"/>
                    <a:pt x="6397" y="352917"/>
                    <a:pt x="14288" y="352917"/>
                  </a:cubicBezTo>
                  <a:lnTo>
                    <a:pt x="55721" y="352917"/>
                  </a:lnTo>
                  <a:cubicBezTo>
                    <a:pt x="63612" y="352917"/>
                    <a:pt x="70009" y="359314"/>
                    <a:pt x="70009" y="367204"/>
                  </a:cubicBezTo>
                  <a:lnTo>
                    <a:pt x="70009" y="399113"/>
                  </a:lnTo>
                  <a:cubicBezTo>
                    <a:pt x="70009" y="407003"/>
                    <a:pt x="63612" y="413400"/>
                    <a:pt x="55721" y="413400"/>
                  </a:cubicBezTo>
                  <a:lnTo>
                    <a:pt x="14288" y="413400"/>
                  </a:lnTo>
                  <a:cubicBezTo>
                    <a:pt x="6397" y="413400"/>
                    <a:pt x="0" y="419797"/>
                    <a:pt x="0" y="427688"/>
                  </a:cubicBezTo>
                  <a:cubicBezTo>
                    <a:pt x="0" y="435578"/>
                    <a:pt x="6397" y="441975"/>
                    <a:pt x="14288" y="441975"/>
                  </a:cubicBezTo>
                  <a:lnTo>
                    <a:pt x="55721" y="441975"/>
                  </a:lnTo>
                  <a:cubicBezTo>
                    <a:pt x="79298" y="441818"/>
                    <a:pt x="98342" y="422689"/>
                    <a:pt x="98393" y="399113"/>
                  </a:cubicBezTo>
                  <a:close/>
                  <a:moveTo>
                    <a:pt x="305276" y="277193"/>
                  </a:moveTo>
                  <a:cubicBezTo>
                    <a:pt x="305276" y="269302"/>
                    <a:pt x="298879" y="262905"/>
                    <a:pt x="290989" y="262905"/>
                  </a:cubicBezTo>
                  <a:lnTo>
                    <a:pt x="288131" y="262905"/>
                  </a:lnTo>
                  <a:cubicBezTo>
                    <a:pt x="280241" y="262905"/>
                    <a:pt x="273844" y="256508"/>
                    <a:pt x="273844" y="248618"/>
                  </a:cubicBezTo>
                  <a:lnTo>
                    <a:pt x="273844" y="216328"/>
                  </a:lnTo>
                  <a:cubicBezTo>
                    <a:pt x="273844" y="208438"/>
                    <a:pt x="280241" y="202041"/>
                    <a:pt x="288131" y="202041"/>
                  </a:cubicBezTo>
                  <a:lnTo>
                    <a:pt x="329660" y="202041"/>
                  </a:lnTo>
                  <a:cubicBezTo>
                    <a:pt x="337551" y="202041"/>
                    <a:pt x="343948" y="195644"/>
                    <a:pt x="343948" y="187753"/>
                  </a:cubicBezTo>
                  <a:cubicBezTo>
                    <a:pt x="343948" y="179863"/>
                    <a:pt x="337551" y="173466"/>
                    <a:pt x="329660" y="173466"/>
                  </a:cubicBezTo>
                  <a:lnTo>
                    <a:pt x="288131" y="173466"/>
                  </a:lnTo>
                  <a:cubicBezTo>
                    <a:pt x="264481" y="173518"/>
                    <a:pt x="245321" y="192677"/>
                    <a:pt x="245269" y="216328"/>
                  </a:cubicBezTo>
                  <a:lnTo>
                    <a:pt x="245269" y="248618"/>
                  </a:lnTo>
                  <a:cubicBezTo>
                    <a:pt x="245321" y="272268"/>
                    <a:pt x="264481" y="291428"/>
                    <a:pt x="288131" y="291480"/>
                  </a:cubicBezTo>
                  <a:lnTo>
                    <a:pt x="290989" y="291480"/>
                  </a:lnTo>
                  <a:cubicBezTo>
                    <a:pt x="298879" y="291480"/>
                    <a:pt x="305276" y="285083"/>
                    <a:pt x="305276" y="277193"/>
                  </a:cubicBezTo>
                  <a:close/>
                  <a:moveTo>
                    <a:pt x="446818" y="578469"/>
                  </a:moveTo>
                  <a:cubicBezTo>
                    <a:pt x="446818" y="570578"/>
                    <a:pt x="440421" y="564181"/>
                    <a:pt x="432530" y="564181"/>
                  </a:cubicBezTo>
                  <a:lnTo>
                    <a:pt x="288131" y="564181"/>
                  </a:lnTo>
                  <a:cubicBezTo>
                    <a:pt x="280241" y="564181"/>
                    <a:pt x="273844" y="557784"/>
                    <a:pt x="273844" y="549894"/>
                  </a:cubicBezTo>
                  <a:lnTo>
                    <a:pt x="273844" y="517985"/>
                  </a:lnTo>
                  <a:cubicBezTo>
                    <a:pt x="273844" y="510094"/>
                    <a:pt x="280241" y="503697"/>
                    <a:pt x="288131" y="503697"/>
                  </a:cubicBezTo>
                  <a:lnTo>
                    <a:pt x="312992" y="503697"/>
                  </a:lnTo>
                  <a:cubicBezTo>
                    <a:pt x="320882" y="503697"/>
                    <a:pt x="327279" y="497300"/>
                    <a:pt x="327279" y="489410"/>
                  </a:cubicBezTo>
                  <a:cubicBezTo>
                    <a:pt x="327279" y="481519"/>
                    <a:pt x="320882" y="475122"/>
                    <a:pt x="312992" y="475122"/>
                  </a:cubicBezTo>
                  <a:lnTo>
                    <a:pt x="288131" y="475122"/>
                  </a:lnTo>
                  <a:cubicBezTo>
                    <a:pt x="264481" y="475175"/>
                    <a:pt x="245321" y="494334"/>
                    <a:pt x="245269" y="517985"/>
                  </a:cubicBezTo>
                  <a:lnTo>
                    <a:pt x="245269" y="549894"/>
                  </a:lnTo>
                  <a:cubicBezTo>
                    <a:pt x="245321" y="573544"/>
                    <a:pt x="264481" y="592704"/>
                    <a:pt x="288131" y="592756"/>
                  </a:cubicBezTo>
                  <a:lnTo>
                    <a:pt x="432530" y="592756"/>
                  </a:lnTo>
                  <a:cubicBezTo>
                    <a:pt x="440421" y="592756"/>
                    <a:pt x="446818" y="586359"/>
                    <a:pt x="446818" y="57846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13" tIns="45694" rIns="91413" bIns="45694" anchor="ctr" anchorCtr="0">
              <a:noAutofit/>
            </a:bodyPr>
            <a:lstStyle/>
            <a:p>
              <a:pPr marL="0" marR="0" lvl="0" indent="0" algn="l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Tx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CFB4ED4-F589-939A-A2F7-2658FAD2B402}"/>
              </a:ext>
            </a:extLst>
          </p:cNvPr>
          <p:cNvCxnSpPr>
            <a:cxnSpLocks/>
            <a:endCxn id="115" idx="4"/>
          </p:cNvCxnSpPr>
          <p:nvPr/>
        </p:nvCxnSpPr>
        <p:spPr>
          <a:xfrm flipV="1">
            <a:off x="9718601" y="1964135"/>
            <a:ext cx="1497" cy="333278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42AA8C3B-B49F-3D22-33F4-A265F27B2A6A}"/>
              </a:ext>
            </a:extLst>
          </p:cNvPr>
          <p:cNvCxnSpPr>
            <a:cxnSpLocks/>
            <a:endCxn id="108" idx="5"/>
          </p:cNvCxnSpPr>
          <p:nvPr/>
        </p:nvCxnSpPr>
        <p:spPr>
          <a:xfrm flipH="1" flipV="1">
            <a:off x="9833896" y="3052593"/>
            <a:ext cx="4659" cy="1819041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33F59B0-4C7D-35FB-545E-95D26CBD6AA2}"/>
              </a:ext>
            </a:extLst>
          </p:cNvPr>
          <p:cNvGrpSpPr/>
          <p:nvPr/>
        </p:nvGrpSpPr>
        <p:grpSpPr>
          <a:xfrm>
            <a:off x="7875397" y="5655551"/>
            <a:ext cx="261464" cy="58053"/>
            <a:chOff x="5844419" y="4924313"/>
            <a:chExt cx="261481" cy="58057"/>
          </a:xfrm>
          <a:solidFill>
            <a:schemeClr val="tx1">
              <a:lumMod val="65000"/>
            </a:schemeClr>
          </a:solidFill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665382A3-9C27-5592-B71D-784B667EFCAC}"/>
                </a:ext>
              </a:extLst>
            </p:cNvPr>
            <p:cNvSpPr/>
            <p:nvPr/>
          </p:nvSpPr>
          <p:spPr>
            <a:xfrm>
              <a:off x="5844419" y="4924313"/>
              <a:ext cx="58057" cy="580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43B0859-2D6A-36DF-CB90-AF717849DF67}"/>
                </a:ext>
              </a:extLst>
            </p:cNvPr>
            <p:cNvSpPr/>
            <p:nvPr/>
          </p:nvSpPr>
          <p:spPr>
            <a:xfrm>
              <a:off x="5946131" y="4924313"/>
              <a:ext cx="58057" cy="580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7B8E94CB-4ADD-7CF8-50FE-D7888D4103DC}"/>
                </a:ext>
              </a:extLst>
            </p:cNvPr>
            <p:cNvSpPr/>
            <p:nvPr/>
          </p:nvSpPr>
          <p:spPr>
            <a:xfrm>
              <a:off x="6047843" y="4924313"/>
              <a:ext cx="58057" cy="580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</p:grp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3A3501B-6477-7D1D-E6C8-4A7249ECD674}"/>
              </a:ext>
            </a:extLst>
          </p:cNvPr>
          <p:cNvCxnSpPr>
            <a:cxnSpLocks/>
            <a:stCxn id="79" idx="0"/>
            <a:endCxn id="108" idx="3"/>
          </p:cNvCxnSpPr>
          <p:nvPr/>
        </p:nvCxnSpPr>
        <p:spPr>
          <a:xfrm flipV="1">
            <a:off x="5868250" y="3052593"/>
            <a:ext cx="3743112" cy="1758116"/>
          </a:xfrm>
          <a:prstGeom prst="straightConnector1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52C24064-FA97-8D7C-02A0-674AC445A196}"/>
              </a:ext>
            </a:extLst>
          </p:cNvPr>
          <p:cNvCxnSpPr>
            <a:cxnSpLocks/>
            <a:endCxn id="38" idx="5"/>
          </p:cNvCxnSpPr>
          <p:nvPr/>
        </p:nvCxnSpPr>
        <p:spPr>
          <a:xfrm flipH="1" flipV="1">
            <a:off x="2951663" y="3052593"/>
            <a:ext cx="2919580" cy="1751121"/>
          </a:xfrm>
          <a:prstGeom prst="straightConnector1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3C8FE33-4041-E9CF-213A-B39E7E21285F}"/>
              </a:ext>
            </a:extLst>
          </p:cNvPr>
          <p:cNvCxnSpPr>
            <a:cxnSpLocks/>
            <a:stCxn id="108" idx="2"/>
            <a:endCxn id="35" idx="0"/>
          </p:cNvCxnSpPr>
          <p:nvPr/>
        </p:nvCxnSpPr>
        <p:spPr>
          <a:xfrm flipH="1">
            <a:off x="2844794" y="2941327"/>
            <a:ext cx="6720478" cy="1869350"/>
          </a:xfrm>
          <a:prstGeom prst="straightConnector1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E170DA8-10F3-3FA2-A937-3F747C277173}"/>
              </a:ext>
            </a:extLst>
          </p:cNvPr>
          <p:cNvCxnSpPr>
            <a:cxnSpLocks/>
            <a:stCxn id="96" idx="0"/>
            <a:endCxn id="38" idx="6"/>
          </p:cNvCxnSpPr>
          <p:nvPr/>
        </p:nvCxnSpPr>
        <p:spPr>
          <a:xfrm flipH="1" flipV="1">
            <a:off x="2997752" y="2941326"/>
            <a:ext cx="6712179" cy="1869383"/>
          </a:xfrm>
          <a:prstGeom prst="straightConnector1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913DC60-7400-22F9-F1DE-375E7D292C88}"/>
              </a:ext>
            </a:extLst>
          </p:cNvPr>
          <p:cNvCxnSpPr>
            <a:cxnSpLocks/>
            <a:stCxn id="96" idx="1"/>
            <a:endCxn id="79" idx="7"/>
          </p:cNvCxnSpPr>
          <p:nvPr/>
        </p:nvCxnSpPr>
        <p:spPr>
          <a:xfrm flipH="1">
            <a:off x="5979516" y="4856797"/>
            <a:ext cx="3619147" cy="0"/>
          </a:xfrm>
          <a:prstGeom prst="straightConnector1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4701C85-6C5C-A124-93C3-5BA70EBAD2D2}"/>
              </a:ext>
            </a:extLst>
          </p:cNvPr>
          <p:cNvCxnSpPr>
            <a:cxnSpLocks/>
            <a:stCxn id="79" idx="1"/>
            <a:endCxn id="35" idx="7"/>
          </p:cNvCxnSpPr>
          <p:nvPr/>
        </p:nvCxnSpPr>
        <p:spPr>
          <a:xfrm flipH="1" flipV="1">
            <a:off x="2956061" y="4856766"/>
            <a:ext cx="2800921" cy="32"/>
          </a:xfrm>
          <a:prstGeom prst="straightConnector1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5D8CFCBB-BE79-C399-4271-D4C0BA5D6BDA}"/>
              </a:ext>
            </a:extLst>
          </p:cNvPr>
          <p:cNvSpPr txBox="1"/>
          <p:nvPr/>
        </p:nvSpPr>
        <p:spPr>
          <a:xfrm>
            <a:off x="2556152" y="1425595"/>
            <a:ext cx="6158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NGFW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5349AD9-33C8-DE86-3F82-169209FBA2E7}"/>
              </a:ext>
            </a:extLst>
          </p:cNvPr>
          <p:cNvSpPr txBox="1"/>
          <p:nvPr/>
        </p:nvSpPr>
        <p:spPr>
          <a:xfrm>
            <a:off x="9434449" y="1425595"/>
            <a:ext cx="6158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NGFW</a:t>
            </a:r>
          </a:p>
        </p:txBody>
      </p:sp>
      <p:sp>
        <p:nvSpPr>
          <p:cNvPr id="131" name="Freeform 130">
            <a:extLst>
              <a:ext uri="{FF2B5EF4-FFF2-40B4-BE49-F238E27FC236}">
                <a16:creationId xmlns:a16="http://schemas.microsoft.com/office/drawing/2014/main" id="{F3445E1D-7301-676E-CBF0-A71228B6F54D}"/>
              </a:ext>
            </a:extLst>
          </p:cNvPr>
          <p:cNvSpPr/>
          <p:nvPr/>
        </p:nvSpPr>
        <p:spPr>
          <a:xfrm>
            <a:off x="2610784" y="4225103"/>
            <a:ext cx="3215250" cy="1641938"/>
          </a:xfrm>
          <a:custGeom>
            <a:avLst/>
            <a:gdLst>
              <a:gd name="csX0" fmla="*/ 0 w 14945710"/>
              <a:gd name="csY0" fmla="*/ 2649152 h 2838338"/>
              <a:gd name="csX1" fmla="*/ 8198068 w 14945710"/>
              <a:gd name="csY1" fmla="*/ 545 h 2838338"/>
              <a:gd name="csX2" fmla="*/ 14945710 w 14945710"/>
              <a:gd name="csY2" fmla="*/ 2838338 h 2838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945710" h="2838338">
                <a:moveTo>
                  <a:pt x="0" y="2649152"/>
                </a:moveTo>
                <a:cubicBezTo>
                  <a:pt x="2853558" y="1309083"/>
                  <a:pt x="5707116" y="-30986"/>
                  <a:pt x="8198068" y="545"/>
                </a:cubicBezTo>
                <a:cubicBezTo>
                  <a:pt x="10689020" y="32076"/>
                  <a:pt x="13747531" y="2281290"/>
                  <a:pt x="14945710" y="2838338"/>
                </a:cubicBezTo>
              </a:path>
            </a:pathLst>
          </a:cu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32" name="Freeform 131">
            <a:extLst>
              <a:ext uri="{FF2B5EF4-FFF2-40B4-BE49-F238E27FC236}">
                <a16:creationId xmlns:a16="http://schemas.microsoft.com/office/drawing/2014/main" id="{619A04AF-1E6A-7867-714E-47EEE99A03ED}"/>
              </a:ext>
            </a:extLst>
          </p:cNvPr>
          <p:cNvSpPr/>
          <p:nvPr/>
        </p:nvSpPr>
        <p:spPr>
          <a:xfrm rot="5400000">
            <a:off x="784512" y="3615245"/>
            <a:ext cx="3824789" cy="438144"/>
          </a:xfrm>
          <a:custGeom>
            <a:avLst/>
            <a:gdLst>
              <a:gd name="csX0" fmla="*/ 0 w 14945710"/>
              <a:gd name="csY0" fmla="*/ 2649152 h 2838338"/>
              <a:gd name="csX1" fmla="*/ 8198068 w 14945710"/>
              <a:gd name="csY1" fmla="*/ 545 h 2838338"/>
              <a:gd name="csX2" fmla="*/ 14945710 w 14945710"/>
              <a:gd name="csY2" fmla="*/ 2838338 h 2838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945710" h="2838338">
                <a:moveTo>
                  <a:pt x="0" y="2649152"/>
                </a:moveTo>
                <a:cubicBezTo>
                  <a:pt x="2853558" y="1309083"/>
                  <a:pt x="5707116" y="-30986"/>
                  <a:pt x="8198068" y="545"/>
                </a:cubicBezTo>
                <a:cubicBezTo>
                  <a:pt x="10689020" y="32076"/>
                  <a:pt x="13747531" y="2281290"/>
                  <a:pt x="14945710" y="2838338"/>
                </a:cubicBezTo>
              </a:path>
            </a:pathLst>
          </a:cu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33" name="Freeform 132">
            <a:extLst>
              <a:ext uri="{FF2B5EF4-FFF2-40B4-BE49-F238E27FC236}">
                <a16:creationId xmlns:a16="http://schemas.microsoft.com/office/drawing/2014/main" id="{CFE4022D-79E8-C1DA-4D71-2E58D8E56BCA}"/>
              </a:ext>
            </a:extLst>
          </p:cNvPr>
          <p:cNvSpPr/>
          <p:nvPr/>
        </p:nvSpPr>
        <p:spPr>
          <a:xfrm>
            <a:off x="6855174" y="4254160"/>
            <a:ext cx="3693821" cy="1641938"/>
          </a:xfrm>
          <a:custGeom>
            <a:avLst/>
            <a:gdLst>
              <a:gd name="csX0" fmla="*/ 0 w 14945710"/>
              <a:gd name="csY0" fmla="*/ 2649152 h 2838338"/>
              <a:gd name="csX1" fmla="*/ 8198068 w 14945710"/>
              <a:gd name="csY1" fmla="*/ 545 h 2838338"/>
              <a:gd name="csX2" fmla="*/ 14945710 w 14945710"/>
              <a:gd name="csY2" fmla="*/ 2838338 h 2838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945710" h="2838338">
                <a:moveTo>
                  <a:pt x="0" y="2649152"/>
                </a:moveTo>
                <a:cubicBezTo>
                  <a:pt x="2853558" y="1309083"/>
                  <a:pt x="5707116" y="-30986"/>
                  <a:pt x="8198068" y="545"/>
                </a:cubicBezTo>
                <a:cubicBezTo>
                  <a:pt x="10689020" y="32076"/>
                  <a:pt x="13747531" y="2281290"/>
                  <a:pt x="14945710" y="2838338"/>
                </a:cubicBezTo>
              </a:path>
            </a:pathLst>
          </a:cu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34" name="Freeform 133">
            <a:extLst>
              <a:ext uri="{FF2B5EF4-FFF2-40B4-BE49-F238E27FC236}">
                <a16:creationId xmlns:a16="http://schemas.microsoft.com/office/drawing/2014/main" id="{0AFEF0E4-77F1-E470-6F1F-2A64FEC9420C}"/>
              </a:ext>
            </a:extLst>
          </p:cNvPr>
          <p:cNvSpPr/>
          <p:nvPr/>
        </p:nvSpPr>
        <p:spPr>
          <a:xfrm rot="19159289">
            <a:off x="5018244" y="3526605"/>
            <a:ext cx="5744868" cy="438144"/>
          </a:xfrm>
          <a:custGeom>
            <a:avLst/>
            <a:gdLst>
              <a:gd name="csX0" fmla="*/ 0 w 14945710"/>
              <a:gd name="csY0" fmla="*/ 2649152 h 2838338"/>
              <a:gd name="csX1" fmla="*/ 8198068 w 14945710"/>
              <a:gd name="csY1" fmla="*/ 545 h 2838338"/>
              <a:gd name="csX2" fmla="*/ 14945710 w 14945710"/>
              <a:gd name="csY2" fmla="*/ 2838338 h 2838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945710" h="2838338">
                <a:moveTo>
                  <a:pt x="0" y="2649152"/>
                </a:moveTo>
                <a:cubicBezTo>
                  <a:pt x="2853558" y="1309083"/>
                  <a:pt x="5707116" y="-30986"/>
                  <a:pt x="8198068" y="545"/>
                </a:cubicBezTo>
                <a:cubicBezTo>
                  <a:pt x="10689020" y="32076"/>
                  <a:pt x="13747531" y="2281290"/>
                  <a:pt x="14945710" y="2838338"/>
                </a:cubicBezTo>
              </a:path>
            </a:pathLst>
          </a:cu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35" name="Freeform 134">
            <a:extLst>
              <a:ext uri="{FF2B5EF4-FFF2-40B4-BE49-F238E27FC236}">
                <a16:creationId xmlns:a16="http://schemas.microsoft.com/office/drawing/2014/main" id="{6099FE8D-3876-3449-30ED-C0DB0809C3D1}"/>
              </a:ext>
            </a:extLst>
          </p:cNvPr>
          <p:cNvSpPr/>
          <p:nvPr/>
        </p:nvSpPr>
        <p:spPr>
          <a:xfrm rot="1946087">
            <a:off x="2970945" y="3438356"/>
            <a:ext cx="7096008" cy="438144"/>
          </a:xfrm>
          <a:custGeom>
            <a:avLst/>
            <a:gdLst>
              <a:gd name="csX0" fmla="*/ 0 w 14945710"/>
              <a:gd name="csY0" fmla="*/ 2649152 h 2838338"/>
              <a:gd name="csX1" fmla="*/ 8198068 w 14945710"/>
              <a:gd name="csY1" fmla="*/ 545 h 2838338"/>
              <a:gd name="csX2" fmla="*/ 14945710 w 14945710"/>
              <a:gd name="csY2" fmla="*/ 2838338 h 2838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945710" h="2838338">
                <a:moveTo>
                  <a:pt x="0" y="2649152"/>
                </a:moveTo>
                <a:cubicBezTo>
                  <a:pt x="2853558" y="1309083"/>
                  <a:pt x="5707116" y="-30986"/>
                  <a:pt x="8198068" y="545"/>
                </a:cubicBezTo>
                <a:cubicBezTo>
                  <a:pt x="10689020" y="32076"/>
                  <a:pt x="13747531" y="2281290"/>
                  <a:pt x="14945710" y="2838338"/>
                </a:cubicBezTo>
              </a:path>
            </a:pathLst>
          </a:cu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36" name="Freeform 135">
            <a:extLst>
              <a:ext uri="{FF2B5EF4-FFF2-40B4-BE49-F238E27FC236}">
                <a16:creationId xmlns:a16="http://schemas.microsoft.com/office/drawing/2014/main" id="{1CC163CF-80A3-F348-087D-26A75369AFB6}"/>
              </a:ext>
            </a:extLst>
          </p:cNvPr>
          <p:cNvSpPr>
            <a:spLocks noChangeAspect="1"/>
          </p:cNvSpPr>
          <p:nvPr/>
        </p:nvSpPr>
        <p:spPr>
          <a:xfrm>
            <a:off x="2085355" y="5780258"/>
            <a:ext cx="218264" cy="321585"/>
          </a:xfrm>
          <a:custGeom>
            <a:avLst/>
            <a:gdLst>
              <a:gd name="connsiteX0" fmla="*/ 1183398 w 3801778"/>
              <a:gd name="connsiteY0" fmla="*/ 3491472 h 5601424"/>
              <a:gd name="connsiteX1" fmla="*/ 2618381 w 3801778"/>
              <a:gd name="connsiteY1" fmla="*/ 3491472 h 5601424"/>
              <a:gd name="connsiteX2" fmla="*/ 3801778 w 3801778"/>
              <a:gd name="connsiteY2" fmla="*/ 4674870 h 5601424"/>
              <a:gd name="connsiteX3" fmla="*/ 3801778 w 3801778"/>
              <a:gd name="connsiteY3" fmla="*/ 5469938 h 5601424"/>
              <a:gd name="connsiteX4" fmla="*/ 3670292 w 3801778"/>
              <a:gd name="connsiteY4" fmla="*/ 5601424 h 5601424"/>
              <a:gd name="connsiteX5" fmla="*/ 3538806 w 3801778"/>
              <a:gd name="connsiteY5" fmla="*/ 5469938 h 5601424"/>
              <a:gd name="connsiteX6" fmla="*/ 3538806 w 3801778"/>
              <a:gd name="connsiteY6" fmla="*/ 4674870 h 5601424"/>
              <a:gd name="connsiteX7" fmla="*/ 2618381 w 3801778"/>
              <a:gd name="connsiteY7" fmla="*/ 3754445 h 5601424"/>
              <a:gd name="connsiteX8" fmla="*/ 1183398 w 3801778"/>
              <a:gd name="connsiteY8" fmla="*/ 3754445 h 5601424"/>
              <a:gd name="connsiteX9" fmla="*/ 262973 w 3801778"/>
              <a:gd name="connsiteY9" fmla="*/ 4674870 h 5601424"/>
              <a:gd name="connsiteX10" fmla="*/ 262973 w 3801778"/>
              <a:gd name="connsiteY10" fmla="*/ 5469938 h 5601424"/>
              <a:gd name="connsiteX11" fmla="*/ 131487 w 3801778"/>
              <a:gd name="connsiteY11" fmla="*/ 5601424 h 5601424"/>
              <a:gd name="connsiteX12" fmla="*/ 0 w 3801778"/>
              <a:gd name="connsiteY12" fmla="*/ 5469938 h 5601424"/>
              <a:gd name="connsiteX13" fmla="*/ 0 w 3801778"/>
              <a:gd name="connsiteY13" fmla="*/ 4674870 h 5601424"/>
              <a:gd name="connsiteX14" fmla="*/ 1183398 w 3801778"/>
              <a:gd name="connsiteY14" fmla="*/ 3491472 h 5601424"/>
              <a:gd name="connsiteX15" fmla="*/ 2599442 w 3801778"/>
              <a:gd name="connsiteY15" fmla="*/ 1732868 h 5601424"/>
              <a:gd name="connsiteX16" fmla="*/ 2692892 w 3801778"/>
              <a:gd name="connsiteY16" fmla="*/ 1843447 h 5601424"/>
              <a:gd name="connsiteX17" fmla="*/ 2526332 w 3801778"/>
              <a:gd name="connsiteY17" fmla="*/ 2077496 h 5601424"/>
              <a:gd name="connsiteX18" fmla="*/ 2239692 w 3801778"/>
              <a:gd name="connsiteY18" fmla="*/ 2059086 h 5601424"/>
              <a:gd name="connsiteX19" fmla="*/ 2239692 w 3801778"/>
              <a:gd name="connsiteY19" fmla="*/ 2059959 h 5601424"/>
              <a:gd name="connsiteX20" fmla="*/ 2254591 w 3801778"/>
              <a:gd name="connsiteY20" fmla="*/ 1881139 h 5601424"/>
              <a:gd name="connsiteX21" fmla="*/ 2544742 w 3801778"/>
              <a:gd name="connsiteY21" fmla="*/ 1742630 h 5601424"/>
              <a:gd name="connsiteX22" fmla="*/ 2599442 w 3801778"/>
              <a:gd name="connsiteY22" fmla="*/ 1732868 h 5601424"/>
              <a:gd name="connsiteX23" fmla="*/ 1202325 w 3801778"/>
              <a:gd name="connsiteY23" fmla="*/ 1732016 h 5601424"/>
              <a:gd name="connsiteX24" fmla="*/ 1257036 w 3801778"/>
              <a:gd name="connsiteY24" fmla="*/ 1741778 h 5601424"/>
              <a:gd name="connsiteX25" fmla="*/ 1547187 w 3801778"/>
              <a:gd name="connsiteY25" fmla="*/ 1880287 h 5601424"/>
              <a:gd name="connsiteX26" fmla="*/ 1562086 w 3801778"/>
              <a:gd name="connsiteY26" fmla="*/ 2059107 h 5601424"/>
              <a:gd name="connsiteX27" fmla="*/ 1275446 w 3801778"/>
              <a:gd name="connsiteY27" fmla="*/ 2077517 h 5601424"/>
              <a:gd name="connsiteX28" fmla="*/ 1108886 w 3801778"/>
              <a:gd name="connsiteY28" fmla="*/ 1843468 h 5601424"/>
              <a:gd name="connsiteX29" fmla="*/ 1108886 w 3801778"/>
              <a:gd name="connsiteY29" fmla="*/ 1842595 h 5601424"/>
              <a:gd name="connsiteX30" fmla="*/ 1202325 w 3801778"/>
              <a:gd name="connsiteY30" fmla="*/ 1732016 h 5601424"/>
              <a:gd name="connsiteX31" fmla="*/ 3136430 w 3801778"/>
              <a:gd name="connsiteY31" fmla="*/ 1704106 h 5601424"/>
              <a:gd name="connsiteX32" fmla="*/ 3270556 w 3801778"/>
              <a:gd name="connsiteY32" fmla="*/ 1832974 h 5601424"/>
              <a:gd name="connsiteX33" fmla="*/ 3272322 w 3801778"/>
              <a:gd name="connsiteY33" fmla="*/ 1861025 h 5601424"/>
              <a:gd name="connsiteX34" fmla="*/ 1900443 w 3801778"/>
              <a:gd name="connsiteY34" fmla="*/ 3232011 h 5601424"/>
              <a:gd name="connsiteX35" fmla="*/ 529457 w 3801778"/>
              <a:gd name="connsiteY35" fmla="*/ 1861025 h 5601424"/>
              <a:gd name="connsiteX36" fmla="*/ 530330 w 3801778"/>
              <a:gd name="connsiteY36" fmla="*/ 1837359 h 5601424"/>
              <a:gd name="connsiteX37" fmla="*/ 664455 w 3801778"/>
              <a:gd name="connsiteY37" fmla="*/ 1705852 h 5601424"/>
              <a:gd name="connsiteX38" fmla="*/ 793303 w 3801778"/>
              <a:gd name="connsiteY38" fmla="*/ 1837359 h 5601424"/>
              <a:gd name="connsiteX39" fmla="*/ 792430 w 3801778"/>
              <a:gd name="connsiteY39" fmla="*/ 1856641 h 5601424"/>
              <a:gd name="connsiteX40" fmla="*/ 1900443 w 3801778"/>
              <a:gd name="connsiteY40" fmla="*/ 2969038 h 5601424"/>
              <a:gd name="connsiteX41" fmla="*/ 3009328 w 3801778"/>
              <a:gd name="connsiteY41" fmla="*/ 1861025 h 5601424"/>
              <a:gd name="connsiteX42" fmla="*/ 3007583 w 3801778"/>
              <a:gd name="connsiteY42" fmla="*/ 1838231 h 5601424"/>
              <a:gd name="connsiteX43" fmla="*/ 3136430 w 3801778"/>
              <a:gd name="connsiteY43" fmla="*/ 1704106 h 5601424"/>
              <a:gd name="connsiteX44" fmla="*/ 2686742 w 3801778"/>
              <a:gd name="connsiteY44" fmla="*/ 1125509 h 5601424"/>
              <a:gd name="connsiteX45" fmla="*/ 2691126 w 3801778"/>
              <a:gd name="connsiteY45" fmla="*/ 1125509 h 5601424"/>
              <a:gd name="connsiteX46" fmla="*/ 2866455 w 3801778"/>
              <a:gd name="connsiteY46" fmla="*/ 1300839 h 5601424"/>
              <a:gd name="connsiteX47" fmla="*/ 2691126 w 3801778"/>
              <a:gd name="connsiteY47" fmla="*/ 1476147 h 5601424"/>
              <a:gd name="connsiteX48" fmla="*/ 2513179 w 3801778"/>
              <a:gd name="connsiteY48" fmla="*/ 1300839 h 5601424"/>
              <a:gd name="connsiteX49" fmla="*/ 2686742 w 3801778"/>
              <a:gd name="connsiteY49" fmla="*/ 1125509 h 5601424"/>
              <a:gd name="connsiteX50" fmla="*/ 2158158 w 3801778"/>
              <a:gd name="connsiteY50" fmla="*/ 1125509 h 5601424"/>
              <a:gd name="connsiteX51" fmla="*/ 2165161 w 3801778"/>
              <a:gd name="connsiteY51" fmla="*/ 1125509 h 5601424"/>
              <a:gd name="connsiteX52" fmla="*/ 2340490 w 3801778"/>
              <a:gd name="connsiteY52" fmla="*/ 1300838 h 5601424"/>
              <a:gd name="connsiteX53" fmla="*/ 2165161 w 3801778"/>
              <a:gd name="connsiteY53" fmla="*/ 1476146 h 5601424"/>
              <a:gd name="connsiteX54" fmla="*/ 1986341 w 3801778"/>
              <a:gd name="connsiteY54" fmla="*/ 1300838 h 5601424"/>
              <a:gd name="connsiteX55" fmla="*/ 2158158 w 3801778"/>
              <a:gd name="connsiteY55" fmla="*/ 1125509 h 5601424"/>
              <a:gd name="connsiteX56" fmla="*/ 1632192 w 3801778"/>
              <a:gd name="connsiteY56" fmla="*/ 1125509 h 5601424"/>
              <a:gd name="connsiteX57" fmla="*/ 1636576 w 3801778"/>
              <a:gd name="connsiteY57" fmla="*/ 1125509 h 5601424"/>
              <a:gd name="connsiteX58" fmla="*/ 1811905 w 3801778"/>
              <a:gd name="connsiteY58" fmla="*/ 1300838 h 5601424"/>
              <a:gd name="connsiteX59" fmla="*/ 1811011 w 3801778"/>
              <a:gd name="connsiteY59" fmla="*/ 1300838 h 5601424"/>
              <a:gd name="connsiteX60" fmla="*/ 1635703 w 3801778"/>
              <a:gd name="connsiteY60" fmla="*/ 1476146 h 5601424"/>
              <a:gd name="connsiteX61" fmla="*/ 1458629 w 3801778"/>
              <a:gd name="connsiteY61" fmla="*/ 1300838 h 5601424"/>
              <a:gd name="connsiteX62" fmla="*/ 1632192 w 3801778"/>
              <a:gd name="connsiteY62" fmla="*/ 1125509 h 5601424"/>
              <a:gd name="connsiteX63" fmla="*/ 1875009 w 3801778"/>
              <a:gd name="connsiteY63" fmla="*/ 262973 h 5601424"/>
              <a:gd name="connsiteX64" fmla="*/ 1248247 w 3801778"/>
              <a:gd name="connsiteY64" fmla="*/ 461096 h 5601424"/>
              <a:gd name="connsiteX65" fmla="*/ 2501772 w 3801778"/>
              <a:gd name="connsiteY65" fmla="*/ 461096 h 5601424"/>
              <a:gd name="connsiteX66" fmla="*/ 1875009 w 3801778"/>
              <a:gd name="connsiteY66" fmla="*/ 262973 h 5601424"/>
              <a:gd name="connsiteX67" fmla="*/ 1875009 w 3801778"/>
              <a:gd name="connsiteY67" fmla="*/ 0 h 5601424"/>
              <a:gd name="connsiteX68" fmla="*/ 2898870 w 3801778"/>
              <a:gd name="connsiteY68" fmla="*/ 465480 h 5601424"/>
              <a:gd name="connsiteX69" fmla="*/ 3319634 w 3801778"/>
              <a:gd name="connsiteY69" fmla="*/ 946731 h 5601424"/>
              <a:gd name="connsiteX70" fmla="*/ 3319634 w 3801778"/>
              <a:gd name="connsiteY70" fmla="*/ 1300858 h 5601424"/>
              <a:gd name="connsiteX71" fmla="*/ 3188148 w 3801778"/>
              <a:gd name="connsiteY71" fmla="*/ 1432345 h 5601424"/>
              <a:gd name="connsiteX72" fmla="*/ 3056662 w 3801778"/>
              <a:gd name="connsiteY72" fmla="*/ 1300858 h 5601424"/>
              <a:gd name="connsiteX73" fmla="*/ 3056662 w 3801778"/>
              <a:gd name="connsiteY73" fmla="*/ 946731 h 5601424"/>
              <a:gd name="connsiteX74" fmla="*/ 2833999 w 3801778"/>
              <a:gd name="connsiteY74" fmla="*/ 724068 h 5601424"/>
              <a:gd name="connsiteX75" fmla="*/ 915147 w 3801778"/>
              <a:gd name="connsiteY75" fmla="*/ 724068 h 5601424"/>
              <a:gd name="connsiteX76" fmla="*/ 692485 w 3801778"/>
              <a:gd name="connsiteY76" fmla="*/ 946731 h 5601424"/>
              <a:gd name="connsiteX77" fmla="*/ 692485 w 3801778"/>
              <a:gd name="connsiteY77" fmla="*/ 1169372 h 5601424"/>
              <a:gd name="connsiteX78" fmla="*/ 1134298 w 3801778"/>
              <a:gd name="connsiteY78" fmla="*/ 1169372 h 5601424"/>
              <a:gd name="connsiteX79" fmla="*/ 1265784 w 3801778"/>
              <a:gd name="connsiteY79" fmla="*/ 1300858 h 5601424"/>
              <a:gd name="connsiteX80" fmla="*/ 1134298 w 3801778"/>
              <a:gd name="connsiteY80" fmla="*/ 1432345 h 5601424"/>
              <a:gd name="connsiteX81" fmla="*/ 560999 w 3801778"/>
              <a:gd name="connsiteY81" fmla="*/ 1432345 h 5601424"/>
              <a:gd name="connsiteX82" fmla="*/ 560999 w 3801778"/>
              <a:gd name="connsiteY82" fmla="*/ 1433238 h 5601424"/>
              <a:gd name="connsiteX83" fmla="*/ 429512 w 3801778"/>
              <a:gd name="connsiteY83" fmla="*/ 1301731 h 5601424"/>
              <a:gd name="connsiteX84" fmla="*/ 429512 w 3801778"/>
              <a:gd name="connsiteY84" fmla="*/ 947603 h 5601424"/>
              <a:gd name="connsiteX85" fmla="*/ 850277 w 3801778"/>
              <a:gd name="connsiteY85" fmla="*/ 466353 h 5601424"/>
              <a:gd name="connsiteX86" fmla="*/ 1875009 w 3801778"/>
              <a:gd name="connsiteY86" fmla="*/ 0 h 560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3801778" h="5601424">
                <a:moveTo>
                  <a:pt x="1183398" y="3491472"/>
                </a:moveTo>
                <a:lnTo>
                  <a:pt x="2618381" y="3491472"/>
                </a:lnTo>
                <a:cubicBezTo>
                  <a:pt x="3270576" y="3491472"/>
                  <a:pt x="3801778" y="4022695"/>
                  <a:pt x="3801778" y="4674870"/>
                </a:cubicBezTo>
                <a:lnTo>
                  <a:pt x="3801778" y="5469938"/>
                </a:lnTo>
                <a:cubicBezTo>
                  <a:pt x="3801778" y="5542704"/>
                  <a:pt x="3743058" y="5601424"/>
                  <a:pt x="3670292" y="5601424"/>
                </a:cubicBezTo>
                <a:cubicBezTo>
                  <a:pt x="3597546" y="5601424"/>
                  <a:pt x="3538806" y="5542704"/>
                  <a:pt x="3538806" y="5469938"/>
                </a:cubicBezTo>
                <a:lnTo>
                  <a:pt x="3538806" y="4674870"/>
                </a:lnTo>
                <a:cubicBezTo>
                  <a:pt x="3538806" y="4167334"/>
                  <a:pt x="3125937" y="3754445"/>
                  <a:pt x="2618381" y="3754445"/>
                </a:cubicBezTo>
                <a:lnTo>
                  <a:pt x="1183398" y="3754445"/>
                </a:lnTo>
                <a:cubicBezTo>
                  <a:pt x="675862" y="3754445"/>
                  <a:pt x="262973" y="4167334"/>
                  <a:pt x="262973" y="4674870"/>
                </a:cubicBezTo>
                <a:lnTo>
                  <a:pt x="262973" y="5469938"/>
                </a:lnTo>
                <a:cubicBezTo>
                  <a:pt x="262973" y="5542704"/>
                  <a:pt x="204253" y="5601424"/>
                  <a:pt x="131487" y="5601424"/>
                </a:cubicBezTo>
                <a:cubicBezTo>
                  <a:pt x="58741" y="5601424"/>
                  <a:pt x="0" y="5542704"/>
                  <a:pt x="0" y="5469938"/>
                </a:cubicBezTo>
                <a:lnTo>
                  <a:pt x="0" y="4674870"/>
                </a:lnTo>
                <a:cubicBezTo>
                  <a:pt x="0" y="4022695"/>
                  <a:pt x="531223" y="3491472"/>
                  <a:pt x="1183398" y="3491472"/>
                </a:cubicBezTo>
                <a:close/>
                <a:moveTo>
                  <a:pt x="2599442" y="1732868"/>
                </a:moveTo>
                <a:cubicBezTo>
                  <a:pt x="2653267" y="1737925"/>
                  <a:pt x="2699453" y="1784275"/>
                  <a:pt x="2692892" y="1843447"/>
                </a:cubicBezTo>
                <a:cubicBezTo>
                  <a:pt x="2681485" y="1941625"/>
                  <a:pt x="2621871" y="2031908"/>
                  <a:pt x="2526332" y="2077496"/>
                </a:cubicBezTo>
                <a:cubicBezTo>
                  <a:pt x="2430772" y="2123063"/>
                  <a:pt x="2322952" y="2112549"/>
                  <a:pt x="2239692" y="2059086"/>
                </a:cubicBezTo>
                <a:lnTo>
                  <a:pt x="2239692" y="2059959"/>
                </a:lnTo>
                <a:cubicBezTo>
                  <a:pt x="2173056" y="2017010"/>
                  <a:pt x="2182697" y="1915320"/>
                  <a:pt x="2254591" y="1881139"/>
                </a:cubicBezTo>
                <a:lnTo>
                  <a:pt x="2544742" y="1742630"/>
                </a:lnTo>
                <a:cubicBezTo>
                  <a:pt x="2562710" y="1734085"/>
                  <a:pt x="2581500" y="1731182"/>
                  <a:pt x="2599442" y="1732868"/>
                </a:cubicBezTo>
                <a:close/>
                <a:moveTo>
                  <a:pt x="1202325" y="1732016"/>
                </a:moveTo>
                <a:cubicBezTo>
                  <a:pt x="1220269" y="1730330"/>
                  <a:pt x="1239063" y="1733233"/>
                  <a:pt x="1257036" y="1741778"/>
                </a:cubicBezTo>
                <a:lnTo>
                  <a:pt x="1547187" y="1880287"/>
                </a:lnTo>
                <a:cubicBezTo>
                  <a:pt x="1619060" y="1914468"/>
                  <a:pt x="1628701" y="2016158"/>
                  <a:pt x="1562086" y="2059107"/>
                </a:cubicBezTo>
                <a:cubicBezTo>
                  <a:pt x="1478805" y="2112570"/>
                  <a:pt x="1370986" y="2123105"/>
                  <a:pt x="1275446" y="2077517"/>
                </a:cubicBezTo>
                <a:cubicBezTo>
                  <a:pt x="1179886" y="2031929"/>
                  <a:pt x="1119400" y="1941646"/>
                  <a:pt x="1108886" y="1843468"/>
                </a:cubicBezTo>
                <a:lnTo>
                  <a:pt x="1108886" y="1842595"/>
                </a:lnTo>
                <a:cubicBezTo>
                  <a:pt x="1102309" y="1783423"/>
                  <a:pt x="1148492" y="1737073"/>
                  <a:pt x="1202325" y="1732016"/>
                </a:cubicBezTo>
                <a:close/>
                <a:moveTo>
                  <a:pt x="3136430" y="1704106"/>
                </a:moveTo>
                <a:cubicBezTo>
                  <a:pt x="3210942" y="1700595"/>
                  <a:pt x="3268810" y="1760208"/>
                  <a:pt x="3270556" y="1832974"/>
                </a:cubicBezTo>
                <a:cubicBezTo>
                  <a:pt x="3272322" y="1845234"/>
                  <a:pt x="3272322" y="1853130"/>
                  <a:pt x="3272322" y="1861025"/>
                </a:cubicBezTo>
                <a:cubicBezTo>
                  <a:pt x="3272322" y="2616635"/>
                  <a:pt x="2656073" y="3232011"/>
                  <a:pt x="1900443" y="3232011"/>
                </a:cubicBezTo>
                <a:cubicBezTo>
                  <a:pt x="1144812" y="3232011"/>
                  <a:pt x="529457" y="2617508"/>
                  <a:pt x="529457" y="1861025"/>
                </a:cubicBezTo>
                <a:cubicBezTo>
                  <a:pt x="529457" y="1853130"/>
                  <a:pt x="530330" y="1845234"/>
                  <a:pt x="530330" y="1837359"/>
                </a:cubicBezTo>
                <a:cubicBezTo>
                  <a:pt x="532096" y="1764592"/>
                  <a:pt x="593455" y="1705852"/>
                  <a:pt x="664455" y="1705852"/>
                </a:cubicBezTo>
                <a:cubicBezTo>
                  <a:pt x="737201" y="1706745"/>
                  <a:pt x="795069" y="1764592"/>
                  <a:pt x="793303" y="1837359"/>
                </a:cubicBezTo>
                <a:cubicBezTo>
                  <a:pt x="793303" y="1843488"/>
                  <a:pt x="792430" y="1850491"/>
                  <a:pt x="792430" y="1856641"/>
                </a:cubicBezTo>
                <a:cubicBezTo>
                  <a:pt x="792430" y="2471996"/>
                  <a:pt x="1288579" y="2969038"/>
                  <a:pt x="1900443" y="2969038"/>
                </a:cubicBezTo>
                <a:cubicBezTo>
                  <a:pt x="2512307" y="2969038"/>
                  <a:pt x="3009328" y="2471996"/>
                  <a:pt x="3009328" y="1861025"/>
                </a:cubicBezTo>
                <a:cubicBezTo>
                  <a:pt x="3007583" y="1851384"/>
                  <a:pt x="3007583" y="1844361"/>
                  <a:pt x="3007583" y="1838231"/>
                </a:cubicBezTo>
                <a:cubicBezTo>
                  <a:pt x="3005838" y="1765465"/>
                  <a:pt x="3063685" y="1705852"/>
                  <a:pt x="3136430" y="1704106"/>
                </a:cubicBezTo>
                <a:close/>
                <a:moveTo>
                  <a:pt x="2686742" y="1125509"/>
                </a:moveTo>
                <a:lnTo>
                  <a:pt x="2691126" y="1125509"/>
                </a:lnTo>
                <a:cubicBezTo>
                  <a:pt x="2787559" y="1125509"/>
                  <a:pt x="2866455" y="1204405"/>
                  <a:pt x="2866455" y="1300839"/>
                </a:cubicBezTo>
                <a:cubicBezTo>
                  <a:pt x="2866455" y="1397251"/>
                  <a:pt x="2787559" y="1476147"/>
                  <a:pt x="2691126" y="1476147"/>
                </a:cubicBezTo>
                <a:cubicBezTo>
                  <a:pt x="2593820" y="1476147"/>
                  <a:pt x="2513179" y="1397251"/>
                  <a:pt x="2513179" y="1300839"/>
                </a:cubicBezTo>
                <a:cubicBezTo>
                  <a:pt x="2513179" y="1204405"/>
                  <a:pt x="2590309" y="1125509"/>
                  <a:pt x="2686742" y="1125509"/>
                </a:cubicBezTo>
                <a:close/>
                <a:moveTo>
                  <a:pt x="2158158" y="1125509"/>
                </a:moveTo>
                <a:lnTo>
                  <a:pt x="2165161" y="1125509"/>
                </a:lnTo>
                <a:cubicBezTo>
                  <a:pt x="2261594" y="1125509"/>
                  <a:pt x="2340490" y="1204405"/>
                  <a:pt x="2340490" y="1300838"/>
                </a:cubicBezTo>
                <a:cubicBezTo>
                  <a:pt x="2340490" y="1397250"/>
                  <a:pt x="2261594" y="1476146"/>
                  <a:pt x="2165161" y="1476146"/>
                </a:cubicBezTo>
                <a:cubicBezTo>
                  <a:pt x="2068749" y="1476146"/>
                  <a:pt x="1986341" y="1397250"/>
                  <a:pt x="1986341" y="1300838"/>
                </a:cubicBezTo>
                <a:cubicBezTo>
                  <a:pt x="1986341" y="1204405"/>
                  <a:pt x="2061725" y="1125509"/>
                  <a:pt x="2158158" y="1125509"/>
                </a:cubicBezTo>
                <a:close/>
                <a:moveTo>
                  <a:pt x="1632192" y="1125509"/>
                </a:moveTo>
                <a:lnTo>
                  <a:pt x="1636576" y="1125509"/>
                </a:lnTo>
                <a:cubicBezTo>
                  <a:pt x="1733009" y="1125509"/>
                  <a:pt x="1811905" y="1204405"/>
                  <a:pt x="1811905" y="1300838"/>
                </a:cubicBezTo>
                <a:lnTo>
                  <a:pt x="1811011" y="1300838"/>
                </a:lnTo>
                <a:cubicBezTo>
                  <a:pt x="1811011" y="1397250"/>
                  <a:pt x="1732115" y="1476146"/>
                  <a:pt x="1635703" y="1476146"/>
                </a:cubicBezTo>
                <a:cubicBezTo>
                  <a:pt x="1539271" y="1476146"/>
                  <a:pt x="1458629" y="1397250"/>
                  <a:pt x="1458629" y="1300838"/>
                </a:cubicBezTo>
                <a:cubicBezTo>
                  <a:pt x="1458629" y="1204405"/>
                  <a:pt x="1535759" y="1125509"/>
                  <a:pt x="1632192" y="1125509"/>
                </a:cubicBezTo>
                <a:close/>
                <a:moveTo>
                  <a:pt x="1875009" y="262973"/>
                </a:moveTo>
                <a:cubicBezTo>
                  <a:pt x="1647984" y="262973"/>
                  <a:pt x="1431451" y="333973"/>
                  <a:pt x="1248247" y="461096"/>
                </a:cubicBezTo>
                <a:lnTo>
                  <a:pt x="2501772" y="461096"/>
                </a:lnTo>
                <a:cubicBezTo>
                  <a:pt x="2318568" y="333973"/>
                  <a:pt x="2102056" y="262973"/>
                  <a:pt x="1875009" y="262973"/>
                </a:cubicBezTo>
                <a:close/>
                <a:moveTo>
                  <a:pt x="1875009" y="0"/>
                </a:moveTo>
                <a:cubicBezTo>
                  <a:pt x="2268596" y="0"/>
                  <a:pt x="2637642" y="170052"/>
                  <a:pt x="2898870" y="465480"/>
                </a:cubicBezTo>
                <a:cubicBezTo>
                  <a:pt x="3136430" y="497915"/>
                  <a:pt x="3319634" y="701274"/>
                  <a:pt x="3319634" y="946731"/>
                </a:cubicBezTo>
                <a:lnTo>
                  <a:pt x="3319634" y="1300858"/>
                </a:lnTo>
                <a:cubicBezTo>
                  <a:pt x="3319634" y="1373625"/>
                  <a:pt x="3260914" y="1432345"/>
                  <a:pt x="3188148" y="1432345"/>
                </a:cubicBezTo>
                <a:cubicBezTo>
                  <a:pt x="3115402" y="1432345"/>
                  <a:pt x="3056662" y="1373625"/>
                  <a:pt x="3056662" y="1300858"/>
                </a:cubicBezTo>
                <a:lnTo>
                  <a:pt x="3056662" y="946731"/>
                </a:lnTo>
                <a:cubicBezTo>
                  <a:pt x="3056662" y="823992"/>
                  <a:pt x="2956738" y="724068"/>
                  <a:pt x="2833999" y="724068"/>
                </a:cubicBezTo>
                <a:lnTo>
                  <a:pt x="915147" y="724068"/>
                </a:lnTo>
                <a:cubicBezTo>
                  <a:pt x="792429" y="724068"/>
                  <a:pt x="692485" y="823992"/>
                  <a:pt x="692485" y="946731"/>
                </a:cubicBezTo>
                <a:lnTo>
                  <a:pt x="692485" y="1169372"/>
                </a:lnTo>
                <a:lnTo>
                  <a:pt x="1134298" y="1169372"/>
                </a:lnTo>
                <a:cubicBezTo>
                  <a:pt x="1207043" y="1169372"/>
                  <a:pt x="1265784" y="1228113"/>
                  <a:pt x="1265784" y="1300858"/>
                </a:cubicBezTo>
                <a:cubicBezTo>
                  <a:pt x="1265784" y="1373625"/>
                  <a:pt x="1207043" y="1432345"/>
                  <a:pt x="1134298" y="1432345"/>
                </a:cubicBezTo>
                <a:lnTo>
                  <a:pt x="560999" y="1432345"/>
                </a:lnTo>
                <a:lnTo>
                  <a:pt x="560999" y="1433238"/>
                </a:lnTo>
                <a:cubicBezTo>
                  <a:pt x="488253" y="1433238"/>
                  <a:pt x="429512" y="1374498"/>
                  <a:pt x="429512" y="1301731"/>
                </a:cubicBezTo>
                <a:lnTo>
                  <a:pt x="429512" y="947603"/>
                </a:lnTo>
                <a:cubicBezTo>
                  <a:pt x="429512" y="701274"/>
                  <a:pt x="613589" y="497915"/>
                  <a:pt x="850277" y="466353"/>
                </a:cubicBezTo>
                <a:cubicBezTo>
                  <a:pt x="1112377" y="170052"/>
                  <a:pt x="1481423" y="0"/>
                  <a:pt x="1875009" y="0"/>
                </a:cubicBezTo>
                <a:close/>
              </a:path>
            </a:pathLst>
          </a:custGeom>
          <a:solidFill>
            <a:schemeClr val="tx1"/>
          </a:solidFill>
          <a:ln w="411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O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C64332D-3AB7-C4E1-A69B-C4912983C8FB}"/>
              </a:ext>
            </a:extLst>
          </p:cNvPr>
          <p:cNvGrpSpPr/>
          <p:nvPr/>
        </p:nvGrpSpPr>
        <p:grpSpPr>
          <a:xfrm>
            <a:off x="370705" y="5463961"/>
            <a:ext cx="1717895" cy="830997"/>
            <a:chOff x="26044" y="11300516"/>
            <a:chExt cx="3435790" cy="1661992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12994E4-CFFD-88D2-31BB-E784B3D1A90F}"/>
                </a:ext>
              </a:extLst>
            </p:cNvPr>
            <p:cNvSpPr txBox="1"/>
            <p:nvPr/>
          </p:nvSpPr>
          <p:spPr>
            <a:xfrm>
              <a:off x="26044" y="11300516"/>
              <a:ext cx="2706512" cy="1661992"/>
            </a:xfrm>
            <a:prstGeom prst="rect">
              <a:avLst/>
            </a:prstGeom>
            <a:noFill/>
            <a:ln>
              <a:solidFill>
                <a:schemeClr val="tx1">
                  <a:alpha val="50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lstStyle/>
            <a:p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  <a:t>Sees</a:t>
              </a:r>
              <a:b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</a:b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C185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  <a:t>38,000-80K</a:t>
              </a:r>
              <a:b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C185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  <a:t>Other Devices</a:t>
              </a:r>
              <a:b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+mn-cs"/>
                </a:rPr>
                <a:t>(NMAP Sees All)</a:t>
              </a:r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DD3F2BB2-A0C0-4513-7A4E-55DA02B620FD}"/>
                </a:ext>
              </a:extLst>
            </p:cNvPr>
            <p:cNvCxnSpPr>
              <a:cxnSpLocks/>
              <a:stCxn id="138" idx="3"/>
            </p:cNvCxnSpPr>
            <p:nvPr/>
          </p:nvCxnSpPr>
          <p:spPr>
            <a:xfrm>
              <a:off x="2732556" y="12131513"/>
              <a:ext cx="729278" cy="0"/>
            </a:xfrm>
            <a:prstGeom prst="line">
              <a:avLst/>
            </a:prstGeom>
            <a:ln w="12700">
              <a:solidFill>
                <a:schemeClr val="tx1">
                  <a:alpha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Freeform 139">
            <a:extLst>
              <a:ext uri="{FF2B5EF4-FFF2-40B4-BE49-F238E27FC236}">
                <a16:creationId xmlns:a16="http://schemas.microsoft.com/office/drawing/2014/main" id="{A9DFF305-96DC-1639-3B53-08F2B0A29D6E}"/>
              </a:ext>
            </a:extLst>
          </p:cNvPr>
          <p:cNvSpPr/>
          <p:nvPr/>
        </p:nvSpPr>
        <p:spPr>
          <a:xfrm>
            <a:off x="2597059" y="5490911"/>
            <a:ext cx="1187383" cy="307207"/>
          </a:xfrm>
          <a:custGeom>
            <a:avLst/>
            <a:gdLst>
              <a:gd name="csX0" fmla="*/ 0 w 14945710"/>
              <a:gd name="csY0" fmla="*/ 2649152 h 2838338"/>
              <a:gd name="csX1" fmla="*/ 8198068 w 14945710"/>
              <a:gd name="csY1" fmla="*/ 545 h 2838338"/>
              <a:gd name="csX2" fmla="*/ 14945710 w 14945710"/>
              <a:gd name="csY2" fmla="*/ 2838338 h 2838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945710" h="2838338">
                <a:moveTo>
                  <a:pt x="0" y="2649152"/>
                </a:moveTo>
                <a:cubicBezTo>
                  <a:pt x="2853558" y="1309083"/>
                  <a:pt x="5707116" y="-30986"/>
                  <a:pt x="8198068" y="545"/>
                </a:cubicBezTo>
                <a:cubicBezTo>
                  <a:pt x="10689020" y="32076"/>
                  <a:pt x="13747531" y="2281290"/>
                  <a:pt x="14945710" y="2838338"/>
                </a:cubicBezTo>
              </a:path>
            </a:pathLst>
          </a:cu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43" name="Graphic 319">
            <a:extLst>
              <a:ext uri="{FF2B5EF4-FFF2-40B4-BE49-F238E27FC236}">
                <a16:creationId xmlns:a16="http://schemas.microsoft.com/office/drawing/2014/main" id="{AAC1C7E1-06AD-CE1C-97C6-8DAFC30626BB}"/>
              </a:ext>
            </a:extLst>
          </p:cNvPr>
          <p:cNvSpPr>
            <a:spLocks noChangeAspect="1"/>
          </p:cNvSpPr>
          <p:nvPr/>
        </p:nvSpPr>
        <p:spPr>
          <a:xfrm>
            <a:off x="5412090" y="884458"/>
            <a:ext cx="914231" cy="653022"/>
          </a:xfrm>
          <a:custGeom>
            <a:avLst/>
            <a:gdLst>
              <a:gd name="connsiteX0" fmla="*/ 262135 w 349497"/>
              <a:gd name="connsiteY0" fmla="*/ 246594 h 246594"/>
              <a:gd name="connsiteX1" fmla="*/ 69899 w 349497"/>
              <a:gd name="connsiteY1" fmla="*/ 246594 h 246594"/>
              <a:gd name="connsiteX2" fmla="*/ 0 w 349497"/>
              <a:gd name="connsiteY2" fmla="*/ 176132 h 246594"/>
              <a:gd name="connsiteX3" fmla="*/ 52437 w 349497"/>
              <a:gd name="connsiteY3" fmla="*/ 107882 h 246594"/>
              <a:gd name="connsiteX4" fmla="*/ 52437 w 349497"/>
              <a:gd name="connsiteY4" fmla="*/ 105669 h 246594"/>
              <a:gd name="connsiteX5" fmla="*/ 157262 w 349497"/>
              <a:gd name="connsiteY5" fmla="*/ 0 h 246594"/>
              <a:gd name="connsiteX6" fmla="*/ 255989 w 349497"/>
              <a:gd name="connsiteY6" fmla="*/ 70708 h 246594"/>
              <a:gd name="connsiteX7" fmla="*/ 349497 w 349497"/>
              <a:gd name="connsiteY7" fmla="*/ 158528 h 246594"/>
              <a:gd name="connsiteX8" fmla="*/ 262135 w 349497"/>
              <a:gd name="connsiteY8" fmla="*/ 246594 h 24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497" h="246594">
                <a:moveTo>
                  <a:pt x="262135" y="246594"/>
                </a:moveTo>
                <a:lnTo>
                  <a:pt x="69899" y="246594"/>
                </a:lnTo>
                <a:cubicBezTo>
                  <a:pt x="31365" y="246594"/>
                  <a:pt x="0" y="214977"/>
                  <a:pt x="0" y="176132"/>
                </a:cubicBezTo>
                <a:cubicBezTo>
                  <a:pt x="0" y="143334"/>
                  <a:pt x="22292" y="115749"/>
                  <a:pt x="52437" y="107882"/>
                </a:cubicBezTo>
                <a:cubicBezTo>
                  <a:pt x="52437" y="107144"/>
                  <a:pt x="52437" y="106407"/>
                  <a:pt x="52437" y="105669"/>
                </a:cubicBezTo>
                <a:cubicBezTo>
                  <a:pt x="52437" y="47401"/>
                  <a:pt x="99459" y="0"/>
                  <a:pt x="157262" y="0"/>
                </a:cubicBezTo>
                <a:cubicBezTo>
                  <a:pt x="202479" y="0"/>
                  <a:pt x="241551" y="28864"/>
                  <a:pt x="255989" y="70708"/>
                </a:cubicBezTo>
                <a:cubicBezTo>
                  <a:pt x="307402" y="66381"/>
                  <a:pt x="349497" y="107931"/>
                  <a:pt x="349497" y="158528"/>
                </a:cubicBezTo>
                <a:cubicBezTo>
                  <a:pt x="349497" y="209126"/>
                  <a:pt x="310280" y="246594"/>
                  <a:pt x="262135" y="246594"/>
                </a:cubicBezTo>
                <a:close/>
              </a:path>
            </a:pathLst>
          </a:custGeom>
          <a:noFill/>
          <a:ln w="9525" cap="flat">
            <a:solidFill>
              <a:schemeClr val="tx1"/>
            </a:solidFill>
            <a:prstDash val="solid"/>
            <a:miter/>
          </a:ln>
        </p:spPr>
        <p:txBody>
          <a:bodyPr bIns="13716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Internet</a:t>
            </a:r>
            <a:endParaRPr kumimoji="0" lang="en-CO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2777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18">
          <a:extLst>
            <a:ext uri="{FF2B5EF4-FFF2-40B4-BE49-F238E27FC236}">
              <a16:creationId xmlns:a16="http://schemas.microsoft.com/office/drawing/2014/main" id="{03D8AC1D-169F-D846-21A7-6EFA8FC5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0D8B053-C7B3-AA81-B1AD-DB411EC2E3AD}"/>
              </a:ext>
            </a:extLst>
          </p:cNvPr>
          <p:cNvSpPr/>
          <p:nvPr/>
        </p:nvSpPr>
        <p:spPr>
          <a:xfrm>
            <a:off x="5050405" y="5179981"/>
            <a:ext cx="1240406" cy="966774"/>
          </a:xfrm>
          <a:prstGeom prst="roundRect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9F4F907-BAAC-530E-A035-5FE958F93344}"/>
              </a:ext>
            </a:extLst>
          </p:cNvPr>
          <p:cNvSpPr/>
          <p:nvPr/>
        </p:nvSpPr>
        <p:spPr>
          <a:xfrm>
            <a:off x="3545642" y="5162013"/>
            <a:ext cx="1240406" cy="966774"/>
          </a:xfrm>
          <a:prstGeom prst="roundRect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94B1B58-3454-2711-CDDF-9E5CCA5A92DA}"/>
              </a:ext>
            </a:extLst>
          </p:cNvPr>
          <p:cNvSpPr/>
          <p:nvPr/>
        </p:nvSpPr>
        <p:spPr>
          <a:xfrm>
            <a:off x="2092213" y="5151762"/>
            <a:ext cx="1240406" cy="966774"/>
          </a:xfrm>
          <a:prstGeom prst="roundRect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C541D5C-10CB-85C8-16A1-E3E959BD4018}"/>
              </a:ext>
            </a:extLst>
          </p:cNvPr>
          <p:cNvSpPr/>
          <p:nvPr/>
        </p:nvSpPr>
        <p:spPr>
          <a:xfrm>
            <a:off x="6460844" y="3205215"/>
            <a:ext cx="770021" cy="2019297"/>
          </a:xfrm>
          <a:prstGeom prst="roundRect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770BF8D-7A7C-83AB-3273-3A578B53257C}"/>
              </a:ext>
            </a:extLst>
          </p:cNvPr>
          <p:cNvSpPr/>
          <p:nvPr/>
        </p:nvSpPr>
        <p:spPr>
          <a:xfrm>
            <a:off x="1266029" y="3217573"/>
            <a:ext cx="770021" cy="2019297"/>
          </a:xfrm>
          <a:prstGeom prst="roundRect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20" name="Google Shape;16520;p46">
            <a:extLst>
              <a:ext uri="{FF2B5EF4-FFF2-40B4-BE49-F238E27FC236}">
                <a16:creationId xmlns:a16="http://schemas.microsoft.com/office/drawing/2014/main" id="{4CFC8462-F034-B2EF-6630-D02B9255CA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0819" y="386557"/>
            <a:ext cx="9274665" cy="3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r>
              <a:rPr lang="en-US" dirty="0"/>
              <a:t>Future State: Zero Trust Branch</a:t>
            </a:r>
            <a:endParaRPr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464868-F436-61D5-AC37-466FD7705E53}"/>
              </a:ext>
            </a:extLst>
          </p:cNvPr>
          <p:cNvSpPr>
            <a:spLocks noChangeAspect="1"/>
          </p:cNvSpPr>
          <p:nvPr/>
        </p:nvSpPr>
        <p:spPr>
          <a:xfrm>
            <a:off x="2161530" y="5543071"/>
            <a:ext cx="487650" cy="484632"/>
          </a:xfrm>
          <a:prstGeom prst="ellipse">
            <a:avLst/>
          </a:prstGeom>
          <a:noFill/>
          <a:ln>
            <a:solidFill>
              <a:srgbClr val="FFFA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200F8F6-B078-D8ED-D949-3A1FFD7263B4}"/>
              </a:ext>
            </a:extLst>
          </p:cNvPr>
          <p:cNvSpPr>
            <a:spLocks noChangeAspect="1"/>
          </p:cNvSpPr>
          <p:nvPr/>
        </p:nvSpPr>
        <p:spPr>
          <a:xfrm>
            <a:off x="2756692" y="5543071"/>
            <a:ext cx="487650" cy="484632"/>
          </a:xfrm>
          <a:prstGeom prst="ellipse">
            <a:avLst/>
          </a:prstGeom>
          <a:noFill/>
          <a:ln>
            <a:solidFill>
              <a:srgbClr val="FFFA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A88F35-2BFA-D969-8556-9CD7D57EA628}"/>
              </a:ext>
            </a:extLst>
          </p:cNvPr>
          <p:cNvSpPr>
            <a:spLocks noChangeAspect="1"/>
          </p:cNvSpPr>
          <p:nvPr/>
        </p:nvSpPr>
        <p:spPr>
          <a:xfrm>
            <a:off x="3651842" y="5543071"/>
            <a:ext cx="487650" cy="484632"/>
          </a:xfrm>
          <a:prstGeom prst="ellipse">
            <a:avLst/>
          </a:prstGeom>
          <a:noFill/>
          <a:ln>
            <a:solidFill>
              <a:srgbClr val="DFB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3B9FA9-7688-57CC-73E4-D1027569D6E1}"/>
              </a:ext>
            </a:extLst>
          </p:cNvPr>
          <p:cNvSpPr>
            <a:spLocks noChangeAspect="1"/>
          </p:cNvSpPr>
          <p:nvPr/>
        </p:nvSpPr>
        <p:spPr>
          <a:xfrm>
            <a:off x="4247004" y="5543071"/>
            <a:ext cx="487650" cy="484632"/>
          </a:xfrm>
          <a:prstGeom prst="ellipse">
            <a:avLst/>
          </a:prstGeom>
          <a:noFill/>
          <a:ln>
            <a:solidFill>
              <a:srgbClr val="DFB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092ADF3-FA07-F53F-19B8-E761E3928C68}"/>
              </a:ext>
            </a:extLst>
          </p:cNvPr>
          <p:cNvSpPr>
            <a:spLocks noChangeAspect="1"/>
          </p:cNvSpPr>
          <p:nvPr/>
        </p:nvSpPr>
        <p:spPr>
          <a:xfrm>
            <a:off x="5122903" y="5543071"/>
            <a:ext cx="487650" cy="484632"/>
          </a:xfrm>
          <a:prstGeom prst="ellipse">
            <a:avLst/>
          </a:prstGeom>
          <a:noFill/>
          <a:ln>
            <a:solidFill>
              <a:srgbClr val="FFDA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6239CB-E20A-C036-DE4E-60E5D869B900}"/>
              </a:ext>
            </a:extLst>
          </p:cNvPr>
          <p:cNvSpPr>
            <a:spLocks noChangeAspect="1"/>
          </p:cNvSpPr>
          <p:nvPr/>
        </p:nvSpPr>
        <p:spPr>
          <a:xfrm>
            <a:off x="5718065" y="5543071"/>
            <a:ext cx="487650" cy="484632"/>
          </a:xfrm>
          <a:prstGeom prst="ellipse">
            <a:avLst/>
          </a:prstGeom>
          <a:noFill/>
          <a:ln>
            <a:solidFill>
              <a:srgbClr val="FFDA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258050A-8133-4DE3-40EE-59EE02FC1F92}"/>
              </a:ext>
            </a:extLst>
          </p:cNvPr>
          <p:cNvSpPr>
            <a:spLocks noChangeAspect="1"/>
          </p:cNvSpPr>
          <p:nvPr/>
        </p:nvSpPr>
        <p:spPr>
          <a:xfrm>
            <a:off x="6602029" y="4099238"/>
            <a:ext cx="487650" cy="484632"/>
          </a:xfrm>
          <a:prstGeom prst="ellipse">
            <a:avLst/>
          </a:prstGeom>
          <a:noFill/>
          <a:ln>
            <a:solidFill>
              <a:srgbClr val="C0F5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6079EE2-619F-822C-29F9-2F9FAE1D4383}"/>
              </a:ext>
            </a:extLst>
          </p:cNvPr>
          <p:cNvSpPr>
            <a:spLocks noChangeAspect="1"/>
          </p:cNvSpPr>
          <p:nvPr/>
        </p:nvSpPr>
        <p:spPr>
          <a:xfrm>
            <a:off x="6602029" y="3531347"/>
            <a:ext cx="487650" cy="484632"/>
          </a:xfrm>
          <a:prstGeom prst="ellipse">
            <a:avLst/>
          </a:prstGeom>
          <a:noFill/>
          <a:ln>
            <a:solidFill>
              <a:srgbClr val="C0F5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0795DF2-46F6-5571-A2B8-B943E9BAC546}"/>
              </a:ext>
            </a:extLst>
          </p:cNvPr>
          <p:cNvSpPr>
            <a:spLocks noChangeAspect="1"/>
          </p:cNvSpPr>
          <p:nvPr/>
        </p:nvSpPr>
        <p:spPr>
          <a:xfrm>
            <a:off x="6602030" y="4655498"/>
            <a:ext cx="487650" cy="484632"/>
          </a:xfrm>
          <a:prstGeom prst="ellipse">
            <a:avLst/>
          </a:prstGeom>
          <a:noFill/>
          <a:ln>
            <a:solidFill>
              <a:srgbClr val="C0F5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13257B-B5C0-A61F-FAD8-E34F8A945253}"/>
              </a:ext>
            </a:extLst>
          </p:cNvPr>
          <p:cNvSpPr>
            <a:spLocks noChangeAspect="1"/>
          </p:cNvSpPr>
          <p:nvPr/>
        </p:nvSpPr>
        <p:spPr>
          <a:xfrm>
            <a:off x="1393159" y="4099238"/>
            <a:ext cx="487650" cy="484632"/>
          </a:xfrm>
          <a:prstGeom prst="ellipse">
            <a:avLst/>
          </a:prstGeom>
          <a:noFill/>
          <a:ln>
            <a:solidFill>
              <a:srgbClr val="FDE0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61A0BF6-C940-0910-56FA-7223136241DF}"/>
              </a:ext>
            </a:extLst>
          </p:cNvPr>
          <p:cNvSpPr>
            <a:spLocks noChangeAspect="1"/>
          </p:cNvSpPr>
          <p:nvPr/>
        </p:nvSpPr>
        <p:spPr>
          <a:xfrm>
            <a:off x="1393159" y="3531347"/>
            <a:ext cx="487650" cy="484632"/>
          </a:xfrm>
          <a:prstGeom prst="ellipse">
            <a:avLst/>
          </a:prstGeom>
          <a:noFill/>
          <a:ln>
            <a:solidFill>
              <a:srgbClr val="FDE0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911D395-99FC-B1A5-AF71-2CBC39830C85}"/>
              </a:ext>
            </a:extLst>
          </p:cNvPr>
          <p:cNvSpPr>
            <a:spLocks noChangeAspect="1"/>
          </p:cNvSpPr>
          <p:nvPr/>
        </p:nvSpPr>
        <p:spPr>
          <a:xfrm>
            <a:off x="1412380" y="4667129"/>
            <a:ext cx="487650" cy="484632"/>
          </a:xfrm>
          <a:prstGeom prst="ellipse">
            <a:avLst/>
          </a:prstGeom>
          <a:noFill/>
          <a:ln>
            <a:solidFill>
              <a:srgbClr val="FDE0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5543C63-0CB4-308B-3336-B6795AB1C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715" y="3640313"/>
            <a:ext cx="374650" cy="2667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5CAADC1-7627-467D-8344-A23C3E7EC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317" y="4227222"/>
            <a:ext cx="365760" cy="2603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0A6A525-5FDC-149D-148C-88297665D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5296" y="4733853"/>
            <a:ext cx="365760" cy="32792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E0F7712-0673-6879-98FE-0019A56BD783}"/>
              </a:ext>
            </a:extLst>
          </p:cNvPr>
          <p:cNvSpPr txBox="1"/>
          <p:nvPr/>
        </p:nvSpPr>
        <p:spPr>
          <a:xfrm>
            <a:off x="1444097" y="3245171"/>
            <a:ext cx="4138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IoT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DD378F-9462-B60C-0F52-2248E55A16CC}"/>
              </a:ext>
            </a:extLst>
          </p:cNvPr>
          <p:cNvSpPr txBox="1"/>
          <p:nvPr/>
        </p:nvSpPr>
        <p:spPr>
          <a:xfrm>
            <a:off x="6460843" y="3243496"/>
            <a:ext cx="7700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Desktops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2507F01-6CE1-A9DC-D60A-E5A0524DAC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973" y="3618296"/>
            <a:ext cx="365760" cy="3223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4A8857-24FB-E9E1-DE5A-EA1C053DFF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973" y="4198173"/>
            <a:ext cx="365760" cy="32236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701E0B0-2B3B-2D77-BDED-D781015D2F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973" y="4761780"/>
            <a:ext cx="365760" cy="32236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69988AE-6A05-731B-67E2-1864511833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475" y="5652956"/>
            <a:ext cx="365760" cy="26486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340F85A-0CB3-CEDD-A16E-7989515B5C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2855" y="5645616"/>
            <a:ext cx="365760" cy="26486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099F011-451E-855B-88BF-FC5DF463C6CB}"/>
              </a:ext>
            </a:extLst>
          </p:cNvPr>
          <p:cNvSpPr txBox="1"/>
          <p:nvPr/>
        </p:nvSpPr>
        <p:spPr>
          <a:xfrm>
            <a:off x="2374553" y="5152388"/>
            <a:ext cx="661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WiFi</a:t>
            </a:r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(Guest)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6C84D5-4371-8B2D-52FD-B7B23936CA37}"/>
              </a:ext>
            </a:extLst>
          </p:cNvPr>
          <p:cNvSpPr txBox="1"/>
          <p:nvPr/>
        </p:nvSpPr>
        <p:spPr>
          <a:xfrm>
            <a:off x="3767986" y="5152586"/>
            <a:ext cx="795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IT </a:t>
            </a:r>
            <a:r>
              <a:rPr lang="en-US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(Services)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63ACC1D-2FFF-7414-F7FB-6E61EC6081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9924" y="5635149"/>
            <a:ext cx="365760" cy="31616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989CE10-64E8-975D-8456-377BA97184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0441" y="5610351"/>
            <a:ext cx="235574" cy="36576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5A5D85C-5FFD-6D73-1BB8-7D7B1817A87A}"/>
              </a:ext>
            </a:extLst>
          </p:cNvPr>
          <p:cNvSpPr txBox="1"/>
          <p:nvPr/>
        </p:nvSpPr>
        <p:spPr>
          <a:xfrm>
            <a:off x="5272749" y="5170554"/>
            <a:ext cx="795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Users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entury Gothic" panose="020B0502020202020204" pitchFamily="34" charset="0"/>
              </a:rPr>
              <a:t>(ZCC)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4B0E847-2A81-FAF1-D76E-16F294A35D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0585" y="4236783"/>
            <a:ext cx="505688" cy="49960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04C6345-A66F-1AF4-304F-E4B73D3787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91194" y="3224158"/>
            <a:ext cx="749300" cy="7493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27D27E7-A617-57A7-8A62-AFABB40252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3725" y="5663368"/>
            <a:ext cx="365760" cy="25855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9CD490C-5036-4572-5FA2-10F04B19424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84719" y="5664146"/>
            <a:ext cx="365760" cy="258554"/>
          </a:xfrm>
          <a:prstGeom prst="rect">
            <a:avLst/>
          </a:prstGeom>
        </p:spPr>
      </p:pic>
      <p:cxnSp>
        <p:nvCxnSpPr>
          <p:cNvPr id="48" name="Google Shape;5383;p511">
            <a:extLst>
              <a:ext uri="{FF2B5EF4-FFF2-40B4-BE49-F238E27FC236}">
                <a16:creationId xmlns:a16="http://schemas.microsoft.com/office/drawing/2014/main" id="{04A2291F-C1B4-7AFD-3B6C-1EC3C84D59F1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4416273" y="4486584"/>
            <a:ext cx="2042049" cy="9727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1" name="Google Shape;5383;p511">
            <a:extLst>
              <a:ext uri="{FF2B5EF4-FFF2-40B4-BE49-F238E27FC236}">
                <a16:creationId xmlns:a16="http://schemas.microsoft.com/office/drawing/2014/main" id="{5DD5B4D4-9528-6DE5-8C02-16FE635B66B2}"/>
              </a:ext>
            </a:extLst>
          </p:cNvPr>
          <p:cNvCxnSpPr>
            <a:cxnSpLocks/>
          </p:cNvCxnSpPr>
          <p:nvPr/>
        </p:nvCxnSpPr>
        <p:spPr>
          <a:xfrm flipH="1" flipV="1">
            <a:off x="2026525" y="4475263"/>
            <a:ext cx="1870265" cy="17252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61" name="Google Shape;5368;p511">
            <a:extLst>
              <a:ext uri="{FF2B5EF4-FFF2-40B4-BE49-F238E27FC236}">
                <a16:creationId xmlns:a16="http://schemas.microsoft.com/office/drawing/2014/main" id="{BCCF123F-AD90-07E2-59B3-89A846064D56}"/>
              </a:ext>
            </a:extLst>
          </p:cNvPr>
          <p:cNvCxnSpPr>
            <a:cxnSpLocks/>
          </p:cNvCxnSpPr>
          <p:nvPr/>
        </p:nvCxnSpPr>
        <p:spPr>
          <a:xfrm rot="16200000" flipV="1">
            <a:off x="4749701" y="4281397"/>
            <a:ext cx="527599" cy="1250716"/>
          </a:xfrm>
          <a:prstGeom prst="bentConnector2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63" name="Google Shape;5368;p511">
            <a:extLst>
              <a:ext uri="{FF2B5EF4-FFF2-40B4-BE49-F238E27FC236}">
                <a16:creationId xmlns:a16="http://schemas.microsoft.com/office/drawing/2014/main" id="{1AFCF05B-738A-511E-602F-0B12DF9FDD2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13213" y="4302136"/>
            <a:ext cx="499602" cy="1200902"/>
          </a:xfrm>
          <a:prstGeom prst="bentConnector2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6614" name="Google Shape;5383;p511">
            <a:extLst>
              <a:ext uri="{FF2B5EF4-FFF2-40B4-BE49-F238E27FC236}">
                <a16:creationId xmlns:a16="http://schemas.microsoft.com/office/drawing/2014/main" id="{32F582FE-79AF-F486-6E9D-F338E17EB9E6}"/>
              </a:ext>
            </a:extLst>
          </p:cNvPr>
          <p:cNvCxnSpPr>
            <a:cxnSpLocks/>
            <a:stCxn id="42" idx="2"/>
            <a:endCxn id="34" idx="0"/>
          </p:cNvCxnSpPr>
          <p:nvPr/>
        </p:nvCxnSpPr>
        <p:spPr>
          <a:xfrm>
            <a:off x="4163429" y="4736385"/>
            <a:ext cx="2416" cy="416201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6617" name="Google Shape;5383;p511">
            <a:extLst>
              <a:ext uri="{FF2B5EF4-FFF2-40B4-BE49-F238E27FC236}">
                <a16:creationId xmlns:a16="http://schemas.microsoft.com/office/drawing/2014/main" id="{2CC6D831-F487-5E35-1300-31A77582A62F}"/>
              </a:ext>
            </a:extLst>
          </p:cNvPr>
          <p:cNvCxnSpPr>
            <a:cxnSpLocks/>
            <a:stCxn id="43" idx="2"/>
            <a:endCxn id="42" idx="0"/>
          </p:cNvCxnSpPr>
          <p:nvPr/>
        </p:nvCxnSpPr>
        <p:spPr>
          <a:xfrm flipH="1">
            <a:off x="4163429" y="3973458"/>
            <a:ext cx="2415" cy="263325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16621" name="Picture 16620">
            <a:extLst>
              <a:ext uri="{FF2B5EF4-FFF2-40B4-BE49-F238E27FC236}">
                <a16:creationId xmlns:a16="http://schemas.microsoft.com/office/drawing/2014/main" id="{0C3628B0-AADA-87F1-3C1B-23CCCE4734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62960" y="3719560"/>
            <a:ext cx="526650" cy="526650"/>
          </a:xfrm>
          <a:prstGeom prst="rect">
            <a:avLst/>
          </a:prstGeom>
        </p:spPr>
      </p:pic>
      <p:cxnSp>
        <p:nvCxnSpPr>
          <p:cNvPr id="16622" name="Google Shape;5368;p511">
            <a:extLst>
              <a:ext uri="{FF2B5EF4-FFF2-40B4-BE49-F238E27FC236}">
                <a16:creationId xmlns:a16="http://schemas.microsoft.com/office/drawing/2014/main" id="{0C9C3922-34B3-3B47-565C-B57A4E417371}"/>
              </a:ext>
            </a:extLst>
          </p:cNvPr>
          <p:cNvCxnSpPr>
            <a:cxnSpLocks/>
          </p:cNvCxnSpPr>
          <p:nvPr/>
        </p:nvCxnSpPr>
        <p:spPr>
          <a:xfrm>
            <a:off x="3086435" y="3982885"/>
            <a:ext cx="826671" cy="362009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631" name="TextBox 16630">
            <a:extLst>
              <a:ext uri="{FF2B5EF4-FFF2-40B4-BE49-F238E27FC236}">
                <a16:creationId xmlns:a16="http://schemas.microsoft.com/office/drawing/2014/main" id="{B202B668-3573-271B-698C-7ABDE0B5D8B2}"/>
              </a:ext>
            </a:extLst>
          </p:cNvPr>
          <p:cNvSpPr txBox="1"/>
          <p:nvPr/>
        </p:nvSpPr>
        <p:spPr>
          <a:xfrm>
            <a:off x="4549905" y="3317043"/>
            <a:ext cx="566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Roboto Condensed Black" panose="02000000000000000000" pitchFamily="2" charset="0"/>
                <a:ea typeface="Roboto Condensed Black" panose="02000000000000000000" pitchFamily="2" charset="0"/>
              </a:rPr>
              <a:t>Zero Trust Branch</a:t>
            </a:r>
            <a:endParaRPr lang="en-US" sz="1000" dirty="0">
              <a:solidFill>
                <a:schemeClr val="tx1"/>
              </a:solidFill>
              <a:latin typeface="Roboto Condensed Medium" panose="02000000000000000000" pitchFamily="2" charset="0"/>
              <a:ea typeface="Roboto Condensed Medium" panose="02000000000000000000" pitchFamily="2" charset="0"/>
            </a:endParaRPr>
          </a:p>
        </p:txBody>
      </p:sp>
      <p:pic>
        <p:nvPicPr>
          <p:cNvPr id="16639" name="Picture 16638">
            <a:extLst>
              <a:ext uri="{FF2B5EF4-FFF2-40B4-BE49-F238E27FC236}">
                <a16:creationId xmlns:a16="http://schemas.microsoft.com/office/drawing/2014/main" id="{72E66C8F-8A59-8619-BFDD-C27C70ACA0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0819" y="2171470"/>
            <a:ext cx="736600" cy="736600"/>
          </a:xfrm>
          <a:prstGeom prst="rect">
            <a:avLst/>
          </a:prstGeom>
        </p:spPr>
      </p:pic>
      <p:cxnSp>
        <p:nvCxnSpPr>
          <p:cNvPr id="16648" name="Google Shape;5383;p511">
            <a:extLst>
              <a:ext uri="{FF2B5EF4-FFF2-40B4-BE49-F238E27FC236}">
                <a16:creationId xmlns:a16="http://schemas.microsoft.com/office/drawing/2014/main" id="{4FC98AA3-A651-860B-1F17-5BBD1A797131}"/>
              </a:ext>
            </a:extLst>
          </p:cNvPr>
          <p:cNvCxnSpPr>
            <a:cxnSpLocks/>
            <a:stCxn id="16654" idx="2"/>
            <a:endCxn id="43" idx="0"/>
          </p:cNvCxnSpPr>
          <p:nvPr/>
        </p:nvCxnSpPr>
        <p:spPr>
          <a:xfrm>
            <a:off x="2667973" y="2585872"/>
            <a:ext cx="1497871" cy="638286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16654" name="Picture 16653">
            <a:extLst>
              <a:ext uri="{FF2B5EF4-FFF2-40B4-BE49-F238E27FC236}">
                <a16:creationId xmlns:a16="http://schemas.microsoft.com/office/drawing/2014/main" id="{5811B8B7-5193-7AC0-7274-126095A47A9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99673" y="1950872"/>
            <a:ext cx="736600" cy="635000"/>
          </a:xfrm>
          <a:prstGeom prst="rect">
            <a:avLst/>
          </a:prstGeom>
        </p:spPr>
      </p:pic>
      <p:sp>
        <p:nvSpPr>
          <p:cNvPr id="16658" name="TextBox 16657">
            <a:extLst>
              <a:ext uri="{FF2B5EF4-FFF2-40B4-BE49-F238E27FC236}">
                <a16:creationId xmlns:a16="http://schemas.microsoft.com/office/drawing/2014/main" id="{F7418FE6-90E3-DB69-7657-2A7B060F7A49}"/>
              </a:ext>
            </a:extLst>
          </p:cNvPr>
          <p:cNvSpPr txBox="1"/>
          <p:nvPr/>
        </p:nvSpPr>
        <p:spPr>
          <a:xfrm>
            <a:off x="1764159" y="1954755"/>
            <a:ext cx="656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Internet</a:t>
            </a:r>
            <a:endParaRPr lang="en-US" sz="1000" b="1" dirty="0">
              <a:solidFill>
                <a:schemeClr val="tx1"/>
              </a:solidFill>
              <a:latin typeface="Century Gothic" panose="020B0502020202020204" pitchFamily="34" charset="0"/>
              <a:ea typeface="Roboto Condensed Medium" panose="02000000000000000000" pitchFamily="2" charset="0"/>
            </a:endParaRPr>
          </a:p>
        </p:txBody>
      </p:sp>
      <p:sp>
        <p:nvSpPr>
          <p:cNvPr id="16663" name="TextBox 16662">
            <a:extLst>
              <a:ext uri="{FF2B5EF4-FFF2-40B4-BE49-F238E27FC236}">
                <a16:creationId xmlns:a16="http://schemas.microsoft.com/office/drawing/2014/main" id="{DF227D0D-2F2B-6D34-F675-65D07C183E21}"/>
              </a:ext>
            </a:extLst>
          </p:cNvPr>
          <p:cNvSpPr txBox="1"/>
          <p:nvPr/>
        </p:nvSpPr>
        <p:spPr>
          <a:xfrm>
            <a:off x="3016092" y="2889553"/>
            <a:ext cx="416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Century Gothic" panose="020B0502020202020204" pitchFamily="34" charset="0"/>
                <a:ea typeface="Roboto Condensed Black" panose="02000000000000000000" pitchFamily="2" charset="0"/>
              </a:rPr>
              <a:t>DIA</a:t>
            </a:r>
            <a:endParaRPr lang="en-US" sz="1000" dirty="0">
              <a:solidFill>
                <a:schemeClr val="tx1"/>
              </a:solidFill>
              <a:latin typeface="Century Gothic" panose="020B0502020202020204" pitchFamily="34" charset="0"/>
              <a:ea typeface="Roboto Condensed Medium" panose="02000000000000000000" pitchFamily="2" charset="0"/>
            </a:endParaRPr>
          </a:p>
        </p:txBody>
      </p:sp>
      <p:sp>
        <p:nvSpPr>
          <p:cNvPr id="16678" name="Rectangle 16677">
            <a:extLst>
              <a:ext uri="{FF2B5EF4-FFF2-40B4-BE49-F238E27FC236}">
                <a16:creationId xmlns:a16="http://schemas.microsoft.com/office/drawing/2014/main" id="{14EDDD81-57E3-2D8D-AE93-021A13BE01AC}"/>
              </a:ext>
            </a:extLst>
          </p:cNvPr>
          <p:cNvSpPr/>
          <p:nvPr/>
        </p:nvSpPr>
        <p:spPr>
          <a:xfrm>
            <a:off x="4458210" y="4229472"/>
            <a:ext cx="502920" cy="5066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2056E6-9C28-A01E-D6F9-AAB067296693}"/>
              </a:ext>
            </a:extLst>
          </p:cNvPr>
          <p:cNvSpPr txBox="1"/>
          <p:nvPr/>
        </p:nvSpPr>
        <p:spPr>
          <a:xfrm>
            <a:off x="2597136" y="6208706"/>
            <a:ext cx="2977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0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Network Access Means Nothing</a:t>
            </a:r>
            <a:endParaRPr lang="en" sz="10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algn="ctr"/>
            <a:r>
              <a:rPr lang="en" sz="1000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explicit authorization, no resource access 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16576" name="Picture 16575">
            <a:extLst>
              <a:ext uri="{FF2B5EF4-FFF2-40B4-BE49-F238E27FC236}">
                <a16:creationId xmlns:a16="http://schemas.microsoft.com/office/drawing/2014/main" id="{61E1466E-20E6-2124-9FE0-AD7D4699035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1279" y="1830222"/>
            <a:ext cx="1384300" cy="876300"/>
          </a:xfrm>
          <a:prstGeom prst="rect">
            <a:avLst/>
          </a:prstGeom>
        </p:spPr>
      </p:pic>
      <p:pic>
        <p:nvPicPr>
          <p:cNvPr id="16581" name="Picture 16580">
            <a:extLst>
              <a:ext uri="{FF2B5EF4-FFF2-40B4-BE49-F238E27FC236}">
                <a16:creationId xmlns:a16="http://schemas.microsoft.com/office/drawing/2014/main" id="{38B77FB9-3C2C-0643-F2DC-C2DE22512B8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20529" y="830297"/>
            <a:ext cx="685800" cy="736600"/>
          </a:xfrm>
          <a:prstGeom prst="rect">
            <a:avLst/>
          </a:prstGeom>
        </p:spPr>
      </p:pic>
      <p:cxnSp>
        <p:nvCxnSpPr>
          <p:cNvPr id="16582" name="Google Shape;5383;p511">
            <a:extLst>
              <a:ext uri="{FF2B5EF4-FFF2-40B4-BE49-F238E27FC236}">
                <a16:creationId xmlns:a16="http://schemas.microsoft.com/office/drawing/2014/main" id="{4BB5B602-9DA8-3536-22DE-15AC2C5A7B38}"/>
              </a:ext>
            </a:extLst>
          </p:cNvPr>
          <p:cNvCxnSpPr>
            <a:cxnSpLocks/>
            <a:stCxn id="16576" idx="2"/>
            <a:endCxn id="43" idx="0"/>
          </p:cNvCxnSpPr>
          <p:nvPr/>
        </p:nvCxnSpPr>
        <p:spPr>
          <a:xfrm>
            <a:off x="4163429" y="2706522"/>
            <a:ext cx="2415" cy="517636"/>
          </a:xfrm>
          <a:prstGeom prst="straightConnector1">
            <a:avLst/>
          </a:prstGeom>
          <a:noFill/>
          <a:ln w="28575" cap="flat" cmpd="sng">
            <a:solidFill>
              <a:srgbClr val="0CD4FF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6590" name="Google Shape;5383;p511">
            <a:extLst>
              <a:ext uri="{FF2B5EF4-FFF2-40B4-BE49-F238E27FC236}">
                <a16:creationId xmlns:a16="http://schemas.microsoft.com/office/drawing/2014/main" id="{B318CE04-AED6-773D-2CFE-2FB7A61031C2}"/>
              </a:ext>
            </a:extLst>
          </p:cNvPr>
          <p:cNvCxnSpPr>
            <a:cxnSpLocks/>
            <a:stCxn id="16654" idx="3"/>
            <a:endCxn id="16576" idx="1"/>
          </p:cNvCxnSpPr>
          <p:nvPr/>
        </p:nvCxnSpPr>
        <p:spPr>
          <a:xfrm>
            <a:off x="3036273" y="2268372"/>
            <a:ext cx="435006" cy="0"/>
          </a:xfrm>
          <a:prstGeom prst="straightConnector1">
            <a:avLst/>
          </a:prstGeom>
          <a:noFill/>
          <a:ln w="28575" cap="flat" cmpd="sng">
            <a:solidFill>
              <a:srgbClr val="0CD4FF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6595" name="Google Shape;5383;p511">
            <a:extLst>
              <a:ext uri="{FF2B5EF4-FFF2-40B4-BE49-F238E27FC236}">
                <a16:creationId xmlns:a16="http://schemas.microsoft.com/office/drawing/2014/main" id="{891EC2ED-CC86-8C1C-62F2-FD4DA36E3ED8}"/>
              </a:ext>
            </a:extLst>
          </p:cNvPr>
          <p:cNvCxnSpPr>
            <a:cxnSpLocks/>
            <a:stCxn id="16576" idx="0"/>
            <a:endCxn id="16581" idx="2"/>
          </p:cNvCxnSpPr>
          <p:nvPr/>
        </p:nvCxnSpPr>
        <p:spPr>
          <a:xfrm flipV="1">
            <a:off x="4163429" y="1566897"/>
            <a:ext cx="0" cy="263325"/>
          </a:xfrm>
          <a:prstGeom prst="straightConnector1">
            <a:avLst/>
          </a:prstGeom>
          <a:noFill/>
          <a:ln w="28575" cap="flat" cmpd="sng">
            <a:solidFill>
              <a:srgbClr val="0CD4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598" name="TextBox 16597">
            <a:extLst>
              <a:ext uri="{FF2B5EF4-FFF2-40B4-BE49-F238E27FC236}">
                <a16:creationId xmlns:a16="http://schemas.microsoft.com/office/drawing/2014/main" id="{F2A6D126-92C6-D594-28C7-1F960CE5B66B}"/>
              </a:ext>
            </a:extLst>
          </p:cNvPr>
          <p:cNvSpPr txBox="1"/>
          <p:nvPr/>
        </p:nvSpPr>
        <p:spPr>
          <a:xfrm>
            <a:off x="4307426" y="1145609"/>
            <a:ext cx="7700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Roboto Condensed Black" panose="02000000000000000000" pitchFamily="2" charset="0"/>
                <a:ea typeface="Roboto Condensed Black" panose="02000000000000000000" pitchFamily="2" charset="0"/>
              </a:rPr>
              <a:t>App Connectors</a:t>
            </a:r>
            <a:endParaRPr lang="en-US" sz="1000" dirty="0">
              <a:solidFill>
                <a:schemeClr val="tx1"/>
              </a:solidFill>
              <a:latin typeface="Roboto Condensed Medium" panose="02000000000000000000" pitchFamily="2" charset="0"/>
              <a:ea typeface="Roboto Condensed Medium" panose="02000000000000000000" pitchFamily="2" charset="0"/>
            </a:endParaRPr>
          </a:p>
        </p:txBody>
      </p:sp>
      <p:sp>
        <p:nvSpPr>
          <p:cNvPr id="16599" name="TextBox 16598">
            <a:extLst>
              <a:ext uri="{FF2B5EF4-FFF2-40B4-BE49-F238E27FC236}">
                <a16:creationId xmlns:a16="http://schemas.microsoft.com/office/drawing/2014/main" id="{9329E352-683B-C93A-9539-04005DB32B1E}"/>
              </a:ext>
            </a:extLst>
          </p:cNvPr>
          <p:cNvSpPr txBox="1"/>
          <p:nvPr/>
        </p:nvSpPr>
        <p:spPr>
          <a:xfrm>
            <a:off x="3003727" y="934710"/>
            <a:ext cx="87478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/>
                <a:ea typeface="Roboto Condensed Black"/>
              </a:rPr>
              <a:t>DC/Cloud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600" name="Picture 16599">
            <a:extLst>
              <a:ext uri="{FF2B5EF4-FFF2-40B4-BE49-F238E27FC236}">
                <a16:creationId xmlns:a16="http://schemas.microsoft.com/office/drawing/2014/main" id="{55250E6C-EFB2-CE5F-13B4-31E7C27437A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2029" y="1484404"/>
            <a:ext cx="469291" cy="469291"/>
          </a:xfrm>
          <a:prstGeom prst="rect">
            <a:avLst/>
          </a:prstGeom>
        </p:spPr>
      </p:pic>
      <p:cxnSp>
        <p:nvCxnSpPr>
          <p:cNvPr id="16601" name="Google Shape;5383;p511">
            <a:extLst>
              <a:ext uri="{FF2B5EF4-FFF2-40B4-BE49-F238E27FC236}">
                <a16:creationId xmlns:a16="http://schemas.microsoft.com/office/drawing/2014/main" id="{43E53BC2-69BE-565F-D485-447037E973C1}"/>
              </a:ext>
            </a:extLst>
          </p:cNvPr>
          <p:cNvCxnSpPr>
            <a:cxnSpLocks/>
            <a:stCxn id="16576" idx="3"/>
            <a:endCxn id="16600" idx="1"/>
          </p:cNvCxnSpPr>
          <p:nvPr/>
        </p:nvCxnSpPr>
        <p:spPr>
          <a:xfrm flipV="1">
            <a:off x="4855579" y="1719050"/>
            <a:ext cx="1746450" cy="549322"/>
          </a:xfrm>
          <a:prstGeom prst="straightConnector1">
            <a:avLst/>
          </a:prstGeom>
          <a:noFill/>
          <a:ln w="28575" cap="flat" cmpd="sng">
            <a:solidFill>
              <a:srgbClr val="0CD4FF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16605" name="Picture 16604">
            <a:extLst>
              <a:ext uri="{FF2B5EF4-FFF2-40B4-BE49-F238E27FC236}">
                <a16:creationId xmlns:a16="http://schemas.microsoft.com/office/drawing/2014/main" id="{3BAD2DFF-615B-601A-4097-E3808E7D023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02029" y="2060450"/>
            <a:ext cx="466344" cy="466344"/>
          </a:xfrm>
          <a:prstGeom prst="rect">
            <a:avLst/>
          </a:prstGeom>
        </p:spPr>
      </p:pic>
      <p:cxnSp>
        <p:nvCxnSpPr>
          <p:cNvPr id="16606" name="Google Shape;5383;p511">
            <a:extLst>
              <a:ext uri="{FF2B5EF4-FFF2-40B4-BE49-F238E27FC236}">
                <a16:creationId xmlns:a16="http://schemas.microsoft.com/office/drawing/2014/main" id="{6A22E734-E8A3-BB94-D999-8105B28E939B}"/>
              </a:ext>
            </a:extLst>
          </p:cNvPr>
          <p:cNvCxnSpPr>
            <a:cxnSpLocks/>
            <a:stCxn id="16576" idx="3"/>
            <a:endCxn id="16605" idx="1"/>
          </p:cNvCxnSpPr>
          <p:nvPr/>
        </p:nvCxnSpPr>
        <p:spPr>
          <a:xfrm>
            <a:off x="4855579" y="2268372"/>
            <a:ext cx="1746450" cy="25250"/>
          </a:xfrm>
          <a:prstGeom prst="straightConnector1">
            <a:avLst/>
          </a:prstGeom>
          <a:noFill/>
          <a:ln w="28575" cap="flat" cmpd="sng">
            <a:solidFill>
              <a:srgbClr val="0CD4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609" name="TextBox 16608">
            <a:extLst>
              <a:ext uri="{FF2B5EF4-FFF2-40B4-BE49-F238E27FC236}">
                <a16:creationId xmlns:a16="http://schemas.microsoft.com/office/drawing/2014/main" id="{02C4050E-0894-FD67-72A5-B066A3EAA2DE}"/>
              </a:ext>
            </a:extLst>
          </p:cNvPr>
          <p:cNvSpPr txBox="1"/>
          <p:nvPr/>
        </p:nvSpPr>
        <p:spPr>
          <a:xfrm>
            <a:off x="6530227" y="1243332"/>
            <a:ext cx="609948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Roboto Condensed Black"/>
                <a:ea typeface="Roboto Condensed Black"/>
              </a:rPr>
              <a:t>ZTB</a:t>
            </a:r>
            <a:endParaRPr lang="en-US" dirty="0"/>
          </a:p>
        </p:txBody>
      </p:sp>
      <p:sp>
        <p:nvSpPr>
          <p:cNvPr id="16610" name="TextBox 16609">
            <a:extLst>
              <a:ext uri="{FF2B5EF4-FFF2-40B4-BE49-F238E27FC236}">
                <a16:creationId xmlns:a16="http://schemas.microsoft.com/office/drawing/2014/main" id="{95FC6030-95F5-5B4A-A7C5-217F7A626FCF}"/>
              </a:ext>
            </a:extLst>
          </p:cNvPr>
          <p:cNvSpPr txBox="1"/>
          <p:nvPr/>
        </p:nvSpPr>
        <p:spPr>
          <a:xfrm>
            <a:off x="6530227" y="2501544"/>
            <a:ext cx="60994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Roboto Condensed Black"/>
                <a:ea typeface="Roboto Condensed Black"/>
              </a:rPr>
              <a:t> ZCC User</a:t>
            </a:r>
            <a:endParaRPr lang="en-US" sz="1000" dirty="0">
              <a:solidFill>
                <a:schemeClr val="tx1"/>
              </a:solidFill>
              <a:latin typeface="Roboto Condensed Black"/>
              <a:ea typeface="Roboto Condensed Black"/>
            </a:endParaRPr>
          </a:p>
        </p:txBody>
      </p:sp>
      <p:sp>
        <p:nvSpPr>
          <p:cNvPr id="16615" name="Triangle 16614">
            <a:extLst>
              <a:ext uri="{FF2B5EF4-FFF2-40B4-BE49-F238E27FC236}">
                <a16:creationId xmlns:a16="http://schemas.microsoft.com/office/drawing/2014/main" id="{61D1821B-DDAB-B809-889C-7D010A64A60A}"/>
              </a:ext>
            </a:extLst>
          </p:cNvPr>
          <p:cNvSpPr/>
          <p:nvPr/>
        </p:nvSpPr>
        <p:spPr>
          <a:xfrm rot="5400000">
            <a:off x="3451167" y="3279438"/>
            <a:ext cx="345486" cy="458268"/>
          </a:xfrm>
          <a:prstGeom prst="triangle">
            <a:avLst/>
          </a:prstGeom>
          <a:solidFill>
            <a:srgbClr val="D6D6D6"/>
          </a:solidFill>
          <a:ln>
            <a:solidFill>
              <a:srgbClr val="AAAA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611" name="Picture 16610">
            <a:extLst>
              <a:ext uri="{FF2B5EF4-FFF2-40B4-BE49-F238E27FC236}">
                <a16:creationId xmlns:a16="http://schemas.microsoft.com/office/drawing/2014/main" id="{A107DD28-26C8-AAC4-ACFE-93A040BFB64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86973" y="3285569"/>
            <a:ext cx="466344" cy="466344"/>
          </a:xfrm>
          <a:prstGeom prst="rect">
            <a:avLst/>
          </a:prstGeom>
        </p:spPr>
      </p:pic>
      <p:pic>
        <p:nvPicPr>
          <p:cNvPr id="16616" name="Picture 16615">
            <a:extLst>
              <a:ext uri="{FF2B5EF4-FFF2-40B4-BE49-F238E27FC236}">
                <a16:creationId xmlns:a16="http://schemas.microsoft.com/office/drawing/2014/main" id="{0D8C340A-F8B8-A46C-10CE-69729D17574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89469" y="1243552"/>
            <a:ext cx="719800" cy="549321"/>
          </a:xfrm>
          <a:prstGeom prst="rect">
            <a:avLst/>
          </a:prstGeom>
        </p:spPr>
      </p:pic>
      <p:pic>
        <p:nvPicPr>
          <p:cNvPr id="16619" name="Picture 16618">
            <a:extLst>
              <a:ext uri="{FF2B5EF4-FFF2-40B4-BE49-F238E27FC236}">
                <a16:creationId xmlns:a16="http://schemas.microsoft.com/office/drawing/2014/main" id="{9C7C5903-8B3A-2142-1452-615E4C72E77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29800" y="1941037"/>
            <a:ext cx="639138" cy="668190"/>
          </a:xfrm>
          <a:prstGeom prst="rect">
            <a:avLst/>
          </a:prstGeom>
        </p:spPr>
      </p:pic>
      <p:pic>
        <p:nvPicPr>
          <p:cNvPr id="16620" name="Picture 16619">
            <a:extLst>
              <a:ext uri="{FF2B5EF4-FFF2-40B4-BE49-F238E27FC236}">
                <a16:creationId xmlns:a16="http://schemas.microsoft.com/office/drawing/2014/main" id="{BBD1FE29-A974-B97F-083D-84F87BC84C1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47338" y="2782406"/>
            <a:ext cx="584200" cy="584200"/>
          </a:xfrm>
          <a:prstGeom prst="rect">
            <a:avLst/>
          </a:prstGeom>
        </p:spPr>
      </p:pic>
      <p:pic>
        <p:nvPicPr>
          <p:cNvPr id="16623" name="Picture 16622">
            <a:extLst>
              <a:ext uri="{FF2B5EF4-FFF2-40B4-BE49-F238E27FC236}">
                <a16:creationId xmlns:a16="http://schemas.microsoft.com/office/drawing/2014/main" id="{F078F565-4A5E-7669-05A2-B6058840F74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05979" y="3516728"/>
            <a:ext cx="625559" cy="642021"/>
          </a:xfrm>
          <a:prstGeom prst="rect">
            <a:avLst/>
          </a:prstGeom>
        </p:spPr>
      </p:pic>
      <p:pic>
        <p:nvPicPr>
          <p:cNvPr id="16624" name="Picture 16623">
            <a:extLst>
              <a:ext uri="{FF2B5EF4-FFF2-40B4-BE49-F238E27FC236}">
                <a16:creationId xmlns:a16="http://schemas.microsoft.com/office/drawing/2014/main" id="{28D1DAA4-CB99-5689-EE02-029F387C52A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58438" y="4297597"/>
            <a:ext cx="673100" cy="647700"/>
          </a:xfrm>
          <a:prstGeom prst="rect">
            <a:avLst/>
          </a:prstGeom>
        </p:spPr>
      </p:pic>
      <p:pic>
        <p:nvPicPr>
          <p:cNvPr id="16625" name="Picture 16624">
            <a:extLst>
              <a:ext uri="{FF2B5EF4-FFF2-40B4-BE49-F238E27FC236}">
                <a16:creationId xmlns:a16="http://schemas.microsoft.com/office/drawing/2014/main" id="{6FE2BB6C-AA7E-285D-989D-2073F1EC13B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94938" y="5084145"/>
            <a:ext cx="736600" cy="736600"/>
          </a:xfrm>
          <a:prstGeom prst="rect">
            <a:avLst/>
          </a:prstGeom>
        </p:spPr>
      </p:pic>
      <p:sp>
        <p:nvSpPr>
          <p:cNvPr id="16626" name="TextBox 16625">
            <a:extLst>
              <a:ext uri="{FF2B5EF4-FFF2-40B4-BE49-F238E27FC236}">
                <a16:creationId xmlns:a16="http://schemas.microsoft.com/office/drawing/2014/main" id="{962DB8A6-15D0-04EA-1996-DD037C49A0AE}"/>
              </a:ext>
            </a:extLst>
          </p:cNvPr>
          <p:cNvSpPr txBox="1"/>
          <p:nvPr/>
        </p:nvSpPr>
        <p:spPr>
          <a:xfrm>
            <a:off x="8509269" y="1454044"/>
            <a:ext cx="2977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Inside &gt; Out Connections Only</a:t>
            </a:r>
            <a:endParaRPr lang="en" sz="10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r>
              <a:rPr lang="en" sz="1000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inbound ports exposed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627" name="TextBox 16626">
            <a:extLst>
              <a:ext uri="{FF2B5EF4-FFF2-40B4-BE49-F238E27FC236}">
                <a16:creationId xmlns:a16="http://schemas.microsoft.com/office/drawing/2014/main" id="{ED775411-77ED-8D57-9A2A-87A136DC5C2D}"/>
              </a:ext>
            </a:extLst>
          </p:cNvPr>
          <p:cNvSpPr txBox="1"/>
          <p:nvPr/>
        </p:nvSpPr>
        <p:spPr>
          <a:xfrm>
            <a:off x="8509269" y="1145609"/>
            <a:ext cx="2977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INVISIBLE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628" name="TextBox 16627">
            <a:extLst>
              <a:ext uri="{FF2B5EF4-FFF2-40B4-BE49-F238E27FC236}">
                <a16:creationId xmlns:a16="http://schemas.microsoft.com/office/drawing/2014/main" id="{C2C186EF-86FA-F7A9-3E0A-B447178072EF}"/>
              </a:ext>
            </a:extLst>
          </p:cNvPr>
          <p:cNvSpPr txBox="1"/>
          <p:nvPr/>
        </p:nvSpPr>
        <p:spPr>
          <a:xfrm>
            <a:off x="8509269" y="2261448"/>
            <a:ext cx="29770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Location (Branch) to ZIA/ZPA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629" name="TextBox 16628">
            <a:extLst>
              <a:ext uri="{FF2B5EF4-FFF2-40B4-BE49-F238E27FC236}">
                <a16:creationId xmlns:a16="http://schemas.microsoft.com/office/drawing/2014/main" id="{74A3E65E-F505-202C-9863-5C08D6CE5D57}"/>
              </a:ext>
            </a:extLst>
          </p:cNvPr>
          <p:cNvSpPr txBox="1"/>
          <p:nvPr/>
        </p:nvSpPr>
        <p:spPr>
          <a:xfrm>
            <a:off x="8509269" y="1953013"/>
            <a:ext cx="2977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BRANCH-LEVEL SEGMENTATION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630" name="TextBox 16629">
            <a:extLst>
              <a:ext uri="{FF2B5EF4-FFF2-40B4-BE49-F238E27FC236}">
                <a16:creationId xmlns:a16="http://schemas.microsoft.com/office/drawing/2014/main" id="{CD283CA4-4E7E-3742-A381-AFE886CC1BA0}"/>
              </a:ext>
            </a:extLst>
          </p:cNvPr>
          <p:cNvSpPr txBox="1"/>
          <p:nvPr/>
        </p:nvSpPr>
        <p:spPr>
          <a:xfrm>
            <a:off x="8480977" y="5410296"/>
            <a:ext cx="29770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Routing or Route Exchange</a:t>
            </a:r>
            <a:endParaRPr lang="en" sz="10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r>
              <a:rPr lang="en" sz="1000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Only proxied (ZIA) or brokered connections (ZPA) prevents lateral movement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634" name="TextBox 16633">
            <a:extLst>
              <a:ext uri="{FF2B5EF4-FFF2-40B4-BE49-F238E27FC236}">
                <a16:creationId xmlns:a16="http://schemas.microsoft.com/office/drawing/2014/main" id="{B3B0E919-BCFB-E401-EBC9-3F4E979F1E56}"/>
              </a:ext>
            </a:extLst>
          </p:cNvPr>
          <p:cNvSpPr txBox="1"/>
          <p:nvPr/>
        </p:nvSpPr>
        <p:spPr>
          <a:xfrm>
            <a:off x="8480977" y="5101861"/>
            <a:ext cx="2977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NON-ROUTABLE OVERLAY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635" name="TextBox 16634">
            <a:extLst>
              <a:ext uri="{FF2B5EF4-FFF2-40B4-BE49-F238E27FC236}">
                <a16:creationId xmlns:a16="http://schemas.microsoft.com/office/drawing/2014/main" id="{12BC9250-9AA9-7846-B858-41009E18D1A9}"/>
              </a:ext>
            </a:extLst>
          </p:cNvPr>
          <p:cNvSpPr txBox="1"/>
          <p:nvPr/>
        </p:nvSpPr>
        <p:spPr>
          <a:xfrm>
            <a:off x="8470822" y="4509627"/>
            <a:ext cx="29770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Island of One</a:t>
            </a:r>
            <a:endParaRPr lang="en-US" sz="10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r>
              <a:rPr lang="en-US" sz="1000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lateral movement, no explicit authorization, no resource access</a:t>
            </a:r>
          </a:p>
        </p:txBody>
      </p:sp>
      <p:sp>
        <p:nvSpPr>
          <p:cNvPr id="16636" name="TextBox 16635">
            <a:extLst>
              <a:ext uri="{FF2B5EF4-FFF2-40B4-BE49-F238E27FC236}">
                <a16:creationId xmlns:a16="http://schemas.microsoft.com/office/drawing/2014/main" id="{34E786CF-B557-3950-4C94-4691CEF80311}"/>
              </a:ext>
            </a:extLst>
          </p:cNvPr>
          <p:cNvSpPr txBox="1"/>
          <p:nvPr/>
        </p:nvSpPr>
        <p:spPr>
          <a:xfrm>
            <a:off x="8470822" y="4201192"/>
            <a:ext cx="2977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DEVICE TO DEVICE SEGMENTATION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638" name="TextBox 16637">
            <a:extLst>
              <a:ext uri="{FF2B5EF4-FFF2-40B4-BE49-F238E27FC236}">
                <a16:creationId xmlns:a16="http://schemas.microsoft.com/office/drawing/2014/main" id="{7812CB26-6A31-9DC6-F77E-4D8F98A8E5E7}"/>
              </a:ext>
            </a:extLst>
          </p:cNvPr>
          <p:cNvSpPr txBox="1"/>
          <p:nvPr/>
        </p:nvSpPr>
        <p:spPr>
          <a:xfrm>
            <a:off x="8468938" y="3699128"/>
            <a:ext cx="2977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User, Branch (Location), Sub-Location, to App via ZPA</a:t>
            </a:r>
          </a:p>
        </p:txBody>
      </p:sp>
      <p:sp>
        <p:nvSpPr>
          <p:cNvPr id="16640" name="TextBox 16639">
            <a:extLst>
              <a:ext uri="{FF2B5EF4-FFF2-40B4-BE49-F238E27FC236}">
                <a16:creationId xmlns:a16="http://schemas.microsoft.com/office/drawing/2014/main" id="{C1BCBF30-7297-3D96-55C2-283F80749260}"/>
              </a:ext>
            </a:extLst>
          </p:cNvPr>
          <p:cNvSpPr txBox="1"/>
          <p:nvPr/>
        </p:nvSpPr>
        <p:spPr>
          <a:xfrm>
            <a:off x="8468938" y="3474914"/>
            <a:ext cx="2977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 SEGMENTATION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641" name="TextBox 16640">
            <a:extLst>
              <a:ext uri="{FF2B5EF4-FFF2-40B4-BE49-F238E27FC236}">
                <a16:creationId xmlns:a16="http://schemas.microsoft.com/office/drawing/2014/main" id="{52B4AD52-55BB-194E-F016-A53523BA894D}"/>
              </a:ext>
            </a:extLst>
          </p:cNvPr>
          <p:cNvSpPr txBox="1"/>
          <p:nvPr/>
        </p:nvSpPr>
        <p:spPr>
          <a:xfrm>
            <a:off x="8468938" y="2980521"/>
            <a:ext cx="29770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Sub-location (VLAN, Subnet) to ZIA/ZPA</a:t>
            </a:r>
          </a:p>
        </p:txBody>
      </p:sp>
      <p:sp>
        <p:nvSpPr>
          <p:cNvPr id="16642" name="TextBox 16641">
            <a:extLst>
              <a:ext uri="{FF2B5EF4-FFF2-40B4-BE49-F238E27FC236}">
                <a16:creationId xmlns:a16="http://schemas.microsoft.com/office/drawing/2014/main" id="{4BCA96A3-4A82-F488-AC4C-9207C21F9E5D}"/>
              </a:ext>
            </a:extLst>
          </p:cNvPr>
          <p:cNvSpPr txBox="1"/>
          <p:nvPr/>
        </p:nvSpPr>
        <p:spPr>
          <a:xfrm>
            <a:off x="8474033" y="2757391"/>
            <a:ext cx="2977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SUB-LOCATION SEGMENTATION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1E2DBC-8BAA-BEFF-0E9D-181E5F0ED64E}"/>
              </a:ext>
            </a:extLst>
          </p:cNvPr>
          <p:cNvSpPr txBox="1"/>
          <p:nvPr/>
        </p:nvSpPr>
        <p:spPr>
          <a:xfrm>
            <a:off x="251023" y="2924675"/>
            <a:ext cx="1009322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entury Gothic"/>
                <a:ea typeface="Roboto Condensed Black"/>
              </a:rPr>
              <a:t>&lt;Customer Name&gt; Branch</a:t>
            </a:r>
            <a:endParaRPr lang="en-US" sz="1000" dirty="0">
              <a:solidFill>
                <a:schemeClr val="tx1"/>
              </a:solidFill>
              <a:latin typeface="Century Gothic"/>
              <a:ea typeface="Roboto Condensed Black"/>
            </a:endParaRPr>
          </a:p>
        </p:txBody>
      </p:sp>
    </p:spTree>
    <p:extLst>
      <p:ext uri="{BB962C8B-B14F-4D97-AF65-F5344CB8AC3E}">
        <p14:creationId xmlns:p14="http://schemas.microsoft.com/office/powerpoint/2010/main" val="368593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1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6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16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6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decel="100000" fill="hold"/>
                                        <p:tgtEl>
                                          <p:spTgt spid="16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6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 fill="hold"/>
                                        <p:tgtEl>
                                          <p:spTgt spid="1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66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6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900" decel="100000" fill="hold"/>
                                        <p:tgtEl>
                                          <p:spTgt spid="16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66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900" decel="100000" fill="hold"/>
                                        <p:tgtEl>
                                          <p:spTgt spid="1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66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900" decel="100000" fill="hold"/>
                                        <p:tgtEl>
                                          <p:spTgt spid="1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66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6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900" decel="100000" fill="hold"/>
                                        <p:tgtEl>
                                          <p:spTgt spid="16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66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6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900" decel="100000" fill="hold"/>
                                        <p:tgtEl>
                                          <p:spTgt spid="16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66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6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900" decel="100000" fill="hold"/>
                                        <p:tgtEl>
                                          <p:spTgt spid="16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66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6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900" decel="100000" fill="hold"/>
                                        <p:tgtEl>
                                          <p:spTgt spid="16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166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6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900" decel="100000" fill="hold"/>
                                        <p:tgtEl>
                                          <p:spTgt spid="16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66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6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900" decel="100000" fill="hold"/>
                                        <p:tgtEl>
                                          <p:spTgt spid="16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166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6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900" decel="100000" fill="hold"/>
                                        <p:tgtEl>
                                          <p:spTgt spid="16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166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6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900" decel="100000" fill="hold"/>
                                        <p:tgtEl>
                                          <p:spTgt spid="16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166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6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900" decel="100000" fill="hold"/>
                                        <p:tgtEl>
                                          <p:spTgt spid="16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166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6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900" decel="100000" fill="hold"/>
                                        <p:tgtEl>
                                          <p:spTgt spid="16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166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1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900" decel="100000" fill="hold"/>
                                        <p:tgtEl>
                                          <p:spTgt spid="1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166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16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900" decel="100000" fill="hold"/>
                                        <p:tgtEl>
                                          <p:spTgt spid="16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6615" grpId="0" animBg="1"/>
      <p:bldP spid="16626" grpId="0"/>
      <p:bldP spid="16627" grpId="0"/>
      <p:bldP spid="16628" grpId="0"/>
      <p:bldP spid="16629" grpId="0"/>
      <p:bldP spid="16630" grpId="0"/>
      <p:bldP spid="16634" grpId="0"/>
      <p:bldP spid="16635" grpId="0"/>
      <p:bldP spid="16636" grpId="0"/>
      <p:bldP spid="16638" grpId="0"/>
      <p:bldP spid="16640" grpId="0"/>
      <p:bldP spid="16641" grpId="0"/>
      <p:bldP spid="16642" grpId="0"/>
    </p:bldLst>
  </p:timing>
</p:sld>
</file>

<file path=ppt/theme/theme1.xml><?xml version="1.0" encoding="utf-8"?>
<a:theme xmlns:a="http://schemas.openxmlformats.org/drawingml/2006/main" name="Zscaler Deck 2026 [Navy] ">
  <a:themeElements>
    <a:clrScheme name="Zscaler Color Palette">
      <a:dk1>
        <a:srgbClr val="FFFFFF"/>
      </a:dk1>
      <a:lt1>
        <a:srgbClr val="246CF7"/>
      </a:lt1>
      <a:dk2>
        <a:srgbClr val="001744"/>
      </a:dk2>
      <a:lt2>
        <a:srgbClr val="E5F1FA"/>
      </a:lt2>
      <a:accent1>
        <a:srgbClr val="FFE641"/>
      </a:accent1>
      <a:accent2>
        <a:srgbClr val="6BFFB3"/>
      </a:accent2>
      <a:accent3>
        <a:srgbClr val="FE00E2"/>
      </a:accent3>
      <a:accent4>
        <a:srgbClr val="001744"/>
      </a:accent4>
      <a:accent5>
        <a:srgbClr val="12D3FF"/>
      </a:accent5>
      <a:accent6>
        <a:srgbClr val="EC1850"/>
      </a:accent6>
      <a:hlink>
        <a:srgbClr val="12D3FF"/>
      </a:hlink>
      <a:folHlink>
        <a:srgbClr val="246C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3695</Words>
  <Application>Microsoft Office PowerPoint</Application>
  <PresentationFormat>Widescreen</PresentationFormat>
  <Paragraphs>685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Zscaler Deck 2026 [Navy] </vt:lpstr>
      <vt:lpstr>Current State: LAN Architecture &amp; Challenges</vt:lpstr>
      <vt:lpstr>Future State: Branch Microsegmentation</vt:lpstr>
      <vt:lpstr>Traditional Routed (Non-Zscaler)</vt:lpstr>
      <vt:lpstr>Future State: Zero Trust Branch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Paula Bustamante</dc:creator>
  <cp:lastModifiedBy>Sean Watson</cp:lastModifiedBy>
  <cp:revision>84</cp:revision>
  <dcterms:created xsi:type="dcterms:W3CDTF">2024-08-30T16:16:39Z</dcterms:created>
  <dcterms:modified xsi:type="dcterms:W3CDTF">2026-09-29T18:47:02Z</dcterms:modified>
</cp:coreProperties>
</file>