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08" r:id="rId2"/>
  </p:sldMasterIdLst>
  <p:notesMasterIdLst>
    <p:notesMasterId r:id="rId6"/>
  </p:notesMasterIdLst>
  <p:sldIdLst>
    <p:sldId id="277" r:id="rId3"/>
    <p:sldId id="278" r:id="rId4"/>
    <p:sldId id="27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568"/>
  </p:normalViewPr>
  <p:slideViewPr>
    <p:cSldViewPr snapToGrid="0">
      <p:cViewPr>
        <p:scale>
          <a:sx n="96" d="100"/>
          <a:sy n="96" d="100"/>
        </p:scale>
        <p:origin x="5544" y="1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B0C23-0BB5-8344-97B9-37FD9B4AEE7F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0D29A-AA11-A742-B48C-DD5A64F20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18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3f5b021c08c_0_10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5" name="Google Shape;2305;g3f5b021c08c_0_10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g3f5b021c08c_0_11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1" name="Google Shape;2381;g3f5b021c08c_0_1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g3f5b021c08c_0_1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4" name="Google Shape;2464;g3f5b021c08c_0_1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B9CF5A92-69E3-FAEE-A467-E08474006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008A089-1AE4-3D8E-FDEE-EE7FAAC1FB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097" y="1909108"/>
            <a:ext cx="9299575" cy="3435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843258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head + Content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FF4592E-733D-BD24-5357-D28A8F101B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6" y="883466"/>
            <a:ext cx="9298820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274C77A-5F8E-EB24-2083-CE4F00C05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86557"/>
            <a:ext cx="9298820" cy="3538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203B1E5-A24F-0709-3F62-E30A4EDDC3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097" y="1909108"/>
            <a:ext cx="9299575" cy="343535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642392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B419DC0F-E6A4-4F32-C573-31DF8A186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623802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head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B419DC0F-E6A4-4F32-C573-31DF8A186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BE5763AB-F3EF-B688-30DC-9DE7CE5F4E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67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Agenda</a:t>
            </a:r>
            <a:endParaRPr lang="en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F852F0-D6AB-9A5B-DC5E-301AEFE14B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706" y="1520760"/>
            <a:ext cx="11399871" cy="4579857"/>
          </a:xfrm>
          <a:prstGeom prst="rect">
            <a:avLst/>
          </a:prstGeom>
        </p:spPr>
        <p:txBody>
          <a:bodyPr numCol="2"/>
          <a:lstStyle>
            <a:lvl1pPr marL="329184" indent="-329184" defTabSz="381600">
              <a:lnSpc>
                <a:spcPct val="200000"/>
              </a:lnSpc>
              <a:buClr>
                <a:schemeClr val="accent2"/>
              </a:buClr>
              <a:buSzPct val="100000"/>
              <a:buFont typeface="+mj-lt"/>
              <a:buAutoNum type="arabicPeriod"/>
              <a:tabLst/>
              <a:defRPr sz="1400">
                <a:solidFill>
                  <a:schemeClr val="tx1"/>
                </a:solidFill>
              </a:defRPr>
            </a:lvl1pPr>
            <a:lvl2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2pPr>
            <a:lvl3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3pPr>
            <a:lvl4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4pPr>
            <a:lvl5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marL="289719" marR="0" lvl="0" indent="-284163" algn="l" defTabSz="3816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120000"/>
              <a:buFont typeface="+mj-lt"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9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+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7650547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Agenda</a:t>
            </a:r>
            <a:endParaRPr lang="en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62FF8E-1AA6-E50E-39CD-E7915666C2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706" y="1520760"/>
            <a:ext cx="7633658" cy="4579857"/>
          </a:xfrm>
          <a:prstGeom prst="rect">
            <a:avLst/>
          </a:prstGeom>
        </p:spPr>
        <p:txBody>
          <a:bodyPr/>
          <a:lstStyle>
            <a:lvl1pPr marL="329184" indent="-329184" defTabSz="381600">
              <a:lnSpc>
                <a:spcPct val="200000"/>
              </a:lnSpc>
              <a:buClr>
                <a:schemeClr val="accent2"/>
              </a:buClr>
              <a:buSzPct val="100000"/>
              <a:buFont typeface="+mj-lt"/>
              <a:buAutoNum type="arabicPeriod"/>
              <a:tabLst/>
              <a:defRPr sz="1400">
                <a:solidFill>
                  <a:schemeClr val="tx1"/>
                </a:solidFill>
              </a:defRPr>
            </a:lvl1pPr>
            <a:lvl2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2pPr>
            <a:lvl3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3pPr>
            <a:lvl4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4pPr>
            <a:lvl5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42532E79-5667-8824-F045-373663208AE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 flipH="1">
            <a:off x="8392072" y="0"/>
            <a:ext cx="3799928" cy="6857777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70425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1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8123DC3-26EE-13A8-2A8A-9C718A5B8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99431" y="3130180"/>
            <a:ext cx="5334736" cy="382772"/>
          </a:xfrm>
          <a:prstGeom prst="rect">
            <a:avLst/>
          </a:prstGeom>
        </p:spPr>
        <p:txBody>
          <a:bodyPr lIns="0" tIns="0" bIns="0" anchor="b" anchorCtr="0"/>
          <a:lstStyle>
            <a:lvl1pPr marL="0" indent="0">
              <a:lnSpc>
                <a:spcPct val="100000"/>
              </a:lnSpc>
              <a:buFontTx/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</a:t>
            </a:r>
            <a:endParaRPr lang="en-US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7C8158D5-B633-4E34-9017-CF9662B5E8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89807" y="3651664"/>
            <a:ext cx="5341491" cy="151433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536DD4A8-1993-E708-325A-3BF620FC656E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257833" y="1692000"/>
            <a:ext cx="3474000" cy="3474000"/>
          </a:xfrm>
          <a:prstGeom prst="roundRect">
            <a:avLst>
              <a:gd name="adj" fmla="val 10233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336385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D440651-71E9-0AE8-CDA1-D562D1E9E8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50103" y="4715188"/>
            <a:ext cx="4150800" cy="382772"/>
          </a:xfrm>
          <a:prstGeom prst="rect">
            <a:avLst/>
          </a:prstGeom>
        </p:spPr>
        <p:txBody>
          <a:bodyPr l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1</a:t>
            </a:r>
            <a:endParaRPr lang="en-US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2152773-F283-B241-B8F5-C977CEA18F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0103" y="5195728"/>
            <a:ext cx="4150800" cy="566355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1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BAC0E01-17E4-69ED-3B40-85452DBAEF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63112" y="4715188"/>
            <a:ext cx="4150800" cy="382772"/>
          </a:xfrm>
          <a:prstGeom prst="rect">
            <a:avLst/>
          </a:prstGeom>
        </p:spPr>
        <p:txBody>
          <a:bodyPr l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2</a:t>
            </a:r>
            <a:endParaRPr lang="en-US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2646166C-E695-A9BE-E6AA-7F1A289EBB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63112" y="5195728"/>
            <a:ext cx="4150800" cy="566355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2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F4231A-B3E3-CAA1-CC55-E265DECC5667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2055689" y="1417680"/>
            <a:ext cx="2595600" cy="2595600"/>
          </a:xfrm>
          <a:prstGeom prst="roundRect">
            <a:avLst>
              <a:gd name="adj" fmla="val 11187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3173C9C-5E75-0719-9EB9-AB2688FA7AD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540712" y="1417680"/>
            <a:ext cx="2595600" cy="2595600"/>
          </a:xfrm>
          <a:prstGeom prst="roundRect">
            <a:avLst>
              <a:gd name="adj" fmla="val 11187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35294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3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239D72E7-69EC-8E0D-0F59-1BA307B97D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332009"/>
            <a:ext cx="3610800" cy="382772"/>
          </a:xfrm>
          <a:prstGeom prst="rect">
            <a:avLst/>
          </a:prstGeom>
        </p:spPr>
        <p:txBody>
          <a:bodyPr l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1</a:t>
            </a:r>
            <a:endParaRPr lang="en-US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5C9B965F-8DBC-D037-8089-F03D6832EA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798901"/>
            <a:ext cx="3610800" cy="566355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1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A95D9090-B4E9-1090-F92D-06ABEA1524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18782" y="4332009"/>
            <a:ext cx="3610800" cy="382772"/>
          </a:xfrm>
          <a:prstGeom prst="rect">
            <a:avLst/>
          </a:prstGeom>
        </p:spPr>
        <p:txBody>
          <a:bodyPr l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2</a:t>
            </a:r>
            <a:endParaRPr lang="en-US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461F7B31-C41C-6D20-1BE6-09A689E2A8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18782" y="4798901"/>
            <a:ext cx="3610800" cy="566355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2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8175686B-4B4B-43CB-995A-37A605ED82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1126" y="4332009"/>
            <a:ext cx="3610800" cy="382772"/>
          </a:xfrm>
          <a:prstGeom prst="rect">
            <a:avLst/>
          </a:prstGeom>
        </p:spPr>
        <p:txBody>
          <a:bodyPr l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3</a:t>
            </a:r>
            <a:endParaRPr lang="en-US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0AB6FDD0-DCBE-F829-7679-55676EBB2D4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1126" y="4798901"/>
            <a:ext cx="3610800" cy="566355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3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EAA335B1-C630-B597-7657-EA850F9E5E92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5017800" y="1417680"/>
            <a:ext cx="2156400" cy="2156400"/>
          </a:xfrm>
          <a:prstGeom prst="roundRect">
            <a:avLst>
              <a:gd name="adj" fmla="val 11013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46347A1-93C7-595A-7B35-7DC92C1A53D9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8858326" y="1417680"/>
            <a:ext cx="2156400" cy="2156400"/>
          </a:xfrm>
          <a:prstGeom prst="roundRect">
            <a:avLst>
              <a:gd name="adj" fmla="val 11013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FC0A2D0-6349-CF80-EE3C-3D2D4B61A66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84400" y="1417680"/>
            <a:ext cx="2156400" cy="2156400"/>
          </a:xfrm>
          <a:prstGeom prst="roundRect">
            <a:avLst>
              <a:gd name="adj" fmla="val 11013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518098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4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E67A711-BC02-D582-CCCF-C9362113C5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4699" y="4060361"/>
            <a:ext cx="2340000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1</a:t>
            </a:r>
            <a:endParaRPr lang="en-US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9A56E672-8992-6D3E-87D9-B5E7D82CAF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4699" y="4513605"/>
            <a:ext cx="2340000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1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6AB9EE4-B2C2-88D7-4881-293FC55A92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59708" y="4060361"/>
            <a:ext cx="2340000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4</a:t>
            </a:r>
            <a:endParaRPr lang="en-US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19686BD9-1845-7652-6D9E-8824F15494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59708" y="4513605"/>
            <a:ext cx="2340000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4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3ED01B51-1DD1-4C24-EF62-E3DE3F1691B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55566" y="4060361"/>
            <a:ext cx="2340000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2</a:t>
            </a:r>
            <a:endParaRPr lang="en-US"/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D25A70A3-E40F-CA65-EA3B-4500FAA023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55566" y="4513605"/>
            <a:ext cx="2340000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2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21B9EAF0-A8B7-BDC1-EB92-F9CA82295A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96433" y="4060361"/>
            <a:ext cx="2340000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3</a:t>
            </a:r>
            <a:endParaRPr lang="en-US"/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A42F7B25-6B8B-EDD4-DF45-6632CF3C7D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96433" y="4513605"/>
            <a:ext cx="2340000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3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D4497C57-2A76-1394-CB1C-541D04915DF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768634" y="1916113"/>
            <a:ext cx="1745999" cy="1745999"/>
          </a:xfrm>
          <a:prstGeom prst="roundRect">
            <a:avLst>
              <a:gd name="adj" fmla="val 11430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D6A60263-7817-075E-BAA0-23FC7933F24A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6719299" y="1916113"/>
            <a:ext cx="1745999" cy="1745999"/>
          </a:xfrm>
          <a:prstGeom prst="roundRect">
            <a:avLst>
              <a:gd name="adj" fmla="val 11430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DB789CB-3BAB-E372-6664-3241D3069951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9634302" y="1916113"/>
            <a:ext cx="1745999" cy="1745999"/>
          </a:xfrm>
          <a:prstGeom prst="roundRect">
            <a:avLst>
              <a:gd name="adj" fmla="val 11430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8F57112-D001-6BDA-61B6-40C4C01A440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811700" y="1916113"/>
            <a:ext cx="1745999" cy="1745999"/>
          </a:xfrm>
          <a:prstGeom prst="roundRect">
            <a:avLst>
              <a:gd name="adj" fmla="val 11430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124391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5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8F515D11-68DC-0B76-2787-7B43511CCB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6773" y="3938106"/>
            <a:ext cx="2001599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1</a:t>
            </a:r>
            <a:endParaRPr lang="en-US"/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A39C1F80-3409-123E-E7F1-94D6BD12E03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6773" y="4418646"/>
            <a:ext cx="2001599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1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034DF1-0774-6ACD-CBAD-F875514A21F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400294" y="3938106"/>
            <a:ext cx="2001599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4</a:t>
            </a:r>
            <a:endParaRPr lang="en-US"/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A36BFB4A-B9A3-4D28-F803-25025668BF4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00294" y="4418646"/>
            <a:ext cx="2001599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4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CA6B2E89-4E85-2282-0D11-369F4DD5977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85881" y="3938106"/>
            <a:ext cx="1994775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2</a:t>
            </a:r>
            <a:endParaRPr lang="en-US"/>
          </a:p>
        </p:txBody>
      </p:sp>
      <p:sp>
        <p:nvSpPr>
          <p:cNvPr id="36" name="Text Placeholder 23">
            <a:extLst>
              <a:ext uri="{FF2B5EF4-FFF2-40B4-BE49-F238E27FC236}">
                <a16:creationId xmlns:a16="http://schemas.microsoft.com/office/drawing/2014/main" id="{B2A27A74-1B33-F4E1-C792-F5BCED9DFB0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785881" y="4418646"/>
            <a:ext cx="1994775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2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2E50B4D-9F06-2448-A0BD-86822C5255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95200" y="3938106"/>
            <a:ext cx="2001599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3</a:t>
            </a:r>
            <a:endParaRPr lang="en-US"/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5002B577-2800-15BF-1BC0-BB6482EA55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95200" y="4418646"/>
            <a:ext cx="2001599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41AD72C-182B-52F9-42C6-F4F867D2F42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0414" y="3938106"/>
            <a:ext cx="2001599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5</a:t>
            </a:r>
            <a:endParaRPr lang="en-US"/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71F7D9C5-C33C-3F7E-9EB6-58BC6F802D5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20414" y="4418646"/>
            <a:ext cx="2001599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5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3CCB852A-61BA-7C27-E227-AF98102AD57E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3075880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chemeClr val="tx1">
              <a:lumMod val="85000"/>
            </a:schemeClr>
          </a:solidFill>
        </p:spPr>
        <p:txBody>
          <a:bodyPr rIns="0"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481E560-021E-4F98-D971-C7AEBA531269}"/>
              </a:ext>
            </a:extLst>
          </p:cNvPr>
          <p:cNvSpPr>
            <a:spLocks noGrp="1" noChangeAspect="1"/>
          </p:cNvSpPr>
          <p:nvPr>
            <p:ph type="pic" sz="quarter" idx="40"/>
          </p:nvPr>
        </p:nvSpPr>
        <p:spPr>
          <a:xfrm>
            <a:off x="5383388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chemeClr val="tx1">
              <a:lumMod val="85000"/>
            </a:schemeClr>
          </a:solidFill>
        </p:spPr>
        <p:txBody>
          <a:bodyPr rIns="0"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EBC7EBC-0FA0-16B6-4BF5-8A1ABCC11C7C}"/>
              </a:ext>
            </a:extLst>
          </p:cNvPr>
          <p:cNvSpPr>
            <a:spLocks noGrp="1" noChangeAspect="1"/>
          </p:cNvSpPr>
          <p:nvPr>
            <p:ph type="pic" sz="quarter" idx="41"/>
          </p:nvPr>
        </p:nvSpPr>
        <p:spPr>
          <a:xfrm>
            <a:off x="7694308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chemeClr val="tx1">
              <a:lumMod val="85000"/>
            </a:schemeClr>
          </a:solidFill>
        </p:spPr>
        <p:txBody>
          <a:bodyPr rIns="0"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FE457AD-C3DB-4A6F-9366-3189BF6CD9D7}"/>
              </a:ext>
            </a:extLst>
          </p:cNvPr>
          <p:cNvSpPr>
            <a:spLocks noGrp="1" noChangeAspect="1"/>
          </p:cNvSpPr>
          <p:nvPr>
            <p:ph type="pic" sz="quarter" idx="42"/>
          </p:nvPr>
        </p:nvSpPr>
        <p:spPr>
          <a:xfrm>
            <a:off x="10005227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chemeClr val="tx1">
              <a:lumMod val="85000"/>
            </a:schemeClr>
          </a:solidFill>
        </p:spPr>
        <p:txBody>
          <a:bodyPr rIns="0"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0D2F6575-3F05-33BD-26E8-CC7EF310FAB6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768372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chemeClr val="tx1">
              <a:lumMod val="85000"/>
            </a:schemeClr>
          </a:solidFill>
        </p:spPr>
        <p:txBody>
          <a:bodyPr rIns="0"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882907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1 photo + title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BEF374D-1A74-BF25-A1D0-0D608F92CAB3}"/>
              </a:ext>
            </a:extLst>
          </p:cNvPr>
          <p:cNvSpPr/>
          <p:nvPr userDrawn="1"/>
        </p:nvSpPr>
        <p:spPr>
          <a:xfrm>
            <a:off x="4196161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A44745-81DF-41DB-9E2D-C52E911B1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333882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7F79AA-EAF2-9F10-FDA7-AC57EB25FA55}"/>
              </a:ext>
            </a:extLst>
          </p:cNvPr>
          <p:cNvSpPr/>
          <p:nvPr userDrawn="1"/>
        </p:nvSpPr>
        <p:spPr>
          <a:xfrm>
            <a:off x="1692187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C1AE657-15E6-3C39-F2C2-2988AA5277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4326EC1-1AAD-7854-13D6-95A815D62F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02871" y="5273641"/>
            <a:ext cx="2890618" cy="382772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FAF43B5-03A0-BBE3-E8DE-CFB7AC8DCB6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703666" y="5737681"/>
            <a:ext cx="2885629" cy="42326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1pPr>
            <a:lvl2pPr marL="457177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tx2"/>
                </a:solidFill>
              </a:defRPr>
            </a:lvl2pPr>
            <a:lvl3pPr marL="914354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tx2"/>
                </a:solidFill>
              </a:defRPr>
            </a:lvl3pPr>
            <a:lvl4pPr marL="1371531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tx2"/>
                </a:solidFill>
              </a:defRPr>
            </a:lvl4pPr>
            <a:lvl5pPr marL="1828708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045CBD95-ED72-EAD2-BA59-8A7EAB4ACF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86559" y="2637775"/>
            <a:ext cx="5262529" cy="38277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7DEB03C8-9F18-6D98-5679-E60C777625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6935" y="3088412"/>
            <a:ext cx="5272153" cy="151433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C131A42-50A1-2E4F-D3D0-9B6C37DCBE8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925085" y="2291477"/>
            <a:ext cx="2658074" cy="2657902"/>
          </a:xfrm>
          <a:prstGeom prst="roundRect">
            <a:avLst>
              <a:gd name="adj" fmla="val 10169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886038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 photo + title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0B2918E-E041-B367-5B34-44639183C130}"/>
              </a:ext>
            </a:extLst>
          </p:cNvPr>
          <p:cNvSpPr/>
          <p:nvPr userDrawn="1"/>
        </p:nvSpPr>
        <p:spPr>
          <a:xfrm>
            <a:off x="4027707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FA93EE-1A51-0F61-7C69-76907B6AC870}"/>
              </a:ext>
            </a:extLst>
          </p:cNvPr>
          <p:cNvSpPr/>
          <p:nvPr userDrawn="1"/>
        </p:nvSpPr>
        <p:spPr>
          <a:xfrm>
            <a:off x="10136274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E0DB6C-9F6F-131D-CE02-72D42E2FAD0C}"/>
              </a:ext>
            </a:extLst>
          </p:cNvPr>
          <p:cNvSpPr/>
          <p:nvPr userDrawn="1"/>
        </p:nvSpPr>
        <p:spPr>
          <a:xfrm>
            <a:off x="1523734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38E95D7C-A0D2-A44B-74AF-4C9E8BACDCB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35213" y="5737681"/>
            <a:ext cx="2885629" cy="42326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1pPr>
            <a:lvl2pPr marL="457177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2pPr>
            <a:lvl3pPr marL="914354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3pPr>
            <a:lvl4pPr marL="1371531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4pPr>
            <a:lvl5pPr marL="1828708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0A9A4E-0B3D-08BC-92DC-996F2F804515}"/>
              </a:ext>
            </a:extLst>
          </p:cNvPr>
          <p:cNvSpPr/>
          <p:nvPr userDrawn="1"/>
        </p:nvSpPr>
        <p:spPr>
          <a:xfrm>
            <a:off x="7632300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7C5B38D-1FC6-8B18-9F57-FEB90AA3D3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643779" y="5737681"/>
            <a:ext cx="2885629" cy="42326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1pPr>
            <a:lvl2pPr marL="457177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2pPr>
            <a:lvl3pPr marL="914354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3pPr>
            <a:lvl4pPr marL="1371531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4pPr>
            <a:lvl5pPr marL="1828708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6E170A2-1B3B-6FB4-D85E-776E34CA17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2EA091B-4FE4-6FFC-9B7A-05BCD25806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34417" y="5273641"/>
            <a:ext cx="2890618" cy="382772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FF784A4-AD66-736C-6EB7-31866E5AEA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42983" y="5273641"/>
            <a:ext cx="2890618" cy="382772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74FFF8EF-EAA4-0699-5F8C-A1A6F1DE4D6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872645" y="2291477"/>
            <a:ext cx="2658074" cy="2657902"/>
          </a:xfrm>
          <a:prstGeom prst="roundRect">
            <a:avLst>
              <a:gd name="adj" fmla="val 9786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EE35C5C0-A93B-D09E-44A9-AFD0223260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756631" y="2291477"/>
            <a:ext cx="2658074" cy="2657902"/>
          </a:xfrm>
          <a:prstGeom prst="roundRect">
            <a:avLst>
              <a:gd name="adj" fmla="val 9786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451407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3 photo + title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C57875C-FFF4-0A11-1098-8BF81CAD94BB}"/>
              </a:ext>
            </a:extLst>
          </p:cNvPr>
          <p:cNvSpPr/>
          <p:nvPr userDrawn="1"/>
        </p:nvSpPr>
        <p:spPr>
          <a:xfrm>
            <a:off x="4534959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AB05A7-07DC-D57B-CA4F-446FE9B3A135}"/>
              </a:ext>
            </a:extLst>
          </p:cNvPr>
          <p:cNvSpPr/>
          <p:nvPr userDrawn="1"/>
        </p:nvSpPr>
        <p:spPr>
          <a:xfrm>
            <a:off x="8259510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A8B4B2-8917-4C94-221A-546BE231F015}"/>
              </a:ext>
            </a:extLst>
          </p:cNvPr>
          <p:cNvSpPr/>
          <p:nvPr userDrawn="1"/>
        </p:nvSpPr>
        <p:spPr>
          <a:xfrm>
            <a:off x="804238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E879FD-FAF6-979A-A277-FB770462D052}"/>
              </a:ext>
            </a:extLst>
          </p:cNvPr>
          <p:cNvSpPr/>
          <p:nvPr userDrawn="1"/>
        </p:nvSpPr>
        <p:spPr>
          <a:xfrm>
            <a:off x="3233572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accent5"/>
              </a:buClr>
            </a:pPr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540A8A-1C45-5043-322D-E21F5BF1B1CB}"/>
              </a:ext>
            </a:extLst>
          </p:cNvPr>
          <p:cNvSpPr/>
          <p:nvPr userDrawn="1"/>
        </p:nvSpPr>
        <p:spPr>
          <a:xfrm>
            <a:off x="6876366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accent5"/>
              </a:buClr>
            </a:pPr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FA12D1-BB0C-C361-43D3-97D4FCB63E38}"/>
              </a:ext>
            </a:extLst>
          </p:cNvPr>
          <p:cNvSpPr/>
          <p:nvPr userDrawn="1"/>
        </p:nvSpPr>
        <p:spPr>
          <a:xfrm>
            <a:off x="10502697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accent5"/>
              </a:buClr>
            </a:pPr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2BBD289F-6549-8606-99C8-036DCEDBCD3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7826" y="5273641"/>
            <a:ext cx="2890618" cy="38277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35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tabLst/>
              <a:defRPr/>
            </a:pPr>
            <a:r>
              <a:rPr lang="en-US">
                <a:effectLst/>
              </a:rPr>
              <a:t>This is a short subtitle placeholder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4D2900C-212E-E6AE-EF80-BAD6989BD8B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83871" y="5737681"/>
            <a:ext cx="2885629" cy="42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E6767716-9C2E-A345-547F-A9484BC191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0EE2DC3-7176-2F87-DFB0-9D20D93E1DA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81979" y="5273641"/>
            <a:ext cx="2890618" cy="38277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35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tabLst/>
              <a:defRPr/>
            </a:pPr>
            <a:r>
              <a:rPr lang="en-US">
                <a:effectLst/>
              </a:rPr>
              <a:t>This is a short subtitle placeholder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B5F24BA5-1137-0BA4-04D9-E818118BF8E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49718" y="5737681"/>
            <a:ext cx="2885629" cy="42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CO"/>
          </a:p>
        </p:txBody>
      </p:sp>
      <p:sp>
        <p:nvSpPr>
          <p:cNvPr id="35" name="Text Placeholder 23">
            <a:extLst>
              <a:ext uri="{FF2B5EF4-FFF2-40B4-BE49-F238E27FC236}">
                <a16:creationId xmlns:a16="http://schemas.microsoft.com/office/drawing/2014/main" id="{D4C3101E-8A41-EF9D-BCAF-FD0831642D6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011326" y="5737681"/>
            <a:ext cx="2885629" cy="42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CO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6FB464B6-43FB-0D42-FA6D-EEC9247D30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009434" y="5273641"/>
            <a:ext cx="2890618" cy="38277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35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tabLst/>
              <a:defRPr/>
            </a:pPr>
            <a:r>
              <a:rPr lang="en-US">
                <a:effectLst/>
              </a:rPr>
              <a:t>This is a short subtitle placeholder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98A2D25-69DB-99FC-1FCC-D8FA9E361D11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760050" y="2291477"/>
            <a:ext cx="2658074" cy="2657902"/>
          </a:xfrm>
          <a:prstGeom prst="roundRect">
            <a:avLst>
              <a:gd name="adj" fmla="val 10278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3513BCA5-4C3E-E07C-4690-E816FC378E5D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496790" y="2291477"/>
            <a:ext cx="2658074" cy="2657902"/>
          </a:xfrm>
          <a:prstGeom prst="roundRect">
            <a:avLst>
              <a:gd name="adj" fmla="val 10278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0D3B7860-8EF9-DE6E-6500-5F3B32DE43F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37136" y="2291477"/>
            <a:ext cx="2658074" cy="2657902"/>
          </a:xfrm>
          <a:prstGeom prst="roundRect">
            <a:avLst>
              <a:gd name="adj" fmla="val 10278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973457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4 photo + title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89E99F19-7DC3-20D8-2C63-8D453123508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96795" y="5186197"/>
            <a:ext cx="2521734" cy="369884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lang="en-US" sz="1200" b="0" i="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177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lang="en-US" sz="1200" b="0" i="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354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lang="en-US" sz="1200" b="0" i="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531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lang="en-US" sz="1200" b="0" i="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708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lang="en-CO" sz="1200" b="0" i="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C82A69FB-DA60-157A-3690-A62656FFCC8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351644" y="5186197"/>
            <a:ext cx="2521734" cy="369884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C1D29DCA-E7AA-FC41-6B0B-6772FA5B02C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31812" y="5186197"/>
            <a:ext cx="2521734" cy="369884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3">
            <a:extLst>
              <a:ext uri="{FF2B5EF4-FFF2-40B4-BE49-F238E27FC236}">
                <a16:creationId xmlns:a16="http://schemas.microsoft.com/office/drawing/2014/main" id="{1B6463E2-635F-FB71-A990-E92CAB30198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9276336" y="5186197"/>
            <a:ext cx="2521734" cy="369884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E98EA80-5685-89CB-EFB4-8E751706A45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1321071-845A-F831-A5B0-33107FA8D97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96000" y="4750920"/>
            <a:ext cx="2526092" cy="33450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36627E96-09D7-9821-B867-9E15C376ACC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50849" y="4750920"/>
            <a:ext cx="2526092" cy="33450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5705E37-8832-33B5-820D-AF8EE42B5AC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31017" y="4750920"/>
            <a:ext cx="2526092" cy="33450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DD8E4D9-B36F-D268-0B40-90645F2EDD0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75541" y="4750920"/>
            <a:ext cx="2526092" cy="33450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A801B6-4ED2-1394-6594-BC9BEBE9E628}"/>
              </a:ext>
            </a:extLst>
          </p:cNvPr>
          <p:cNvSpPr/>
          <p:nvPr userDrawn="1"/>
        </p:nvSpPr>
        <p:spPr>
          <a:xfrm>
            <a:off x="3394676" y="4052751"/>
            <a:ext cx="400338" cy="4003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2155A4-BAFD-4BE6-84E4-298C6B10F95B}"/>
              </a:ext>
            </a:extLst>
          </p:cNvPr>
          <p:cNvSpPr/>
          <p:nvPr userDrawn="1"/>
        </p:nvSpPr>
        <p:spPr>
          <a:xfrm>
            <a:off x="6410335" y="4052751"/>
            <a:ext cx="400338" cy="4003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0AC0AD-FE93-4710-FC94-90C0F58A930C}"/>
              </a:ext>
            </a:extLst>
          </p:cNvPr>
          <p:cNvSpPr/>
          <p:nvPr userDrawn="1"/>
        </p:nvSpPr>
        <p:spPr>
          <a:xfrm>
            <a:off x="9425997" y="4052751"/>
            <a:ext cx="400338" cy="4003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C1C079-9E43-308C-DEC5-5BBDC5F25D27}"/>
              </a:ext>
            </a:extLst>
          </p:cNvPr>
          <p:cNvSpPr/>
          <p:nvPr userDrawn="1"/>
        </p:nvSpPr>
        <p:spPr>
          <a:xfrm>
            <a:off x="5281921" y="2062716"/>
            <a:ext cx="548985" cy="548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36618C-0986-847A-5F51-EFC440D1DA01}"/>
              </a:ext>
            </a:extLst>
          </p:cNvPr>
          <p:cNvSpPr/>
          <p:nvPr userDrawn="1"/>
        </p:nvSpPr>
        <p:spPr>
          <a:xfrm>
            <a:off x="8297581" y="2062716"/>
            <a:ext cx="548985" cy="548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32D2F2-D0D8-AD0D-1E19-9A605A17855A}"/>
              </a:ext>
            </a:extLst>
          </p:cNvPr>
          <p:cNvSpPr/>
          <p:nvPr userDrawn="1"/>
        </p:nvSpPr>
        <p:spPr>
          <a:xfrm>
            <a:off x="11313242" y="2062716"/>
            <a:ext cx="548985" cy="548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621B0E64-E87C-DA67-38C3-EB33B443EF6B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3635734" y="2354127"/>
            <a:ext cx="1914892" cy="1914767"/>
          </a:xfrm>
          <a:prstGeom prst="roundRect">
            <a:avLst>
              <a:gd name="adj" fmla="val 11891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054D51B7-3B98-EBED-10A3-1DF32899003C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653254" y="2354127"/>
            <a:ext cx="1914892" cy="1914767"/>
          </a:xfrm>
          <a:prstGeom prst="roundRect">
            <a:avLst>
              <a:gd name="adj" fmla="val 11891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A731A768-9843-0545-BBBC-2DE6AACB7B55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657711" y="2354127"/>
            <a:ext cx="1914892" cy="1914767"/>
          </a:xfrm>
          <a:prstGeom prst="roundRect">
            <a:avLst>
              <a:gd name="adj" fmla="val 11891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3A8513-0524-6283-97E7-BE76C456CE83}"/>
              </a:ext>
            </a:extLst>
          </p:cNvPr>
          <p:cNvSpPr/>
          <p:nvPr userDrawn="1"/>
        </p:nvSpPr>
        <p:spPr>
          <a:xfrm>
            <a:off x="385316" y="4052751"/>
            <a:ext cx="400338" cy="4003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BE7EA3-2B51-8351-B680-7CE8A790B0E7}"/>
              </a:ext>
            </a:extLst>
          </p:cNvPr>
          <p:cNvSpPr/>
          <p:nvPr userDrawn="1"/>
        </p:nvSpPr>
        <p:spPr>
          <a:xfrm>
            <a:off x="2272561" y="2062716"/>
            <a:ext cx="548985" cy="548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ACFAC92E-73EC-7D01-6F9C-CA744F26E72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8214" y="2354127"/>
            <a:ext cx="1914892" cy="1914767"/>
          </a:xfrm>
          <a:prstGeom prst="roundRect">
            <a:avLst>
              <a:gd name="adj" fmla="val 11891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370204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B419DC0F-E6A4-4F32-C573-31DF8A186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25FE06B0-F4F1-5885-CC9F-7448867D53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706" y="3071171"/>
            <a:ext cx="5341491" cy="318928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04A537D7-305E-8514-F51B-F4493E77EA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6935" y="3071171"/>
            <a:ext cx="5341491" cy="3189287"/>
          </a:xfrm>
          <a:prstGeom prst="rect">
            <a:avLst/>
          </a:prstGeom>
        </p:spPr>
        <p:txBody>
          <a:bodyPr lIns="0"/>
          <a:lstStyle>
            <a:lvl1pPr>
              <a:lnSpc>
                <a:spcPct val="100000"/>
              </a:lnSpc>
              <a:defRPr lang="en-US" sz="1400" dirty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lang="en-US" sz="1400" dirty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lang="en-CO" sz="1400" dirty="0">
                <a:solidFill>
                  <a:schemeClr val="tx1"/>
                </a:solidFill>
              </a:defRPr>
            </a:lvl5pPr>
          </a:lstStyle>
          <a:p>
            <a:pPr lvl="0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/>
              <a:t>Click to edit Master text styles</a:t>
            </a:r>
          </a:p>
          <a:p>
            <a:pPr lvl="1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/>
              <a:t>Second level</a:t>
            </a:r>
          </a:p>
          <a:p>
            <a:pPr lvl="2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/>
              <a:t>Third level</a:t>
            </a:r>
          </a:p>
          <a:p>
            <a:pPr lvl="3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/>
              <a:t>Fourth level</a:t>
            </a:r>
          </a:p>
          <a:p>
            <a:pPr lvl="4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/>
              <a:t>Fifth level</a:t>
            </a:r>
            <a:endParaRPr lang="en-CO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276B437-5B31-B015-C9DE-4E89A3354B8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355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3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B419DC0F-E6A4-4F32-C573-31DF8A186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F5A420AA-53E1-5EA7-965B-1868F94B13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705" y="3071171"/>
            <a:ext cx="3429223" cy="319710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3D5EF85B-BB51-5AC6-42CE-3FAF0671D4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4258" y="3071171"/>
            <a:ext cx="3429223" cy="319710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97557A2-A20D-3CBB-6138-616436629E9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77482" y="3071171"/>
            <a:ext cx="3429223" cy="319710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F4D81F7-C093-6899-6F7A-C1795A74B6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781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4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B3AA1BB1-CB6A-14C4-7D54-8968EFF47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705" y="3071171"/>
            <a:ext cx="2565167" cy="313464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5395253C-057D-7D22-0DA3-2CEE8369B5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50588" y="3071171"/>
            <a:ext cx="2565167" cy="313464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23CCAB3B-D963-19D1-AFC7-F26C6617A8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0666" y="3071171"/>
            <a:ext cx="2565167" cy="313464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9697D253-2DA5-4A34-0918-2E364719B28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90627" y="3071171"/>
            <a:ext cx="2565167" cy="313464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D12A149-1748-D836-E361-522C0CC173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003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4550" y="3232870"/>
            <a:ext cx="4547978" cy="2391677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8881AFBD-E98F-CD2A-7A67-BB5E96B5E9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58522" y="3232870"/>
            <a:ext cx="4547978" cy="2391677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86D99ED2-21D0-4288-1E89-1858CC70A3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3573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3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54188" y="3360309"/>
            <a:ext cx="2667660" cy="2290551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152B2CA5-99FC-E106-83C1-117A37C845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51178" y="3360309"/>
            <a:ext cx="2667660" cy="2290551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0FFD0011-39A6-8357-B630-2F78CB6964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62632" y="3360309"/>
            <a:ext cx="2667660" cy="2290551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715CE7F0-C80C-7C3B-8956-566F73A2D1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469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4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175" y="3429000"/>
            <a:ext cx="1923757" cy="2731929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FF12D895-C7C3-6CC3-F1C8-D45E67FFE2C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24494" y="3429000"/>
            <a:ext cx="1923757" cy="2731929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BE12F986-AC1B-EF1D-2512-3AD84CA270B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35967" y="3429000"/>
            <a:ext cx="1923757" cy="2731929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A6830976-5ABF-124C-9BD1-EFAE9DD0530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680228" y="3429000"/>
            <a:ext cx="1923757" cy="2731929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EB943B0-3207-34BE-FB82-397E00C359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39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Content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06F214F9-0316-8E42-DC7D-5EDDD12BC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7454285" cy="353899"/>
          </a:xfrm>
          <a:prstGeom prst="rect">
            <a:avLst/>
          </a:prstGeom>
        </p:spPr>
        <p:txBody>
          <a:bodyPr lIns="0" anchor="ctr"/>
          <a:lstStyle>
            <a:lvl1pPr>
              <a:buClr>
                <a:schemeClr val="accent4"/>
              </a:buCl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98EBD20F-6DDA-4B7D-B9DA-6E49595FBE4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 flipH="1">
            <a:off x="8392072" y="0"/>
            <a:ext cx="3799928" cy="6857777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53F97EE9-3F17-B318-5123-49CC5317E9A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706" y="1920670"/>
            <a:ext cx="7453798" cy="4447973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4pPr>
            <a:lvl5pPr marL="2057297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O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0AE1D16-FDF8-C67C-650E-17D6FFAB86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0706" y="883466"/>
            <a:ext cx="745428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8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7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Content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53F97EE9-3F17-B318-5123-49CC5317E9A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706" y="1920670"/>
            <a:ext cx="5736011" cy="4447973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4pPr>
            <a:lvl5pPr marL="2057297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O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207FDA65-BBB9-5A07-72C9-4B4A200CECA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 flipH="1">
            <a:off x="6455989" y="0"/>
            <a:ext cx="5736011" cy="6858000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4B858A-BD87-EB48-9276-D84012BFF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5725180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6 words</a:t>
            </a:r>
            <a:endParaRPr lang="en-CO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4C0AD65-05ED-E1BA-E9B3-E1CE63BDC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0706" y="883466"/>
            <a:ext cx="5725180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Subtitles just one line with a max of 6 words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31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Out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79E3BA2-4362-1E20-6FC7-F57594D363C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64288" y="-1"/>
            <a:ext cx="3827712" cy="422910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705" y="2582556"/>
            <a:ext cx="3429223" cy="3400272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F14D94C3-B62B-AA45-7D8F-7B920A4B6D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77482" y="2582556"/>
            <a:ext cx="3429223" cy="3400272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06F214F9-0316-8E42-DC7D-5EDDD12BC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745428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AE852A5A-6FD5-E1D7-24B6-A616472FD154}"/>
              </a:ext>
            </a:extLst>
          </p:cNvPr>
          <p:cNvSpPr/>
          <p:nvPr userDrawn="1"/>
        </p:nvSpPr>
        <p:spPr>
          <a:xfrm flipH="1" flipV="1">
            <a:off x="8364288" y="4229100"/>
            <a:ext cx="3827712" cy="2628900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C2E29A78-272E-CDF5-1CE4-BA206DB6B7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778317" y="4615434"/>
            <a:ext cx="2978253" cy="1442327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  <a:endParaRPr lang="en-CO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A9267F07-31E6-7ADA-17F0-DD46860ADA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0706" y="883466"/>
            <a:ext cx="745428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8 words long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844EBF-96A0-9AB9-09B6-B2ADB1F74EA1}"/>
              </a:ext>
            </a:extLst>
          </p:cNvPr>
          <p:cNvSpPr txBox="1"/>
          <p:nvPr userDrawn="1"/>
        </p:nvSpPr>
        <p:spPr>
          <a:xfrm>
            <a:off x="9495692" y="6471444"/>
            <a:ext cx="2325602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000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Out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0EBA6DFE-A0AB-CED7-864C-958CB20B8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55989" y="-1"/>
            <a:ext cx="5736011" cy="419100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B4F0BB9C-D685-92E0-4968-9FE5670B9191}"/>
              </a:ext>
            </a:extLst>
          </p:cNvPr>
          <p:cNvSpPr/>
          <p:nvPr userDrawn="1"/>
        </p:nvSpPr>
        <p:spPr>
          <a:xfrm flipH="1" flipV="1">
            <a:off x="6455989" y="4191000"/>
            <a:ext cx="5736011" cy="2666777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28E27-DE4D-1292-BFF3-051BEDB7984D}"/>
              </a:ext>
            </a:extLst>
          </p:cNvPr>
          <p:cNvSpPr txBox="1"/>
          <p:nvPr userDrawn="1"/>
        </p:nvSpPr>
        <p:spPr>
          <a:xfrm>
            <a:off x="9671538" y="6471444"/>
            <a:ext cx="2149756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5725180" cy="353899"/>
          </a:xfrm>
          <a:prstGeom prst="rect">
            <a:avLst/>
          </a:prstGeom>
        </p:spPr>
        <p:txBody>
          <a:bodyPr lIns="0" anchor="ctr"/>
          <a:lstStyle>
            <a:lvl1pPr>
              <a:buClr>
                <a:schemeClr val="accent4"/>
              </a:buCl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6 words</a:t>
            </a:r>
            <a:endParaRPr lang="en-CO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23DF1AD2-4F08-B53D-69FD-C0D6A76C4C7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706" y="1920670"/>
            <a:ext cx="5365656" cy="4447973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4pPr>
            <a:lvl5pPr marL="2057297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O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96B4E8D-2A57-AB88-019D-18FC5942D96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901428" y="4577112"/>
            <a:ext cx="4561976" cy="1436846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4pPr>
            <a:lvl5pPr marL="2057297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3C02F0E-EF00-1F05-B4D0-35F47C0263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70706" y="883466"/>
            <a:ext cx="5725180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Subtitles just one line with a max of 6 words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30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26">
          <p15:clr>
            <a:srgbClr val="FBAE40"/>
          </p15:clr>
        </p15:guide>
        <p15:guide id="2" pos="813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CDFD6D19-5F17-9D26-FC72-6ED3B91B0B8A}"/>
              </a:ext>
            </a:extLst>
          </p:cNvPr>
          <p:cNvSpPr/>
          <p:nvPr userDrawn="1"/>
        </p:nvSpPr>
        <p:spPr>
          <a:xfrm>
            <a:off x="-399" y="223"/>
            <a:ext cx="3792390" cy="6857777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75444"/>
            <a:ext cx="3049259" cy="1156176"/>
          </a:xfrm>
          <a:prstGeom prst="rect">
            <a:avLst/>
          </a:prstGeom>
        </p:spPr>
        <p:txBody>
          <a:bodyPr lIns="0" anchor="ctr"/>
          <a:lstStyle>
            <a:lvl1pPr>
              <a:buClr>
                <a:schemeClr val="accent4"/>
              </a:buCl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</a:t>
            </a:r>
            <a:endParaRPr lang="en-CO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54EADFB8-B3CD-4245-18A2-A8384376F1D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70705" y="4696219"/>
            <a:ext cx="3049259" cy="1605994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E24C2CAB-46D3-4321-9F64-AC22C2D4F7E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85405" y="1707745"/>
            <a:ext cx="7373326" cy="38277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Clr>
                <a:schemeClr val="accent4"/>
              </a:buClr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179FB9D8-9ACD-F1BD-AA31-9BBF9CB22D2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85405" y="2194626"/>
            <a:ext cx="7373326" cy="4107587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68A43F5-080B-55A6-8B09-1525E4DC17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0705" y="4192403"/>
            <a:ext cx="3049259" cy="382772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 marL="0" indent="0">
              <a:lnSpc>
                <a:spcPct val="100000"/>
              </a:lnSpc>
              <a:buClr>
                <a:schemeClr val="accent4"/>
              </a:buClr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3E4208-C26B-7515-5DC1-A789583D1BC0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5882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77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 Single Corner Rectangle 8">
            <a:extLst>
              <a:ext uri="{FF2B5EF4-FFF2-40B4-BE49-F238E27FC236}">
                <a16:creationId xmlns:a16="http://schemas.microsoft.com/office/drawing/2014/main" id="{07B8A326-FD1B-4366-BEB0-19A8A4959A8E}"/>
              </a:ext>
            </a:extLst>
          </p:cNvPr>
          <p:cNvSpPr/>
          <p:nvPr userDrawn="1"/>
        </p:nvSpPr>
        <p:spPr>
          <a:xfrm>
            <a:off x="-399" y="223"/>
            <a:ext cx="3792390" cy="6857777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EF92B85-771D-C9B2-AF98-19D61344F75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791297" y="3057379"/>
            <a:ext cx="8400703" cy="380062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75444"/>
            <a:ext cx="3049259" cy="1156176"/>
          </a:xfrm>
          <a:prstGeom prst="rect">
            <a:avLst/>
          </a:prstGeom>
        </p:spPr>
        <p:txBody>
          <a:bodyPr lIns="0" anchor="ctr"/>
          <a:lstStyle>
            <a:lvl1pPr>
              <a:buClr>
                <a:schemeClr val="accent4"/>
              </a:buCl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</a:t>
            </a:r>
            <a:endParaRPr lang="en-CO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1437A683-F53B-FC37-96BD-37912FA1D41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70705" y="4696219"/>
            <a:ext cx="3049259" cy="1605994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603F2CB-091E-C066-1B22-3364612A7F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5405" y="700825"/>
            <a:ext cx="3439098" cy="38277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Clr>
                <a:schemeClr val="accent4"/>
              </a:buClr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32382D8F-AC17-E662-73B4-BA1BFC3CF20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85405" y="1187707"/>
            <a:ext cx="3439098" cy="1605994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33B876E-12CF-4B42-54C6-BB930985F4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00105" y="700825"/>
            <a:ext cx="3439098" cy="38277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Clr>
                <a:schemeClr val="accent4"/>
              </a:buClr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180006E0-00A4-6BBD-B92C-CD6AD235870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00105" y="1187707"/>
            <a:ext cx="3439098" cy="1605994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47F641B-3CC9-C347-A6F4-B5AD1734AE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0705" y="4192403"/>
            <a:ext cx="3049259" cy="382772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 marL="0" indent="0">
              <a:lnSpc>
                <a:spcPct val="100000"/>
              </a:lnSpc>
              <a:buClr>
                <a:schemeClr val="accent4"/>
              </a:buClr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C9A5C-C07E-1226-902B-69342DDE54E3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2974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77">
          <p15:clr>
            <a:srgbClr val="FBAE40"/>
          </p15:clr>
        </p15:guide>
        <p15:guide id="2" pos="5502">
          <p15:clr>
            <a:srgbClr val="FBAE40"/>
          </p15:clr>
        </p15:guide>
        <p15:guide id="3" pos="10560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 Single Corner Rectangle 21">
            <a:extLst>
              <a:ext uri="{FF2B5EF4-FFF2-40B4-BE49-F238E27FC236}">
                <a16:creationId xmlns:a16="http://schemas.microsoft.com/office/drawing/2014/main" id="{A02A6BEB-BD08-F4DB-D7E8-134C8DD33AD5}"/>
              </a:ext>
            </a:extLst>
          </p:cNvPr>
          <p:cNvSpPr/>
          <p:nvPr userDrawn="1"/>
        </p:nvSpPr>
        <p:spPr>
          <a:xfrm>
            <a:off x="0" y="0"/>
            <a:ext cx="3810248" cy="6858000"/>
          </a:xfrm>
          <a:prstGeom prst="round1Rect">
            <a:avLst/>
          </a:prstGeom>
          <a:gradFill>
            <a:gsLst>
              <a:gs pos="68000">
                <a:schemeClr val="bg1"/>
              </a:gs>
              <a:gs pos="0">
                <a:schemeClr val="tx2"/>
              </a:gs>
              <a:gs pos="100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1"/>
              </a:solidFill>
            </a:endParaRP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94F94D3-DA2F-1096-6A58-1D017FC66E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5193" y="3457331"/>
            <a:ext cx="3060959" cy="2828622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BF8DFBC1-D1BD-DF41-773B-A0B1CB7314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193" y="2768275"/>
            <a:ext cx="3060959" cy="558357"/>
          </a:xfrm>
          <a:prstGeom prst="rect">
            <a:avLst/>
          </a:prstGeom>
        </p:spPr>
        <p:txBody>
          <a:bodyPr bIns="0" anchor="b" anchorCtr="0"/>
          <a:lstStyle>
            <a:lvl1pPr marL="0" indent="0"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B736ED-529F-2A23-7CF7-C7E524FACDA5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40493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 Single Corner Rectangle 8">
            <a:extLst>
              <a:ext uri="{FF2B5EF4-FFF2-40B4-BE49-F238E27FC236}">
                <a16:creationId xmlns:a16="http://schemas.microsoft.com/office/drawing/2014/main" id="{5C0FC539-D5CA-37AA-2FF2-15F0C1E11348}"/>
              </a:ext>
            </a:extLst>
          </p:cNvPr>
          <p:cNvSpPr/>
          <p:nvPr userDrawn="1"/>
        </p:nvSpPr>
        <p:spPr>
          <a:xfrm flipH="1">
            <a:off x="7622690" y="0"/>
            <a:ext cx="4569309" cy="3429000"/>
          </a:xfrm>
          <a:prstGeom prst="round1Rect">
            <a:avLst/>
          </a:prstGeom>
          <a:gradFill>
            <a:gsLst>
              <a:gs pos="69000">
                <a:schemeClr val="bg1"/>
              </a:gs>
              <a:gs pos="0">
                <a:schemeClr val="tx2"/>
              </a:gs>
              <a:gs pos="100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733F1F8F-3D16-80F4-8CBB-B63BCF51E6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2690" y="3429000"/>
            <a:ext cx="4569309" cy="3429000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705" y="2582556"/>
            <a:ext cx="3053585" cy="3400272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7B0351D5-D183-A057-3065-6CA4F06A8E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87433" y="2582556"/>
            <a:ext cx="3053585" cy="3400272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B75B085-C2F5-11EA-72CF-57854C495B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0103"/>
            <a:ext cx="5507778" cy="651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Placeholder for Medium Header with a Max of 10 Words Long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281748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3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 Single Corner Rectangle 11">
            <a:extLst>
              <a:ext uri="{FF2B5EF4-FFF2-40B4-BE49-F238E27FC236}">
                <a16:creationId xmlns:a16="http://schemas.microsoft.com/office/drawing/2014/main" id="{3E6C8898-42BC-F63B-0FA7-5135BEA52B9B}"/>
              </a:ext>
            </a:extLst>
          </p:cNvPr>
          <p:cNvSpPr/>
          <p:nvPr userDrawn="1"/>
        </p:nvSpPr>
        <p:spPr>
          <a:xfrm flipH="1">
            <a:off x="8004364" y="0"/>
            <a:ext cx="4198402" cy="3434832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F47AD1-D800-8EE5-1A90-B8F964F07CD4}"/>
              </a:ext>
            </a:extLst>
          </p:cNvPr>
          <p:cNvSpPr/>
          <p:nvPr userDrawn="1"/>
        </p:nvSpPr>
        <p:spPr>
          <a:xfrm rot="10800000" flipH="1">
            <a:off x="8004364" y="3429000"/>
            <a:ext cx="4198402" cy="3434832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tx2"/>
              </a:gs>
              <a:gs pos="99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28E27-DE4D-1292-BFF3-051BEDB7984D}"/>
              </a:ext>
            </a:extLst>
          </p:cNvPr>
          <p:cNvSpPr txBox="1"/>
          <p:nvPr userDrawn="1"/>
        </p:nvSpPr>
        <p:spPr>
          <a:xfrm>
            <a:off x="9788769" y="6471444"/>
            <a:ext cx="2032525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+mn-lt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370705" y="2588419"/>
            <a:ext cx="7246154" cy="3400272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  <a:latin typeface="+mn-lt"/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  <a:latin typeface="+mn-lt"/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  <a:latin typeface="+mn-lt"/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  <a:latin typeface="+mn-lt"/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3D92C1FC-F950-9622-FF4D-549D679C281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0820" y="386557"/>
            <a:ext cx="7252073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524F6966-1AA9-9B0A-FDAE-167CF6961C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0707" y="883466"/>
            <a:ext cx="7246154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8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8848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4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9668D4C1-8D24-9E68-7221-BF38E9201F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H="1">
            <a:off x="9520460" y="0"/>
            <a:ext cx="2671540" cy="6858000"/>
          </a:xfrm>
          <a:prstGeom prst="round1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ACFC98CD-651D-9580-93E6-FC2280E7D2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7252073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F6C0E8A-76EF-4E8C-5838-369CCC4428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370907" y="3519606"/>
            <a:ext cx="2671710" cy="258093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37B772B3-21C3-84CA-B759-1FF7779D53B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3424290" y="3519606"/>
            <a:ext cx="2671710" cy="258093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7BC7AEE-39A9-2D83-5B99-F4941244B7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 flipH="1">
            <a:off x="6477672" y="3519606"/>
            <a:ext cx="2671710" cy="258093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35B4D05E-E5D8-0288-9D7E-E3D8588CAE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0706" y="883466"/>
            <a:ext cx="7252073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8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565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5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262F660-DE86-335C-2F4E-B884E421071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 flipH="1">
            <a:off x="8004364" y="0"/>
            <a:ext cx="4187636" cy="6857777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652A472-C71D-DE21-B5A2-781E976A38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705" y="3429001"/>
            <a:ext cx="3435258" cy="15311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24CC9714-3177-AF42-995E-7FBD2FBC220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187534" y="3429001"/>
            <a:ext cx="3435258" cy="15311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0A705C0-1F61-6B7C-8285-1A4AD210EB7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0706" y="883466"/>
            <a:ext cx="745428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8 words long</a:t>
            </a:r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65C66C4-52D6-A030-E8D9-A912052BD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86557"/>
            <a:ext cx="7453516" cy="3538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965250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77">
          <p15:clr>
            <a:srgbClr val="FBAE40"/>
          </p15:clr>
        </p15:guide>
        <p15:guide id="2" pos="5502">
          <p15:clr>
            <a:srgbClr val="FBAE40"/>
          </p15:clr>
        </p15:guide>
        <p15:guide id="3" pos="10560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6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AF13082-8345-36FF-49CF-22FF4C27F0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H="1">
            <a:off x="8386037" y="0"/>
            <a:ext cx="3805963" cy="6858000"/>
          </a:xfrm>
          <a:prstGeom prst="round1Rect">
            <a:avLst>
              <a:gd name="adj" fmla="val 21815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FA69558E-D97F-001A-6131-AF77D84FCD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91797" y="1905000"/>
            <a:ext cx="4198148" cy="4953000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969D7ECE-5297-1D14-CE75-FDD777C8856A}"/>
              </a:ext>
            </a:extLst>
          </p:cNvPr>
          <p:cNvSpPr/>
          <p:nvPr userDrawn="1"/>
        </p:nvSpPr>
        <p:spPr>
          <a:xfrm rot="10800000">
            <a:off x="-1" y="1912619"/>
            <a:ext cx="4191797" cy="49657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CO" sz="90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0A8CEB3F-88FD-DB6F-7408-48BF9824C4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370906" y="3804821"/>
            <a:ext cx="3439817" cy="17348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E22219FB-6588-4368-815B-E6422435D2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4594345" y="3804821"/>
            <a:ext cx="3405857" cy="17348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C8A10D-14C4-93C6-C85A-AD9C8C8A95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93329"/>
            <a:ext cx="6286712" cy="651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F379B1-175E-9E66-33F4-DB6A0E5BA110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2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922184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7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95B151C0-5CC0-A8D2-EF7F-737559A81F3A}"/>
              </a:ext>
            </a:extLst>
          </p:cNvPr>
          <p:cNvSpPr/>
          <p:nvPr userDrawn="1"/>
        </p:nvSpPr>
        <p:spPr>
          <a:xfrm flipH="1">
            <a:off x="6103765" y="-5832"/>
            <a:ext cx="6088233" cy="3816480"/>
          </a:xfrm>
          <a:prstGeom prst="round1Rect">
            <a:avLst>
              <a:gd name="adj" fmla="val 197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A21644-5AE3-EC60-7D16-B65104BD39D0}"/>
              </a:ext>
            </a:extLst>
          </p:cNvPr>
          <p:cNvSpPr/>
          <p:nvPr userDrawn="1"/>
        </p:nvSpPr>
        <p:spPr>
          <a:xfrm flipH="1">
            <a:off x="9142124" y="3810648"/>
            <a:ext cx="3049876" cy="3053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8D1596-7378-0D4D-B8DC-1AA45922CFA6}"/>
              </a:ext>
            </a:extLst>
          </p:cNvPr>
          <p:cNvSpPr/>
          <p:nvPr userDrawn="1"/>
        </p:nvSpPr>
        <p:spPr>
          <a:xfrm rot="10800000" flipH="1">
            <a:off x="6103766" y="3810648"/>
            <a:ext cx="3042618" cy="3053184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tx2"/>
              </a:gs>
              <a:gs pos="99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28E27-DE4D-1292-BFF3-051BEDB7984D}"/>
              </a:ext>
            </a:extLst>
          </p:cNvPr>
          <p:cNvSpPr txBox="1"/>
          <p:nvPr userDrawn="1"/>
        </p:nvSpPr>
        <p:spPr>
          <a:xfrm>
            <a:off x="9636369" y="6471444"/>
            <a:ext cx="2184925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+mn-lt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rgbClr val="2166EB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>
              <a:latin typeface="+mn-lt"/>
            </a:endParaRP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230B109-57A8-25F3-1D76-E936719306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67111" y="1038156"/>
            <a:ext cx="4572309" cy="23908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58B338D7-3529-F4F2-972A-0C9B4130DF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370819" y="1902410"/>
            <a:ext cx="5332654" cy="207122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n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4097D18-3CC0-664E-0906-95D561E18B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86556"/>
            <a:ext cx="4708525" cy="6516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2AE03885-B4A9-D038-CCE9-9E83AE622A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86525" y="4114219"/>
            <a:ext cx="2190750" cy="85407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This is a short subtitle placeholder</a:t>
            </a:r>
            <a:endParaRPr lang="en-CO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11D607EA-B1F6-5C00-90EC-4CEA8E28FE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33137" y="4114219"/>
            <a:ext cx="2190750" cy="85407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This is a short subtitle placeholder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725113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77">
          <p15:clr>
            <a:srgbClr val="FBAE40"/>
          </p15:clr>
        </p15:guide>
        <p15:guide id="2" pos="5502">
          <p15:clr>
            <a:srgbClr val="FBAE40"/>
          </p15:clr>
        </p15:guide>
        <p15:guide id="3" pos="10560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8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">
            <a:extLst>
              <a:ext uri="{FF2B5EF4-FFF2-40B4-BE49-F238E27FC236}">
                <a16:creationId xmlns:a16="http://schemas.microsoft.com/office/drawing/2014/main" id="{36F05275-6F7A-8B84-9A1D-7686C42B1449}"/>
              </a:ext>
            </a:extLst>
          </p:cNvPr>
          <p:cNvSpPr/>
          <p:nvPr userDrawn="1"/>
        </p:nvSpPr>
        <p:spPr>
          <a:xfrm>
            <a:off x="6859345" y="4186464"/>
            <a:ext cx="2666211" cy="2671536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CO" sz="900">
              <a:solidFill>
                <a:schemeClr val="tx1"/>
              </a:solidFill>
            </a:endParaRPr>
          </a:p>
        </p:txBody>
      </p:sp>
      <p:sp>
        <p:nvSpPr>
          <p:cNvPr id="4" name="Image 2" descr=" ">
            <a:extLst>
              <a:ext uri="{FF2B5EF4-FFF2-40B4-BE49-F238E27FC236}">
                <a16:creationId xmlns:a16="http://schemas.microsoft.com/office/drawing/2014/main" id="{38E68090-2F9F-4CC5-B991-9B6CEC9D8151}"/>
              </a:ext>
            </a:extLst>
          </p:cNvPr>
          <p:cNvSpPr/>
          <p:nvPr/>
        </p:nvSpPr>
        <p:spPr>
          <a:xfrm flipH="1">
            <a:off x="6859345" y="0"/>
            <a:ext cx="5332655" cy="4186464"/>
          </a:xfrm>
          <a:prstGeom prst="round1Rect">
            <a:avLst>
              <a:gd name="adj" fmla="val 20099"/>
            </a:avLst>
          </a:prstGeom>
          <a:gradFill>
            <a:gsLst>
              <a:gs pos="0">
                <a:srgbClr val="001744"/>
              </a:gs>
              <a:gs pos="50000">
                <a:srgbClr val="256CF7"/>
              </a:gs>
              <a:gs pos="100000">
                <a:srgbClr val="25D1F7"/>
              </a:gs>
            </a:gsLst>
            <a:lin ang="5400000" scaled="1"/>
          </a:gradFill>
          <a:ln w="986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3DA0841-BA73-02CF-7C10-1EC6CB7416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85940" y="4573944"/>
            <a:ext cx="1908364" cy="37090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DC0588D-F7D8-2959-29DA-1B8618E4E5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38269" y="4573944"/>
            <a:ext cx="1908364" cy="37090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D9F53117-2C06-6E16-ADDF-EBD71FAECD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38269" y="757464"/>
            <a:ext cx="1908364" cy="37090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DC4EF40-A61A-BA65-38CD-C53FF6B8CA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370819" y="1902410"/>
            <a:ext cx="5332654" cy="207122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E5EB46-96E8-4A3C-303F-35A017A902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93329"/>
            <a:ext cx="5440045" cy="651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525159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9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4AD07820-8A51-E05D-6E0E-C138BA18C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9304" y="0"/>
            <a:ext cx="5335014" cy="3429000"/>
          </a:xfrm>
          <a:prstGeom prst="rect">
            <a:avLst/>
          </a:prstGeom>
        </p:spPr>
      </p:pic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356D3C97-1C87-4852-5F38-CE7705F06F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429652" cy="3429000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7F8614BC-59B0-EF69-8474-CBC880478AE6}"/>
              </a:ext>
            </a:extLst>
          </p:cNvPr>
          <p:cNvSpPr/>
          <p:nvPr userDrawn="1"/>
        </p:nvSpPr>
        <p:spPr>
          <a:xfrm>
            <a:off x="3429652" y="0"/>
            <a:ext cx="3429652" cy="68580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CO" sz="90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36F05275-6F7A-8B84-9A1D-7686C42B1449}"/>
              </a:ext>
            </a:extLst>
          </p:cNvPr>
          <p:cNvSpPr/>
          <p:nvPr userDrawn="1"/>
        </p:nvSpPr>
        <p:spPr>
          <a:xfrm>
            <a:off x="0" y="3429000"/>
            <a:ext cx="3429652" cy="3429000"/>
          </a:xfrm>
          <a:prstGeom prst="rect">
            <a:avLst/>
          </a:prstGeom>
          <a:solidFill>
            <a:srgbClr val="001744">
              <a:alpha val="100000"/>
            </a:srgbClr>
          </a:solidFill>
          <a:ln/>
        </p:spPr>
        <p:txBody>
          <a:bodyPr/>
          <a:lstStyle/>
          <a:p>
            <a:endParaRPr lang="en-CO" sz="900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FCA9088A-C2C3-1224-75B6-32B1DB17B5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29651" y="3429000"/>
            <a:ext cx="3429652" cy="3042444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94240701-097C-ED6C-8DE0-9972AD3821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5" y="296333"/>
            <a:ext cx="2365375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bg1"/>
                </a:solidFill>
              </a:defRPr>
            </a:lvl1pPr>
            <a:lvl2pPr marL="433388" indent="0">
              <a:buNone/>
              <a:defRPr sz="1250">
                <a:solidFill>
                  <a:schemeClr val="tx1"/>
                </a:solidFill>
              </a:defRPr>
            </a:lvl2pPr>
            <a:lvl3pPr marL="933450" indent="0">
              <a:buNone/>
              <a:defRPr sz="1250">
                <a:solidFill>
                  <a:schemeClr val="tx1"/>
                </a:solidFill>
              </a:defRPr>
            </a:lvl3pPr>
            <a:lvl4pPr marL="1385888" indent="0">
              <a:buNone/>
              <a:defRPr sz="1250">
                <a:solidFill>
                  <a:schemeClr val="tx1"/>
                </a:solidFill>
              </a:defRPr>
            </a:lvl4pPr>
            <a:lvl5pPr marL="1819275" indent="0">
              <a:buNone/>
              <a:defRPr sz="1250">
                <a:solidFill>
                  <a:schemeClr val="tx1"/>
                </a:solidFill>
              </a:defRPr>
            </a:lvl5pPr>
          </a:lstStyle>
          <a:p>
            <a:pPr defTabSz="228600"/>
            <a:r>
              <a:rPr lang="en-US" sz="1250">
                <a:solidFill>
                  <a:srgbClr val="FFFFFF">
                    <a:alpha val="100000"/>
                  </a:srgbClr>
                </a:solidFill>
                <a:latin typeface="Century Gothic" panose="020B0502020202020204" pitchFamily="34" charset="0"/>
                <a:ea typeface="+mn-ea"/>
                <a:cs typeface="+mn-cs"/>
              </a:rPr>
              <a:t>This is a short subtitle placeholder</a:t>
            </a:r>
            <a:endParaRPr lang="en-US" sz="1250">
              <a:solidFill>
                <a:srgbClr val="001744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81E10417-C1F0-ADE4-3486-CF1C542A86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475" y="3710093"/>
            <a:ext cx="2365375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bg1"/>
                </a:solidFill>
              </a:defRPr>
            </a:lvl1pPr>
            <a:lvl2pPr marL="433388" indent="0">
              <a:buNone/>
              <a:defRPr sz="1250">
                <a:solidFill>
                  <a:schemeClr val="tx1"/>
                </a:solidFill>
              </a:defRPr>
            </a:lvl2pPr>
            <a:lvl3pPr marL="933450" indent="0">
              <a:buNone/>
              <a:defRPr sz="1250">
                <a:solidFill>
                  <a:schemeClr val="tx1"/>
                </a:solidFill>
              </a:defRPr>
            </a:lvl3pPr>
            <a:lvl4pPr marL="1385888" indent="0">
              <a:buNone/>
              <a:defRPr sz="1250">
                <a:solidFill>
                  <a:schemeClr val="tx1"/>
                </a:solidFill>
              </a:defRPr>
            </a:lvl4pPr>
            <a:lvl5pPr marL="1819275" indent="0">
              <a:buNone/>
              <a:defRPr sz="1250">
                <a:solidFill>
                  <a:schemeClr val="tx1"/>
                </a:solidFill>
              </a:defRPr>
            </a:lvl5pPr>
          </a:lstStyle>
          <a:p>
            <a:pPr defTabSz="228600"/>
            <a:r>
              <a:rPr lang="en-US" sz="1250">
                <a:solidFill>
                  <a:srgbClr val="FFFFFF">
                    <a:alpha val="100000"/>
                  </a:srgbClr>
                </a:solidFill>
                <a:latin typeface="Century Gothic" panose="020B0502020202020204" pitchFamily="34" charset="0"/>
                <a:ea typeface="+mn-ea"/>
                <a:cs typeface="+mn-cs"/>
              </a:rPr>
              <a:t>This is a short subtitle placeholder</a:t>
            </a:r>
            <a:endParaRPr lang="en-US" sz="1250">
              <a:solidFill>
                <a:srgbClr val="001744"/>
              </a:solidFill>
              <a:latin typeface="Century Gothic" panose="020B0502020202020204" pitchFamily="34" charset="0"/>
            </a:endParaRP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69DD0B5E-A81E-6731-FAC8-645D2E141A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71900" y="309878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A5D65D47-0702-6EB6-7A32-0F370E4593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H="1">
            <a:off x="7241017" y="757464"/>
            <a:ext cx="4198402" cy="600311"/>
          </a:xfrm>
          <a:prstGeom prst="rect">
            <a:avLst/>
          </a:prstGeom>
        </p:spPr>
        <p:txBody>
          <a:bodyPr anchor="b"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70A22A31-CE72-7862-F9AB-388677F8A6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7241018" y="1357775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DB0CFD33-8CC1-6041-C5DE-DA71EC0527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7241017" y="4207500"/>
            <a:ext cx="4198402" cy="600311"/>
          </a:xfrm>
          <a:prstGeom prst="rect">
            <a:avLst/>
          </a:prstGeom>
        </p:spPr>
        <p:txBody>
          <a:bodyPr anchor="b"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FD53703C-C964-0D49-4525-8BC81296711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7241018" y="4807811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F0385C-FFD7-5D33-D81D-568F727C0770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79626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9 [Light Gra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 ">
            <a:extLst>
              <a:ext uri="{FF2B5EF4-FFF2-40B4-BE49-F238E27FC236}">
                <a16:creationId xmlns:a16="http://schemas.microsoft.com/office/drawing/2014/main" id="{2BEB64ED-73B7-699F-CB7B-3A7B122DD2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9304" y="3429001"/>
            <a:ext cx="5335014" cy="3429000"/>
          </a:xfrm>
          <a:prstGeom prst="rect">
            <a:avLst/>
          </a:prstGeom>
        </p:spPr>
      </p:pic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4AD07820-8A51-E05D-6E0E-C138BA18C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9304" y="0"/>
            <a:ext cx="5335014" cy="3429000"/>
          </a:xfrm>
          <a:prstGeom prst="rect">
            <a:avLst/>
          </a:prstGeom>
        </p:spPr>
      </p:pic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356D3C97-1C87-4852-5F38-CE7705F06F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3429652" cy="3429000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7F8614BC-59B0-EF69-8474-CBC880478AE6}"/>
              </a:ext>
            </a:extLst>
          </p:cNvPr>
          <p:cNvSpPr/>
          <p:nvPr userDrawn="1"/>
        </p:nvSpPr>
        <p:spPr>
          <a:xfrm>
            <a:off x="3429652" y="0"/>
            <a:ext cx="3429652" cy="68580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CO" sz="90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36F05275-6F7A-8B84-9A1D-7686C42B1449}"/>
              </a:ext>
            </a:extLst>
          </p:cNvPr>
          <p:cNvSpPr/>
          <p:nvPr userDrawn="1"/>
        </p:nvSpPr>
        <p:spPr>
          <a:xfrm>
            <a:off x="0" y="3429000"/>
            <a:ext cx="3429652" cy="3429000"/>
          </a:xfrm>
          <a:prstGeom prst="rect">
            <a:avLst/>
          </a:prstGeom>
          <a:solidFill>
            <a:srgbClr val="001744">
              <a:alpha val="100000"/>
            </a:srgbClr>
          </a:solidFill>
          <a:ln/>
        </p:spPr>
        <p:txBody>
          <a:bodyPr/>
          <a:lstStyle/>
          <a:p>
            <a:endParaRPr lang="en-CO" sz="900"/>
          </a:p>
        </p:txBody>
      </p:sp>
      <p:sp>
        <p:nvSpPr>
          <p:cNvPr id="18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B31840-D7D6-AF31-040E-995555CBB2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35665" y="3431974"/>
            <a:ext cx="3432328" cy="3426026"/>
          </a:xfrm>
          <a:prstGeom prst="round1Rect">
            <a:avLst>
              <a:gd name="adj" fmla="val 20600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B43FC2DD-5B40-AED3-30D2-027F311CC2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H="1">
            <a:off x="7241017" y="757464"/>
            <a:ext cx="4198402" cy="60031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CBDAE42-95A3-0FDA-EC4D-A6E6ADE65A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7241018" y="1357775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FC264D1-8F83-4CFF-2E14-DA7E03A34F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7241017" y="4207500"/>
            <a:ext cx="4198402" cy="60031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A7C951-6A93-83C9-C8C6-7E457A7D8B5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7241018" y="4807811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7BD881AA-CF16-62C5-217D-4D9359DEF5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5" y="296333"/>
            <a:ext cx="2365375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bg1"/>
                </a:solidFill>
              </a:defRPr>
            </a:lvl1pPr>
            <a:lvl2pPr marL="433388" indent="0">
              <a:buNone/>
              <a:defRPr sz="1250">
                <a:solidFill>
                  <a:schemeClr val="tx1"/>
                </a:solidFill>
              </a:defRPr>
            </a:lvl2pPr>
            <a:lvl3pPr marL="933450" indent="0">
              <a:buNone/>
              <a:defRPr sz="1250">
                <a:solidFill>
                  <a:schemeClr val="tx1"/>
                </a:solidFill>
              </a:defRPr>
            </a:lvl3pPr>
            <a:lvl4pPr marL="1385888" indent="0">
              <a:buNone/>
              <a:defRPr sz="1250">
                <a:solidFill>
                  <a:schemeClr val="tx1"/>
                </a:solidFill>
              </a:defRPr>
            </a:lvl4pPr>
            <a:lvl5pPr marL="1819275" indent="0">
              <a:buNone/>
              <a:defRPr sz="1250">
                <a:solidFill>
                  <a:schemeClr val="tx1"/>
                </a:solidFill>
              </a:defRPr>
            </a:lvl5pPr>
          </a:lstStyle>
          <a:p>
            <a:pPr defTabSz="228600"/>
            <a:r>
              <a:rPr lang="en-US" sz="1250">
                <a:solidFill>
                  <a:srgbClr val="FFFFFF">
                    <a:alpha val="100000"/>
                  </a:srgbClr>
                </a:solidFill>
                <a:latin typeface="Century Gothic" panose="020B0502020202020204" pitchFamily="34" charset="0"/>
                <a:ea typeface="+mn-ea"/>
                <a:cs typeface="+mn-cs"/>
              </a:rPr>
              <a:t>This is a short subtitle placeholder</a:t>
            </a:r>
            <a:endParaRPr lang="en-US" sz="1250">
              <a:solidFill>
                <a:srgbClr val="001744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25507A8F-068D-2711-B021-2289701DC7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475" y="3710093"/>
            <a:ext cx="2365375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bg1"/>
                </a:solidFill>
              </a:defRPr>
            </a:lvl1pPr>
            <a:lvl2pPr marL="433388" indent="0">
              <a:buNone/>
              <a:defRPr sz="1250">
                <a:solidFill>
                  <a:schemeClr val="tx1"/>
                </a:solidFill>
              </a:defRPr>
            </a:lvl2pPr>
            <a:lvl3pPr marL="933450" indent="0">
              <a:buNone/>
              <a:defRPr sz="1250">
                <a:solidFill>
                  <a:schemeClr val="tx1"/>
                </a:solidFill>
              </a:defRPr>
            </a:lvl3pPr>
            <a:lvl4pPr marL="1385888" indent="0">
              <a:buNone/>
              <a:defRPr sz="1250">
                <a:solidFill>
                  <a:schemeClr val="tx1"/>
                </a:solidFill>
              </a:defRPr>
            </a:lvl4pPr>
            <a:lvl5pPr marL="1819275" indent="0">
              <a:buNone/>
              <a:defRPr sz="1250">
                <a:solidFill>
                  <a:schemeClr val="tx1"/>
                </a:solidFill>
              </a:defRPr>
            </a:lvl5pPr>
          </a:lstStyle>
          <a:p>
            <a:pPr defTabSz="228600"/>
            <a:r>
              <a:rPr lang="en-US" sz="1250">
                <a:solidFill>
                  <a:srgbClr val="FFFFFF">
                    <a:alpha val="100000"/>
                  </a:srgbClr>
                </a:solidFill>
                <a:latin typeface="Century Gothic" panose="020B0502020202020204" pitchFamily="34" charset="0"/>
                <a:ea typeface="+mn-ea"/>
                <a:cs typeface="+mn-cs"/>
              </a:rPr>
              <a:t>This is a short subtitle placeholder</a:t>
            </a:r>
            <a:endParaRPr lang="en-US" sz="1250">
              <a:solidFill>
                <a:srgbClr val="001744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D1D1E2BA-C22B-9385-2324-F6558FC2C2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71900" y="309878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22A5D7-4C37-072B-C183-7DB2BF948AA2}"/>
              </a:ext>
            </a:extLst>
          </p:cNvPr>
          <p:cNvSpPr txBox="1"/>
          <p:nvPr userDrawn="1"/>
        </p:nvSpPr>
        <p:spPr>
          <a:xfrm>
            <a:off x="9788769" y="6471444"/>
            <a:ext cx="2032525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2"/>
                </a:solidFill>
                <a:effectLst/>
                <a:latin typeface="+mn-lt"/>
              </a:rPr>
              <a:t>2026 Zscaler, Inc. All rights reserved</a:t>
            </a:r>
            <a:endParaRPr lang="en-CO" sz="85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9B0D97-8F39-D94A-C4ED-EA3794241B3B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73798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10 [Navy]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4AD07820-8A51-E05D-6E0E-C138BA18C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650" y="0"/>
            <a:ext cx="8764668" cy="3429000"/>
          </a:xfrm>
          <a:prstGeom prst="rect">
            <a:avLst/>
          </a:prstGeom>
        </p:spPr>
      </p:pic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356D3C97-1C87-4852-5F38-CE7705F06F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429652" cy="3429000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7F8614BC-59B0-EF69-8474-CBC880478AE6}"/>
              </a:ext>
            </a:extLst>
          </p:cNvPr>
          <p:cNvSpPr/>
          <p:nvPr userDrawn="1"/>
        </p:nvSpPr>
        <p:spPr>
          <a:xfrm>
            <a:off x="3429652" y="0"/>
            <a:ext cx="3429652" cy="3429000"/>
          </a:xfrm>
          <a:prstGeom prst="round1Rect">
            <a:avLst>
              <a:gd name="adj" fmla="val 22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CO" sz="9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36F05275-6F7A-8B84-9A1D-7686C42B1449}"/>
              </a:ext>
            </a:extLst>
          </p:cNvPr>
          <p:cNvSpPr/>
          <p:nvPr userDrawn="1"/>
        </p:nvSpPr>
        <p:spPr>
          <a:xfrm>
            <a:off x="0" y="3429000"/>
            <a:ext cx="3429652" cy="3429000"/>
          </a:xfrm>
          <a:prstGeom prst="rect">
            <a:avLst/>
          </a:prstGeom>
          <a:solidFill>
            <a:srgbClr val="001744">
              <a:alpha val="100000"/>
            </a:srgbClr>
          </a:solidFill>
          <a:ln/>
        </p:spPr>
        <p:txBody>
          <a:bodyPr/>
          <a:lstStyle/>
          <a:p>
            <a:endParaRPr lang="en-CO" sz="900">
              <a:latin typeface="+mj-lt"/>
            </a:endParaRPr>
          </a:p>
        </p:txBody>
      </p:sp>
      <p:sp>
        <p:nvSpPr>
          <p:cNvPr id="15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DB07BB-88B7-C945-FB28-C6D1083C89DA}"/>
              </a:ext>
            </a:extLst>
          </p:cNvPr>
          <p:cNvSpPr/>
          <p:nvPr userDrawn="1"/>
        </p:nvSpPr>
        <p:spPr>
          <a:xfrm flipH="1">
            <a:off x="3429650" y="3429000"/>
            <a:ext cx="3429651" cy="3434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latin typeface="+mj-lt"/>
            </a:endParaRP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B43FC2DD-5B40-AED3-30D2-027F311CC2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H="1">
            <a:off x="7241017" y="757464"/>
            <a:ext cx="4198402" cy="600311"/>
          </a:xfrm>
          <a:prstGeom prst="rect">
            <a:avLst/>
          </a:prstGeom>
        </p:spPr>
        <p:txBody>
          <a:bodyPr anchor="b"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CBDAE42-95A3-0FDA-EC4D-A6E6ADE65A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7241018" y="1357775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FC264D1-8F83-4CFF-2E14-DA7E03A34F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7241017" y="4207500"/>
            <a:ext cx="4198402" cy="600311"/>
          </a:xfrm>
          <a:prstGeom prst="rect">
            <a:avLst/>
          </a:prstGeom>
        </p:spPr>
        <p:txBody>
          <a:bodyPr anchor="b"/>
          <a:lstStyle>
            <a:lvl1pPr marL="0" indent="0">
              <a:buFontTx/>
              <a:buNone/>
              <a:defRPr sz="18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A7C951-6A93-83C9-C8C6-7E457A7D8B5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7241018" y="4807811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4F5D717-01ED-B026-FC42-25EBD5A4F5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71900" y="309878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A209A995-80AF-D3F8-7A71-0BB1F96FF61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71900" y="3710093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2718F3E-4588-C28C-31D0-3E7E0B92A53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0708" y="309878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A41B310F-D8EC-3F48-0DF0-DA3FD5DA93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0708" y="3710093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B5BF6-40BE-04DA-7A4C-6182ACDB5043}"/>
              </a:ext>
            </a:extLst>
          </p:cNvPr>
          <p:cNvSpPr txBox="1"/>
          <p:nvPr userDrawn="1"/>
        </p:nvSpPr>
        <p:spPr>
          <a:xfrm>
            <a:off x="9788769" y="6471444"/>
            <a:ext cx="2032525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2"/>
                </a:solidFill>
                <a:effectLst/>
                <a:latin typeface="+mn-lt"/>
              </a:rPr>
              <a:t>2026 Zscaler, Inc. All rights reserved</a:t>
            </a:r>
            <a:endParaRPr lang="en-CO" sz="85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B9D03C-B335-9B50-9FC5-F0212E58EDF5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47159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97A102-07DF-E73E-EADD-6CD8F02CB52C}"/>
              </a:ext>
            </a:extLst>
          </p:cNvPr>
          <p:cNvSpPr/>
          <p:nvPr userDrawn="1"/>
        </p:nvSpPr>
        <p:spPr>
          <a:xfrm>
            <a:off x="6701247" y="0"/>
            <a:ext cx="5490754" cy="6863832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tx2"/>
              </a:gs>
              <a:gs pos="100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173CCF-CD74-0249-D85D-1544F7BD5083}"/>
              </a:ext>
            </a:extLst>
          </p:cNvPr>
          <p:cNvSpPr txBox="1"/>
          <p:nvPr userDrawn="1"/>
        </p:nvSpPr>
        <p:spPr>
          <a:xfrm>
            <a:off x="9694985" y="6471444"/>
            <a:ext cx="2126309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Graphic 8">
            <a:extLst>
              <a:ext uri="{FF2B5EF4-FFF2-40B4-BE49-F238E27FC236}">
                <a16:creationId xmlns:a16="http://schemas.microsoft.com/office/drawing/2014/main" id="{41BBE945-0488-B6B4-6620-7D7683FBFF9B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5870AD90-7B69-4632-8D85-1305FDABCF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16"/>
            <a:ext cx="7622691" cy="4571028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508720-25A7-A603-6C2C-A1946B43AC58}"/>
              </a:ext>
            </a:extLst>
          </p:cNvPr>
          <p:cNvSpPr/>
          <p:nvPr userDrawn="1"/>
        </p:nvSpPr>
        <p:spPr>
          <a:xfrm>
            <a:off x="5332654" y="4573944"/>
            <a:ext cx="2290037" cy="2289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A058C94-F052-9513-289F-8D71429B93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3967" y="4953294"/>
            <a:ext cx="4587982" cy="39207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DD179D45-CF4D-1E5B-BFB8-78D2DAF751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967" y="5349965"/>
            <a:ext cx="4587982" cy="113451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39424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7C17C3-5FAD-C10C-FE17-34A34AEFEDF6}"/>
              </a:ext>
            </a:extLst>
          </p:cNvPr>
          <p:cNvSpPr/>
          <p:nvPr userDrawn="1"/>
        </p:nvSpPr>
        <p:spPr>
          <a:xfrm>
            <a:off x="7622691" y="3375303"/>
            <a:ext cx="4569309" cy="34888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9" name="Round Single Corner Rectangle 8">
            <a:extLst>
              <a:ext uri="{FF2B5EF4-FFF2-40B4-BE49-F238E27FC236}">
                <a16:creationId xmlns:a16="http://schemas.microsoft.com/office/drawing/2014/main" id="{5C0FC539-D5CA-37AA-2FF2-15F0C1E11348}"/>
              </a:ext>
            </a:extLst>
          </p:cNvPr>
          <p:cNvSpPr/>
          <p:nvPr userDrawn="1"/>
        </p:nvSpPr>
        <p:spPr>
          <a:xfrm flipH="1">
            <a:off x="7622691" y="0"/>
            <a:ext cx="4569309" cy="3423168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28E27-DE4D-1292-BFF3-051BEDB7984D}"/>
              </a:ext>
            </a:extLst>
          </p:cNvPr>
          <p:cNvSpPr txBox="1"/>
          <p:nvPr userDrawn="1"/>
        </p:nvSpPr>
        <p:spPr>
          <a:xfrm>
            <a:off x="9507415" y="6471444"/>
            <a:ext cx="2313879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2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2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06F214F9-0316-8E42-DC7D-5EDDD12BC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5725180" cy="665003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A85BF7D-8012-636F-7AE5-E9F7647109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8004364" y="3951065"/>
            <a:ext cx="3816728" cy="223371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DDB9198-A201-BAA4-6D85-2876B1B8F3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0052" y="1920671"/>
            <a:ext cx="5725180" cy="4264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743014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3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E6C8898-42BC-F63B-0FA7-5135BEA52B9B}"/>
              </a:ext>
            </a:extLst>
          </p:cNvPr>
          <p:cNvSpPr/>
          <p:nvPr userDrawn="1"/>
        </p:nvSpPr>
        <p:spPr>
          <a:xfrm rot="10800000" flipH="1">
            <a:off x="8386037" y="1902407"/>
            <a:ext cx="3816728" cy="49614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F47AD1-D800-8EE5-1A90-B8F964F07CD4}"/>
              </a:ext>
            </a:extLst>
          </p:cNvPr>
          <p:cNvSpPr/>
          <p:nvPr userDrawn="1"/>
        </p:nvSpPr>
        <p:spPr>
          <a:xfrm rot="10800000" flipH="1">
            <a:off x="3317966" y="1902408"/>
            <a:ext cx="5068071" cy="4961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28E27-DE4D-1292-BFF3-051BEDB7984D}"/>
              </a:ext>
            </a:extLst>
          </p:cNvPr>
          <p:cNvSpPr txBox="1"/>
          <p:nvPr userDrawn="1"/>
        </p:nvSpPr>
        <p:spPr>
          <a:xfrm>
            <a:off x="9648092" y="6471444"/>
            <a:ext cx="2173202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2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2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F9A554A-B870-5B35-4539-A7F45F6ADD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902408"/>
            <a:ext cx="4569308" cy="4955592"/>
          </a:xfrm>
          <a:prstGeom prst="round1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0D9EDC2-E262-7E37-F17E-723B780446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4950980" y="4192297"/>
            <a:ext cx="3053383" cy="17348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A072307-691D-DE2B-6704-255FE44C5D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8767708" y="4192295"/>
            <a:ext cx="3053383" cy="173482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9F213A5-859F-61DF-59A4-3A171F0FF41C}"/>
              </a:ext>
            </a:extLst>
          </p:cNvPr>
          <p:cNvSpPr txBox="1">
            <a:spLocks/>
          </p:cNvSpPr>
          <p:nvPr userDrawn="1"/>
        </p:nvSpPr>
        <p:spPr>
          <a:xfrm>
            <a:off x="371475" y="315233"/>
            <a:ext cx="6488113" cy="801688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O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74E6F99-E35C-F981-33CA-59BE53F8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7822"/>
            <a:ext cx="6488113" cy="873012"/>
          </a:xfrm>
        </p:spPr>
        <p:txBody>
          <a:bodyPr tIns="144000"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Placeholder for Medium Header with a Max of 10 Words Long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5946524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C584463B-113D-BD18-1842-9D468CFC9FCC}"/>
              </a:ext>
            </a:extLst>
          </p:cNvPr>
          <p:cNvSpPr/>
          <p:nvPr userDrawn="1"/>
        </p:nvSpPr>
        <p:spPr>
          <a:xfrm>
            <a:off x="7622691" y="0"/>
            <a:ext cx="4569309" cy="6858001"/>
          </a:xfrm>
          <a:custGeom>
            <a:avLst/>
            <a:gdLst>
              <a:gd name="connsiteX0" fmla="*/ 0 w 4569309"/>
              <a:gd name="connsiteY0" fmla="*/ 0 h 6858001"/>
              <a:gd name="connsiteX1" fmla="*/ 4569309 w 4569309"/>
              <a:gd name="connsiteY1" fmla="*/ 0 h 6858001"/>
              <a:gd name="connsiteX2" fmla="*/ 4569309 w 4569309"/>
              <a:gd name="connsiteY2" fmla="*/ 4566848 h 6858001"/>
              <a:gd name="connsiteX3" fmla="*/ 4123087 w 4569309"/>
              <a:gd name="connsiteY3" fmla="*/ 6739189 h 6858001"/>
              <a:gd name="connsiteX4" fmla="*/ 4061113 w 4569309"/>
              <a:gd name="connsiteY4" fmla="*/ 6858001 h 6858001"/>
              <a:gd name="connsiteX5" fmla="*/ 0 w 4569309"/>
              <a:gd name="connsiteY5" fmla="*/ 6858001 h 6858001"/>
              <a:gd name="connsiteX6" fmla="*/ 0 w 4569309"/>
              <a:gd name="connsiteY6" fmla="*/ 6828974 h 6858001"/>
              <a:gd name="connsiteX7" fmla="*/ 2295469 w 4569309"/>
              <a:gd name="connsiteY7" fmla="*/ 4566848 h 6858001"/>
              <a:gd name="connsiteX8" fmla="*/ 0 w 4569309"/>
              <a:gd name="connsiteY8" fmla="*/ 456684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69309" h="6858001">
                <a:moveTo>
                  <a:pt x="0" y="0"/>
                </a:moveTo>
                <a:lnTo>
                  <a:pt x="4569309" y="0"/>
                </a:lnTo>
                <a:lnTo>
                  <a:pt x="4569309" y="4566848"/>
                </a:lnTo>
                <a:cubicBezTo>
                  <a:pt x="4569309" y="5404872"/>
                  <a:pt x="4420568" y="6128984"/>
                  <a:pt x="4123087" y="6739189"/>
                </a:cubicBezTo>
                <a:lnTo>
                  <a:pt x="4061113" y="6858001"/>
                </a:lnTo>
                <a:lnTo>
                  <a:pt x="0" y="6858001"/>
                </a:lnTo>
                <a:lnTo>
                  <a:pt x="0" y="6828974"/>
                </a:lnTo>
                <a:cubicBezTo>
                  <a:pt x="1473272" y="6778939"/>
                  <a:pt x="2238117" y="6025063"/>
                  <a:pt x="2295469" y="4566848"/>
                </a:cubicBezTo>
                <a:lnTo>
                  <a:pt x="0" y="4566848"/>
                </a:lnTo>
                <a:close/>
              </a:path>
            </a:pathLst>
          </a:custGeom>
          <a:solidFill>
            <a:schemeClr val="bg1"/>
          </a:solidFill>
          <a:ln w="6337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173CCF-CD74-0249-D85D-1544F7BD5083}"/>
              </a:ext>
            </a:extLst>
          </p:cNvPr>
          <p:cNvSpPr txBox="1"/>
          <p:nvPr userDrawn="1"/>
        </p:nvSpPr>
        <p:spPr>
          <a:xfrm>
            <a:off x="9437077" y="6471444"/>
            <a:ext cx="2384217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1BBE945-0488-B6B4-6620-7D7683FBFF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1265" y="386557"/>
            <a:ext cx="450029" cy="275000"/>
          </a:xfrm>
          <a:prstGeom prst="rect">
            <a:avLst/>
          </a:prstGeom>
        </p:spPr>
      </p:pic>
      <p:sp>
        <p:nvSpPr>
          <p:cNvPr id="8" name="Graphic 4">
            <a:extLst>
              <a:ext uri="{FF2B5EF4-FFF2-40B4-BE49-F238E27FC236}">
                <a16:creationId xmlns:a16="http://schemas.microsoft.com/office/drawing/2014/main" id="{1B25847B-3302-DDBB-EB77-27A4CBBE7797}"/>
              </a:ext>
            </a:extLst>
          </p:cNvPr>
          <p:cNvSpPr/>
          <p:nvPr/>
        </p:nvSpPr>
        <p:spPr>
          <a:xfrm>
            <a:off x="7622691" y="375444"/>
            <a:ext cx="2106857" cy="4180876"/>
          </a:xfrm>
          <a:custGeom>
            <a:avLst/>
            <a:gdLst>
              <a:gd name="connsiteX0" fmla="*/ 0 w 2106857"/>
              <a:gd name="connsiteY0" fmla="*/ 0 h 4180876"/>
              <a:gd name="connsiteX1" fmla="*/ 2106857 w 2106857"/>
              <a:gd name="connsiteY1" fmla="*/ 0 h 4180876"/>
              <a:gd name="connsiteX2" fmla="*/ 2106857 w 2106857"/>
              <a:gd name="connsiteY2" fmla="*/ 2095265 h 4180876"/>
              <a:gd name="connsiteX3" fmla="*/ 0 w 2106857"/>
              <a:gd name="connsiteY3" fmla="*/ 4180876 h 4180876"/>
              <a:gd name="connsiteX4" fmla="*/ 0 w 2106857"/>
              <a:gd name="connsiteY4" fmla="*/ 3133126 h 4180876"/>
              <a:gd name="connsiteX5" fmla="*/ 1058415 w 2106857"/>
              <a:gd name="connsiteY5" fmla="*/ 2095265 h 4180876"/>
              <a:gd name="connsiteX6" fmla="*/ 0 w 2106857"/>
              <a:gd name="connsiteY6" fmla="*/ 2095265 h 4180876"/>
              <a:gd name="connsiteX7" fmla="*/ 0 w 2106857"/>
              <a:gd name="connsiteY7" fmla="*/ 0 h 418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6857" h="4180876">
                <a:moveTo>
                  <a:pt x="0" y="0"/>
                </a:moveTo>
                <a:lnTo>
                  <a:pt x="2106857" y="0"/>
                </a:lnTo>
                <a:lnTo>
                  <a:pt x="2106857" y="2095265"/>
                </a:lnTo>
                <a:cubicBezTo>
                  <a:pt x="2106857" y="3325615"/>
                  <a:pt x="1404571" y="4020798"/>
                  <a:pt x="0" y="4180876"/>
                </a:cubicBezTo>
                <a:lnTo>
                  <a:pt x="0" y="3133126"/>
                </a:lnTo>
                <a:cubicBezTo>
                  <a:pt x="679309" y="3110170"/>
                  <a:pt x="1031971" y="2764292"/>
                  <a:pt x="1058415" y="2095265"/>
                </a:cubicBezTo>
                <a:lnTo>
                  <a:pt x="0" y="2095265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924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D9431-CE8D-845E-6E44-1952C7FD7C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2524" y="1139032"/>
            <a:ext cx="6106716" cy="3434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410"/>
              </a:lnSpc>
              <a:buNone/>
              <a:defRPr sz="300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5C59B1-1C18-5D86-CCF4-6F5651C5DE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97000" y="4955382"/>
            <a:ext cx="4962054" cy="38185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177" indent="0">
              <a:buNone/>
              <a:defRPr sz="1400" b="1"/>
            </a:lvl2pPr>
            <a:lvl3pPr marL="914355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5B61FBE-7E4F-AC4F-15AD-BD3259436D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97000" y="5337240"/>
            <a:ext cx="4962054" cy="38185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  <a:lvl2pPr marL="457177" indent="0">
              <a:buNone/>
              <a:defRPr sz="1400" b="1"/>
            </a:lvl2pPr>
            <a:lvl3pPr marL="914355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6FBEE439-4BED-D44B-1928-BD01F8F0D8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2524" y="4955382"/>
            <a:ext cx="763637" cy="763588"/>
          </a:xfrm>
          <a:prstGeom prst="round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4" name="Graphic 11">
            <a:extLst>
              <a:ext uri="{FF2B5EF4-FFF2-40B4-BE49-F238E27FC236}">
                <a16:creationId xmlns:a16="http://schemas.microsoft.com/office/drawing/2014/main" id="{1343EB93-3BCE-03B2-7173-AEE19088D658}"/>
              </a:ext>
            </a:extLst>
          </p:cNvPr>
          <p:cNvSpPr/>
          <p:nvPr userDrawn="1"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806418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C781193B-939F-DD11-CEC9-F38F5117AA03}"/>
              </a:ext>
            </a:extLst>
          </p:cNvPr>
          <p:cNvSpPr/>
          <p:nvPr userDrawn="1"/>
        </p:nvSpPr>
        <p:spPr>
          <a:xfrm rot="10800000">
            <a:off x="-5383" y="0"/>
            <a:ext cx="4569309" cy="6858000"/>
          </a:xfrm>
          <a:custGeom>
            <a:avLst/>
            <a:gdLst>
              <a:gd name="connsiteX0" fmla="*/ 4061113 w 4569309"/>
              <a:gd name="connsiteY0" fmla="*/ 6858000 h 6858000"/>
              <a:gd name="connsiteX1" fmla="*/ 0 w 4569309"/>
              <a:gd name="connsiteY1" fmla="*/ 6858000 h 6858000"/>
              <a:gd name="connsiteX2" fmla="*/ 0 w 4569309"/>
              <a:gd name="connsiteY2" fmla="*/ 6828974 h 6858000"/>
              <a:gd name="connsiteX3" fmla="*/ 2295469 w 4569309"/>
              <a:gd name="connsiteY3" fmla="*/ 4566848 h 6858000"/>
              <a:gd name="connsiteX4" fmla="*/ 0 w 4569309"/>
              <a:gd name="connsiteY4" fmla="*/ 4566848 h 6858000"/>
              <a:gd name="connsiteX5" fmla="*/ 0 w 4569309"/>
              <a:gd name="connsiteY5" fmla="*/ 0 h 6858000"/>
              <a:gd name="connsiteX6" fmla="*/ 4569309 w 4569309"/>
              <a:gd name="connsiteY6" fmla="*/ 0 h 6858000"/>
              <a:gd name="connsiteX7" fmla="*/ 4569309 w 4569309"/>
              <a:gd name="connsiteY7" fmla="*/ 4566848 h 6858000"/>
              <a:gd name="connsiteX8" fmla="*/ 4123087 w 4569309"/>
              <a:gd name="connsiteY8" fmla="*/ 67391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69309" h="6858000">
                <a:moveTo>
                  <a:pt x="4061113" y="6858000"/>
                </a:moveTo>
                <a:lnTo>
                  <a:pt x="0" y="6858000"/>
                </a:lnTo>
                <a:lnTo>
                  <a:pt x="0" y="6828974"/>
                </a:lnTo>
                <a:cubicBezTo>
                  <a:pt x="1473272" y="6778939"/>
                  <a:pt x="2238117" y="6025063"/>
                  <a:pt x="2295469" y="4566848"/>
                </a:cubicBezTo>
                <a:lnTo>
                  <a:pt x="0" y="4566848"/>
                </a:lnTo>
                <a:lnTo>
                  <a:pt x="0" y="0"/>
                </a:lnTo>
                <a:lnTo>
                  <a:pt x="4569309" y="0"/>
                </a:lnTo>
                <a:lnTo>
                  <a:pt x="4569309" y="4566848"/>
                </a:lnTo>
                <a:cubicBezTo>
                  <a:pt x="4569309" y="5404872"/>
                  <a:pt x="4420568" y="6128984"/>
                  <a:pt x="4123087" y="6739189"/>
                </a:cubicBezTo>
                <a:close/>
              </a:path>
            </a:pathLst>
          </a:custGeom>
          <a:solidFill>
            <a:schemeClr val="bg1"/>
          </a:solidFill>
          <a:ln w="6337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1B25847B-3302-DDBB-EB77-27A4CBBE7797}"/>
              </a:ext>
            </a:extLst>
          </p:cNvPr>
          <p:cNvSpPr/>
          <p:nvPr/>
        </p:nvSpPr>
        <p:spPr>
          <a:xfrm>
            <a:off x="11058747" y="4955592"/>
            <a:ext cx="762548" cy="1520760"/>
          </a:xfrm>
          <a:custGeom>
            <a:avLst/>
            <a:gdLst>
              <a:gd name="connsiteX0" fmla="*/ 0 w 762548"/>
              <a:gd name="connsiteY0" fmla="*/ 0 h 1520760"/>
              <a:gd name="connsiteX1" fmla="*/ 762548 w 762548"/>
              <a:gd name="connsiteY1" fmla="*/ 0 h 1520760"/>
              <a:gd name="connsiteX2" fmla="*/ 762548 w 762548"/>
              <a:gd name="connsiteY2" fmla="*/ 762136 h 1520760"/>
              <a:gd name="connsiteX3" fmla="*/ 0 w 762548"/>
              <a:gd name="connsiteY3" fmla="*/ 1520760 h 1520760"/>
              <a:gd name="connsiteX4" fmla="*/ 0 w 762548"/>
              <a:gd name="connsiteY4" fmla="*/ 1139649 h 1520760"/>
              <a:gd name="connsiteX5" fmla="*/ 383079 w 762548"/>
              <a:gd name="connsiteY5" fmla="*/ 762136 h 1520760"/>
              <a:gd name="connsiteX6" fmla="*/ 0 w 762548"/>
              <a:gd name="connsiteY6" fmla="*/ 762136 h 1520760"/>
              <a:gd name="connsiteX7" fmla="*/ 0 w 762548"/>
              <a:gd name="connsiteY7" fmla="*/ 0 h 1520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2548" h="1520760">
                <a:moveTo>
                  <a:pt x="0" y="0"/>
                </a:moveTo>
                <a:lnTo>
                  <a:pt x="762548" y="0"/>
                </a:lnTo>
                <a:lnTo>
                  <a:pt x="762548" y="762136"/>
                </a:lnTo>
                <a:cubicBezTo>
                  <a:pt x="762548" y="1209666"/>
                  <a:pt x="508365" y="1462533"/>
                  <a:pt x="0" y="1520760"/>
                </a:cubicBezTo>
                <a:lnTo>
                  <a:pt x="0" y="1139649"/>
                </a:lnTo>
                <a:cubicBezTo>
                  <a:pt x="245867" y="1131299"/>
                  <a:pt x="373508" y="1005489"/>
                  <a:pt x="383079" y="762136"/>
                </a:cubicBezTo>
                <a:lnTo>
                  <a:pt x="0" y="7621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059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D9431-CE8D-845E-6E44-1952C7FD7C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2654" y="1902408"/>
            <a:ext cx="5725093" cy="26711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5C59B1-1C18-5D86-CCF4-6F5651C5DE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2655" y="4955382"/>
            <a:ext cx="4962054" cy="38185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177" indent="0">
              <a:buNone/>
              <a:defRPr sz="1400" b="1"/>
            </a:lvl2pPr>
            <a:lvl3pPr marL="914355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5B61FBE-7E4F-AC4F-15AD-BD3259436D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32655" y="5337240"/>
            <a:ext cx="4962054" cy="38185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  <a:lvl2pPr marL="457177" indent="0">
              <a:buNone/>
              <a:defRPr sz="1400" b="1"/>
            </a:lvl2pPr>
            <a:lvl3pPr marL="914355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2D2CFF-CE8F-7214-F179-670F771B51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79272" y="1902408"/>
            <a:ext cx="2290118" cy="2289969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ABA60-AD3E-37EA-7B4A-E19238EF859C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33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Diagonal Corner Rectangle 1">
            <a:extLst>
              <a:ext uri="{FF2B5EF4-FFF2-40B4-BE49-F238E27FC236}">
                <a16:creationId xmlns:a16="http://schemas.microsoft.com/office/drawing/2014/main" id="{B1AF9BE3-7933-0233-516C-A2D6B045DF23}"/>
              </a:ext>
            </a:extLst>
          </p:cNvPr>
          <p:cNvSpPr/>
          <p:nvPr userDrawn="1"/>
        </p:nvSpPr>
        <p:spPr>
          <a:xfrm>
            <a:off x="3424290" y="757464"/>
            <a:ext cx="5343420" cy="5343072"/>
          </a:xfrm>
          <a:prstGeom prst="round2DiagRect">
            <a:avLst>
              <a:gd name="adj1" fmla="val 0"/>
              <a:gd name="adj2" fmla="val 164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18" name="Graphic 8">
            <a:extLst>
              <a:ext uri="{FF2B5EF4-FFF2-40B4-BE49-F238E27FC236}">
                <a16:creationId xmlns:a16="http://schemas.microsoft.com/office/drawing/2014/main" id="{41BBE945-0488-B6B4-6620-7D7683FBFF9B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noFill/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D9431-CE8D-845E-6E44-1952C7FD7C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87636" y="1139112"/>
            <a:ext cx="3816728" cy="4579776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ts val="3040"/>
              </a:lnSpc>
              <a:buNone/>
              <a:defRPr sz="2700" b="1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95830793-6C27-9E9F-7AA4-812D75AEB9D0}"/>
              </a:ext>
            </a:extLst>
          </p:cNvPr>
          <p:cNvSpPr/>
          <p:nvPr userDrawn="1"/>
        </p:nvSpPr>
        <p:spPr>
          <a:xfrm rot="10800000">
            <a:off x="2296902" y="1459"/>
            <a:ext cx="1522170" cy="2275305"/>
          </a:xfrm>
          <a:custGeom>
            <a:avLst/>
            <a:gdLst>
              <a:gd name="connsiteX0" fmla="*/ 1356648 w 1522170"/>
              <a:gd name="connsiteY0" fmla="*/ 2275305 h 2275305"/>
              <a:gd name="connsiteX1" fmla="*/ 0 w 1522170"/>
              <a:gd name="connsiteY1" fmla="*/ 2275305 h 2275305"/>
              <a:gd name="connsiteX2" fmla="*/ 0 w 1522170"/>
              <a:gd name="connsiteY2" fmla="*/ 2274926 h 2275305"/>
              <a:gd name="connsiteX3" fmla="*/ 764688 w 1522170"/>
              <a:gd name="connsiteY3" fmla="*/ 1521347 h 2275305"/>
              <a:gd name="connsiteX4" fmla="*/ 0 w 1522170"/>
              <a:gd name="connsiteY4" fmla="*/ 1521347 h 2275305"/>
              <a:gd name="connsiteX5" fmla="*/ 0 w 1522170"/>
              <a:gd name="connsiteY5" fmla="*/ 0 h 2275305"/>
              <a:gd name="connsiteX6" fmla="*/ 1522170 w 1522170"/>
              <a:gd name="connsiteY6" fmla="*/ 0 h 2275305"/>
              <a:gd name="connsiteX7" fmla="*/ 1522170 w 1522170"/>
              <a:gd name="connsiteY7" fmla="*/ 1521347 h 2275305"/>
              <a:gd name="connsiteX8" fmla="*/ 1373520 w 1522170"/>
              <a:gd name="connsiteY8" fmla="*/ 2245017 h 2275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2170" h="2275305">
                <a:moveTo>
                  <a:pt x="1356648" y="2275305"/>
                </a:moveTo>
                <a:lnTo>
                  <a:pt x="0" y="2275305"/>
                </a:lnTo>
                <a:lnTo>
                  <a:pt x="0" y="2274926"/>
                </a:lnTo>
                <a:cubicBezTo>
                  <a:pt x="490790" y="2258259"/>
                  <a:pt x="745582" y="2007121"/>
                  <a:pt x="764688" y="1521347"/>
                </a:cubicBezTo>
                <a:lnTo>
                  <a:pt x="0" y="1521347"/>
                </a:lnTo>
                <a:lnTo>
                  <a:pt x="0" y="0"/>
                </a:lnTo>
                <a:lnTo>
                  <a:pt x="1522170" y="0"/>
                </a:lnTo>
                <a:lnTo>
                  <a:pt x="1522170" y="1521347"/>
                </a:lnTo>
                <a:cubicBezTo>
                  <a:pt x="1522170" y="1800517"/>
                  <a:pt x="1472620" y="2041740"/>
                  <a:pt x="1373520" y="2245017"/>
                </a:cubicBezTo>
                <a:close/>
              </a:path>
            </a:pathLst>
          </a:custGeom>
          <a:solidFill>
            <a:schemeClr val="bg2"/>
          </a:solidFill>
          <a:ln w="210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93A8BD33-F521-8FAD-7108-A9FD3D2EE4B0}"/>
              </a:ext>
            </a:extLst>
          </p:cNvPr>
          <p:cNvSpPr/>
          <p:nvPr userDrawn="1"/>
        </p:nvSpPr>
        <p:spPr>
          <a:xfrm>
            <a:off x="8372928" y="4582696"/>
            <a:ext cx="1522170" cy="2275305"/>
          </a:xfrm>
          <a:custGeom>
            <a:avLst/>
            <a:gdLst>
              <a:gd name="connsiteX0" fmla="*/ 0 w 1522170"/>
              <a:gd name="connsiteY0" fmla="*/ 0 h 2275305"/>
              <a:gd name="connsiteX1" fmla="*/ 1522170 w 1522170"/>
              <a:gd name="connsiteY1" fmla="*/ 0 h 2275305"/>
              <a:gd name="connsiteX2" fmla="*/ 1522170 w 1522170"/>
              <a:gd name="connsiteY2" fmla="*/ 1521347 h 2275305"/>
              <a:gd name="connsiteX3" fmla="*/ 1373521 w 1522170"/>
              <a:gd name="connsiteY3" fmla="*/ 2245016 h 2275305"/>
              <a:gd name="connsiteX4" fmla="*/ 1356648 w 1522170"/>
              <a:gd name="connsiteY4" fmla="*/ 2275305 h 2275305"/>
              <a:gd name="connsiteX5" fmla="*/ 0 w 1522170"/>
              <a:gd name="connsiteY5" fmla="*/ 2275305 h 2275305"/>
              <a:gd name="connsiteX6" fmla="*/ 0 w 1522170"/>
              <a:gd name="connsiteY6" fmla="*/ 2274925 h 2275305"/>
              <a:gd name="connsiteX7" fmla="*/ 764688 w 1522170"/>
              <a:gd name="connsiteY7" fmla="*/ 1521347 h 2275305"/>
              <a:gd name="connsiteX8" fmla="*/ 0 w 1522170"/>
              <a:gd name="connsiteY8" fmla="*/ 1521347 h 2275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2170" h="2275305">
                <a:moveTo>
                  <a:pt x="0" y="0"/>
                </a:moveTo>
                <a:lnTo>
                  <a:pt x="1522170" y="0"/>
                </a:lnTo>
                <a:lnTo>
                  <a:pt x="1522170" y="1521347"/>
                </a:lnTo>
                <a:cubicBezTo>
                  <a:pt x="1522170" y="1800517"/>
                  <a:pt x="1472620" y="2041739"/>
                  <a:pt x="1373521" y="2245016"/>
                </a:cubicBezTo>
                <a:lnTo>
                  <a:pt x="1356648" y="2275305"/>
                </a:lnTo>
                <a:lnTo>
                  <a:pt x="0" y="2275305"/>
                </a:lnTo>
                <a:lnTo>
                  <a:pt x="0" y="2274925"/>
                </a:lnTo>
                <a:cubicBezTo>
                  <a:pt x="490790" y="2258258"/>
                  <a:pt x="745582" y="2007120"/>
                  <a:pt x="764688" y="1521347"/>
                </a:cubicBezTo>
                <a:lnTo>
                  <a:pt x="0" y="1521347"/>
                </a:lnTo>
                <a:close/>
              </a:path>
            </a:pathLst>
          </a:custGeom>
          <a:solidFill>
            <a:schemeClr val="accent2"/>
          </a:solidFill>
          <a:ln w="210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2819845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 +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141977-668F-67E3-9338-50FB6B43FBF2}"/>
              </a:ext>
            </a:extLst>
          </p:cNvPr>
          <p:cNvSpPr/>
          <p:nvPr userDrawn="1"/>
        </p:nvSpPr>
        <p:spPr>
          <a:xfrm>
            <a:off x="-27795" y="-11662"/>
            <a:ext cx="5742122" cy="69033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2D2CFF-CE8F-7214-F179-670F771B51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5714327" y="3174"/>
            <a:ext cx="6488438" cy="6915046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8" name="Graphic 4">
            <a:extLst>
              <a:ext uri="{FF2B5EF4-FFF2-40B4-BE49-F238E27FC236}">
                <a16:creationId xmlns:a16="http://schemas.microsoft.com/office/drawing/2014/main" id="{1B25847B-3302-DDBB-EB77-27A4CBBE7797}"/>
              </a:ext>
            </a:extLst>
          </p:cNvPr>
          <p:cNvSpPr/>
          <p:nvPr/>
        </p:nvSpPr>
        <p:spPr>
          <a:xfrm>
            <a:off x="4569308" y="5337241"/>
            <a:ext cx="779456" cy="1554480"/>
          </a:xfrm>
          <a:custGeom>
            <a:avLst/>
            <a:gdLst>
              <a:gd name="connsiteX0" fmla="*/ 0 w 779456"/>
              <a:gd name="connsiteY0" fmla="*/ 0 h 1554480"/>
              <a:gd name="connsiteX1" fmla="*/ 779456 w 779456"/>
              <a:gd name="connsiteY1" fmla="*/ 0 h 1554480"/>
              <a:gd name="connsiteX2" fmla="*/ 779456 w 779456"/>
              <a:gd name="connsiteY2" fmla="*/ 779035 h 1554480"/>
              <a:gd name="connsiteX3" fmla="*/ 0 w 779456"/>
              <a:gd name="connsiteY3" fmla="*/ 1554480 h 1554480"/>
              <a:gd name="connsiteX4" fmla="*/ 0 w 779456"/>
              <a:gd name="connsiteY4" fmla="*/ 1164919 h 1554480"/>
              <a:gd name="connsiteX5" fmla="*/ 391573 w 779456"/>
              <a:gd name="connsiteY5" fmla="*/ 779035 h 1554480"/>
              <a:gd name="connsiteX6" fmla="*/ 0 w 779456"/>
              <a:gd name="connsiteY6" fmla="*/ 779035 h 1554480"/>
              <a:gd name="connsiteX7" fmla="*/ 0 w 779456"/>
              <a:gd name="connsiteY7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9456" h="1554480">
                <a:moveTo>
                  <a:pt x="0" y="0"/>
                </a:moveTo>
                <a:lnTo>
                  <a:pt x="779456" y="0"/>
                </a:lnTo>
                <a:lnTo>
                  <a:pt x="779456" y="779035"/>
                </a:lnTo>
                <a:cubicBezTo>
                  <a:pt x="779456" y="1236488"/>
                  <a:pt x="519637" y="1494962"/>
                  <a:pt x="0" y="1554480"/>
                </a:cubicBezTo>
                <a:lnTo>
                  <a:pt x="0" y="1164919"/>
                </a:lnTo>
                <a:cubicBezTo>
                  <a:pt x="251318" y="1156384"/>
                  <a:pt x="381789" y="1027784"/>
                  <a:pt x="391573" y="779035"/>
                </a:cubicBezTo>
                <a:lnTo>
                  <a:pt x="0" y="77903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071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D9431-CE8D-845E-6E44-1952C7FD7C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3428" y="2632341"/>
            <a:ext cx="4187553" cy="23232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700" b="1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5">
            <a:extLst>
              <a:ext uri="{FF2B5EF4-FFF2-40B4-BE49-F238E27FC236}">
                <a16:creationId xmlns:a16="http://schemas.microsoft.com/office/drawing/2014/main" id="{965BF31E-F443-6327-9D93-061FEBD17EA6}"/>
              </a:ext>
            </a:extLst>
          </p:cNvPr>
          <p:cNvSpPr/>
          <p:nvPr/>
        </p:nvSpPr>
        <p:spPr>
          <a:xfrm rot="10800000">
            <a:off x="370907" y="-5832"/>
            <a:ext cx="1145019" cy="2283528"/>
          </a:xfrm>
          <a:custGeom>
            <a:avLst/>
            <a:gdLst>
              <a:gd name="connsiteX0" fmla="*/ 0 w 1145019"/>
              <a:gd name="connsiteY0" fmla="*/ 0 h 2283528"/>
              <a:gd name="connsiteX1" fmla="*/ 1145019 w 1145019"/>
              <a:gd name="connsiteY1" fmla="*/ 0 h 2283528"/>
              <a:gd name="connsiteX2" fmla="*/ 1145019 w 1145019"/>
              <a:gd name="connsiteY2" fmla="*/ 1144400 h 2283528"/>
              <a:gd name="connsiteX3" fmla="*/ 0 w 1145019"/>
              <a:gd name="connsiteY3" fmla="*/ 2283528 h 2283528"/>
              <a:gd name="connsiteX4" fmla="*/ 0 w 1145019"/>
              <a:gd name="connsiteY4" fmla="*/ 1711264 h 2283528"/>
              <a:gd name="connsiteX5" fmla="*/ 575219 w 1145019"/>
              <a:gd name="connsiteY5" fmla="*/ 1144400 h 2283528"/>
              <a:gd name="connsiteX6" fmla="*/ 0 w 1145019"/>
              <a:gd name="connsiteY6" fmla="*/ 1144400 h 2283528"/>
              <a:gd name="connsiteX7" fmla="*/ 0 w 1145019"/>
              <a:gd name="connsiteY7" fmla="*/ 0 h 2283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5019" h="2283528">
                <a:moveTo>
                  <a:pt x="0" y="0"/>
                </a:moveTo>
                <a:lnTo>
                  <a:pt x="1145019" y="0"/>
                </a:lnTo>
                <a:lnTo>
                  <a:pt x="1145019" y="1144400"/>
                </a:lnTo>
                <a:cubicBezTo>
                  <a:pt x="1145019" y="1816398"/>
                  <a:pt x="763346" y="2196096"/>
                  <a:pt x="0" y="2283528"/>
                </a:cubicBezTo>
                <a:lnTo>
                  <a:pt x="0" y="1711264"/>
                </a:lnTo>
                <a:cubicBezTo>
                  <a:pt x="369186" y="1698726"/>
                  <a:pt x="560848" y="1509813"/>
                  <a:pt x="575219" y="1144400"/>
                </a:cubicBezTo>
                <a:lnTo>
                  <a:pt x="0" y="11444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588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F8A0E-FB12-BE6D-9A08-FE6C1F8380AD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0360438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5 [Navy]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 Same Side Corner Rectangle 14">
            <a:extLst>
              <a:ext uri="{FF2B5EF4-FFF2-40B4-BE49-F238E27FC236}">
                <a16:creationId xmlns:a16="http://schemas.microsoft.com/office/drawing/2014/main" id="{D95333F2-1A60-ED2C-E1C6-643D3A0C07B6}"/>
              </a:ext>
            </a:extLst>
          </p:cNvPr>
          <p:cNvSpPr/>
          <p:nvPr userDrawn="1"/>
        </p:nvSpPr>
        <p:spPr>
          <a:xfrm rot="16200000" flipH="1">
            <a:off x="5908855" y="574854"/>
            <a:ext cx="6858002" cy="5708293"/>
          </a:xfrm>
          <a:prstGeom prst="round2SameRect">
            <a:avLst>
              <a:gd name="adj1" fmla="val 153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41BBE945-0488-B6B4-6620-7D7683FBFF9B}"/>
              </a:ext>
            </a:extLst>
          </p:cNvPr>
          <p:cNvSpPr/>
          <p:nvPr/>
        </p:nvSpPr>
        <p:spPr>
          <a:xfrm>
            <a:off x="11371264" y="379630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15C6D44-8F93-8FAD-870E-14C4D22E1B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7236" y="375444"/>
            <a:ext cx="5722029" cy="389107"/>
          </a:xfrm>
          <a:prstGeom prst="rect">
            <a:avLst/>
          </a:prstGeom>
        </p:spPr>
        <p:txBody>
          <a:bodyPr anchor="ctr"/>
          <a:lstStyle>
            <a:lvl1pPr marL="0" indent="0">
              <a:buFont typeface="Century Gothic" panose="020B0502020202020204" pitchFamily="34" charset="0"/>
              <a:buNone/>
              <a:defRPr sz="23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Medium header with a max of 6 words</a:t>
            </a:r>
            <a:endParaRPr lang="en-US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198F54D-7DC4-EAC2-C829-539B0C4A73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66315" y="2272098"/>
            <a:ext cx="4573104" cy="30458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B040BB48-2C54-F17B-780E-E675D738AD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705" y="1530374"/>
            <a:ext cx="5711760" cy="3720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Century Gothic" panose="020B0502020202020204" pitchFamily="34" charset="0"/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CO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80E26AE0-D6F7-BEE4-ED6F-FAEC2973BE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0705" y="2009653"/>
            <a:ext cx="5727078" cy="431201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buClr>
                <a:schemeClr val="bg1"/>
              </a:buClr>
              <a:buFont typeface="Wingdings" pitchFamily="2" charset="2"/>
              <a:buNone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CO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C54C64C6-5AAF-FE2A-1661-770C0EB9A4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0705" y="883466"/>
            <a:ext cx="5728559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 typeface="Century Gothic" panose="020B0502020202020204" pitchFamily="34" charset="0"/>
              <a:buNone/>
              <a:defRPr sz="16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Subtitles just one line with a max of 6 words</a:t>
            </a:r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C1376994-F456-C236-BCF4-3FCA9D08CC64}"/>
              </a:ext>
            </a:extLst>
          </p:cNvPr>
          <p:cNvSpPr/>
          <p:nvPr userDrawn="1"/>
        </p:nvSpPr>
        <p:spPr>
          <a:xfrm rot="10800000">
            <a:off x="6483707" y="0"/>
            <a:ext cx="1246603" cy="1963458"/>
          </a:xfrm>
          <a:custGeom>
            <a:avLst/>
            <a:gdLst>
              <a:gd name="connsiteX0" fmla="*/ 1050803 w 1246603"/>
              <a:gd name="connsiteY0" fmla="*/ 1963458 h 1963458"/>
              <a:gd name="connsiteX1" fmla="*/ 0 w 1246603"/>
              <a:gd name="connsiteY1" fmla="*/ 1963458 h 1963458"/>
              <a:gd name="connsiteX2" fmla="*/ 0 w 1246603"/>
              <a:gd name="connsiteY2" fmla="*/ 1863078 h 1963458"/>
              <a:gd name="connsiteX3" fmla="*/ 626252 w 1246603"/>
              <a:gd name="connsiteY3" fmla="*/ 1245926 h 1963458"/>
              <a:gd name="connsiteX4" fmla="*/ 0 w 1246603"/>
              <a:gd name="connsiteY4" fmla="*/ 1245926 h 1963458"/>
              <a:gd name="connsiteX5" fmla="*/ 0 w 1246603"/>
              <a:gd name="connsiteY5" fmla="*/ 0 h 1963458"/>
              <a:gd name="connsiteX6" fmla="*/ 1246603 w 1246603"/>
              <a:gd name="connsiteY6" fmla="*/ 0 h 1963458"/>
              <a:gd name="connsiteX7" fmla="*/ 1246603 w 1246603"/>
              <a:gd name="connsiteY7" fmla="*/ 1245926 h 1963458"/>
              <a:gd name="connsiteX8" fmla="*/ 1071300 w 1246603"/>
              <a:gd name="connsiteY8" fmla="*/ 1934739 h 1963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6603" h="1963458">
                <a:moveTo>
                  <a:pt x="1050803" y="1963458"/>
                </a:moveTo>
                <a:lnTo>
                  <a:pt x="0" y="1963458"/>
                </a:lnTo>
                <a:lnTo>
                  <a:pt x="0" y="1863078"/>
                </a:lnTo>
                <a:cubicBezTo>
                  <a:pt x="401939" y="1849428"/>
                  <a:pt x="610605" y="1643755"/>
                  <a:pt x="626252" y="1245926"/>
                </a:cubicBezTo>
                <a:lnTo>
                  <a:pt x="0" y="1245926"/>
                </a:lnTo>
                <a:lnTo>
                  <a:pt x="0" y="0"/>
                </a:lnTo>
                <a:lnTo>
                  <a:pt x="1246603" y="0"/>
                </a:lnTo>
                <a:lnTo>
                  <a:pt x="1246603" y="1245926"/>
                </a:lnTo>
                <a:cubicBezTo>
                  <a:pt x="1246603" y="1520281"/>
                  <a:pt x="1188169" y="1749885"/>
                  <a:pt x="1071300" y="1934739"/>
                </a:cubicBezTo>
                <a:close/>
              </a:path>
            </a:pathLst>
          </a:custGeom>
          <a:solidFill>
            <a:schemeClr val="bg1"/>
          </a:solidFill>
          <a:ln w="1720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A9143229-18F8-297C-48A3-E906C5EF8A9D}"/>
              </a:ext>
            </a:extLst>
          </p:cNvPr>
          <p:cNvSpPr/>
          <p:nvPr userDrawn="1"/>
        </p:nvSpPr>
        <p:spPr>
          <a:xfrm>
            <a:off x="11053509" y="5317969"/>
            <a:ext cx="767785" cy="1531211"/>
          </a:xfrm>
          <a:custGeom>
            <a:avLst/>
            <a:gdLst>
              <a:gd name="connsiteX0" fmla="*/ 0 w 767785"/>
              <a:gd name="connsiteY0" fmla="*/ 0 h 1531211"/>
              <a:gd name="connsiteX1" fmla="*/ 767785 w 767785"/>
              <a:gd name="connsiteY1" fmla="*/ 0 h 1531211"/>
              <a:gd name="connsiteX2" fmla="*/ 767785 w 767785"/>
              <a:gd name="connsiteY2" fmla="*/ 767373 h 1531211"/>
              <a:gd name="connsiteX3" fmla="*/ 0 w 767785"/>
              <a:gd name="connsiteY3" fmla="*/ 1531211 h 1531211"/>
              <a:gd name="connsiteX4" fmla="*/ 0 w 767785"/>
              <a:gd name="connsiteY4" fmla="*/ 1147481 h 1531211"/>
              <a:gd name="connsiteX5" fmla="*/ 385710 w 767785"/>
              <a:gd name="connsiteY5" fmla="*/ 767373 h 1531211"/>
              <a:gd name="connsiteX6" fmla="*/ 0 w 767785"/>
              <a:gd name="connsiteY6" fmla="*/ 767373 h 1531211"/>
              <a:gd name="connsiteX7" fmla="*/ 0 w 767785"/>
              <a:gd name="connsiteY7" fmla="*/ 0 h 1531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7785" h="1531211">
                <a:moveTo>
                  <a:pt x="0" y="0"/>
                </a:moveTo>
                <a:lnTo>
                  <a:pt x="767785" y="0"/>
                </a:lnTo>
                <a:lnTo>
                  <a:pt x="767785" y="767373"/>
                </a:lnTo>
                <a:cubicBezTo>
                  <a:pt x="767785" y="1217979"/>
                  <a:pt x="511857" y="1472584"/>
                  <a:pt x="0" y="1531211"/>
                </a:cubicBezTo>
                <a:lnTo>
                  <a:pt x="0" y="1147481"/>
                </a:lnTo>
                <a:cubicBezTo>
                  <a:pt x="247555" y="1139074"/>
                  <a:pt x="376073" y="1012399"/>
                  <a:pt x="385710" y="767373"/>
                </a:cubicBezTo>
                <a:lnTo>
                  <a:pt x="0" y="7673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058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173CCF-CD74-0249-D85D-1544F7BD5083}"/>
              </a:ext>
            </a:extLst>
          </p:cNvPr>
          <p:cNvSpPr txBox="1"/>
          <p:nvPr userDrawn="1"/>
        </p:nvSpPr>
        <p:spPr>
          <a:xfrm>
            <a:off x="9495692" y="6471444"/>
            <a:ext cx="2325602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AFDA2F-DB55-A9DF-0B47-586730E61F9E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2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78159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6 [Blue]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 Same Side Corner Rectangle 8">
            <a:extLst>
              <a:ext uri="{FF2B5EF4-FFF2-40B4-BE49-F238E27FC236}">
                <a16:creationId xmlns:a16="http://schemas.microsoft.com/office/drawing/2014/main" id="{CFEF2C7A-19DA-6BF6-ADAC-5781547563BA}"/>
              </a:ext>
            </a:extLst>
          </p:cNvPr>
          <p:cNvSpPr/>
          <p:nvPr userDrawn="1"/>
        </p:nvSpPr>
        <p:spPr>
          <a:xfrm rot="16200000" flipH="1">
            <a:off x="5908855" y="574854"/>
            <a:ext cx="6858002" cy="5708293"/>
          </a:xfrm>
          <a:prstGeom prst="round2SameRect">
            <a:avLst>
              <a:gd name="adj1" fmla="val 153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F8B46AA0-0DF4-D22E-9B93-2A85F87C8DC5}"/>
              </a:ext>
            </a:extLst>
          </p:cNvPr>
          <p:cNvSpPr/>
          <p:nvPr userDrawn="1"/>
        </p:nvSpPr>
        <p:spPr>
          <a:xfrm rot="10800000">
            <a:off x="6483707" y="0"/>
            <a:ext cx="1246603" cy="1963458"/>
          </a:xfrm>
          <a:custGeom>
            <a:avLst/>
            <a:gdLst>
              <a:gd name="connsiteX0" fmla="*/ 1050803 w 1246603"/>
              <a:gd name="connsiteY0" fmla="*/ 1963458 h 1963458"/>
              <a:gd name="connsiteX1" fmla="*/ 0 w 1246603"/>
              <a:gd name="connsiteY1" fmla="*/ 1963458 h 1963458"/>
              <a:gd name="connsiteX2" fmla="*/ 0 w 1246603"/>
              <a:gd name="connsiteY2" fmla="*/ 1863078 h 1963458"/>
              <a:gd name="connsiteX3" fmla="*/ 626252 w 1246603"/>
              <a:gd name="connsiteY3" fmla="*/ 1245926 h 1963458"/>
              <a:gd name="connsiteX4" fmla="*/ 0 w 1246603"/>
              <a:gd name="connsiteY4" fmla="*/ 1245926 h 1963458"/>
              <a:gd name="connsiteX5" fmla="*/ 0 w 1246603"/>
              <a:gd name="connsiteY5" fmla="*/ 0 h 1963458"/>
              <a:gd name="connsiteX6" fmla="*/ 1246603 w 1246603"/>
              <a:gd name="connsiteY6" fmla="*/ 0 h 1963458"/>
              <a:gd name="connsiteX7" fmla="*/ 1246603 w 1246603"/>
              <a:gd name="connsiteY7" fmla="*/ 1245926 h 1963458"/>
              <a:gd name="connsiteX8" fmla="*/ 1071300 w 1246603"/>
              <a:gd name="connsiteY8" fmla="*/ 1934739 h 1963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6603" h="1963458">
                <a:moveTo>
                  <a:pt x="1050803" y="1963458"/>
                </a:moveTo>
                <a:lnTo>
                  <a:pt x="0" y="1963458"/>
                </a:lnTo>
                <a:lnTo>
                  <a:pt x="0" y="1863078"/>
                </a:lnTo>
                <a:cubicBezTo>
                  <a:pt x="401939" y="1849428"/>
                  <a:pt x="610605" y="1643755"/>
                  <a:pt x="626252" y="1245926"/>
                </a:cubicBezTo>
                <a:lnTo>
                  <a:pt x="0" y="1245926"/>
                </a:lnTo>
                <a:lnTo>
                  <a:pt x="0" y="0"/>
                </a:lnTo>
                <a:lnTo>
                  <a:pt x="1246603" y="0"/>
                </a:lnTo>
                <a:lnTo>
                  <a:pt x="1246603" y="1245926"/>
                </a:lnTo>
                <a:cubicBezTo>
                  <a:pt x="1246603" y="1520281"/>
                  <a:pt x="1188169" y="1749885"/>
                  <a:pt x="1071300" y="1934739"/>
                </a:cubicBezTo>
                <a:close/>
              </a:path>
            </a:pathLst>
          </a:custGeom>
          <a:solidFill>
            <a:schemeClr val="bg2"/>
          </a:solidFill>
          <a:ln w="1720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0" name="Graphic 8">
            <a:extLst>
              <a:ext uri="{FF2B5EF4-FFF2-40B4-BE49-F238E27FC236}">
                <a16:creationId xmlns:a16="http://schemas.microsoft.com/office/drawing/2014/main" id="{41BBE945-0488-B6B4-6620-7D7683FBFF9B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198F54D-7DC4-EAC2-C829-539B0C4A73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66315" y="2272098"/>
            <a:ext cx="4573104" cy="30458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AA2A298E-F81D-4ACF-276B-F388268331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705" y="1530374"/>
            <a:ext cx="5711760" cy="372033"/>
          </a:xfrm>
          <a:prstGeom prst="rect">
            <a:avLst/>
          </a:prstGeom>
        </p:spPr>
        <p:txBody>
          <a:bodyPr anchor="ctr"/>
          <a:lstStyle>
            <a:lvl1pPr marL="0" indent="0">
              <a:buFont typeface="Century Gothic" panose="020B0502020202020204" pitchFamily="34" charset="0"/>
              <a:buNone/>
              <a:defRPr sz="17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CO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28BB1EF-7790-76F3-2189-0C7FADE3403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0705" y="2009654"/>
            <a:ext cx="5727078" cy="426805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buClr>
                <a:schemeClr val="bg1"/>
              </a:buClr>
              <a:buFont typeface="Wingdings" pitchFamily="2" charset="2"/>
              <a:buNone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CO"/>
          </a:p>
        </p:txBody>
      </p:sp>
      <p:sp>
        <p:nvSpPr>
          <p:cNvPr id="17" name="Graphic 26">
            <a:extLst>
              <a:ext uri="{FF2B5EF4-FFF2-40B4-BE49-F238E27FC236}">
                <a16:creationId xmlns:a16="http://schemas.microsoft.com/office/drawing/2014/main" id="{95BAB3DE-11BD-D978-BE34-B7408CFC0CA5}"/>
              </a:ext>
            </a:extLst>
          </p:cNvPr>
          <p:cNvSpPr/>
          <p:nvPr/>
        </p:nvSpPr>
        <p:spPr>
          <a:xfrm>
            <a:off x="11053509" y="5317969"/>
            <a:ext cx="767785" cy="1531211"/>
          </a:xfrm>
          <a:custGeom>
            <a:avLst/>
            <a:gdLst>
              <a:gd name="connsiteX0" fmla="*/ 0 w 767785"/>
              <a:gd name="connsiteY0" fmla="*/ 0 h 1531211"/>
              <a:gd name="connsiteX1" fmla="*/ 767785 w 767785"/>
              <a:gd name="connsiteY1" fmla="*/ 0 h 1531211"/>
              <a:gd name="connsiteX2" fmla="*/ 767785 w 767785"/>
              <a:gd name="connsiteY2" fmla="*/ 767373 h 1531211"/>
              <a:gd name="connsiteX3" fmla="*/ 0 w 767785"/>
              <a:gd name="connsiteY3" fmla="*/ 1531211 h 1531211"/>
              <a:gd name="connsiteX4" fmla="*/ 0 w 767785"/>
              <a:gd name="connsiteY4" fmla="*/ 1147481 h 1531211"/>
              <a:gd name="connsiteX5" fmla="*/ 385710 w 767785"/>
              <a:gd name="connsiteY5" fmla="*/ 767373 h 1531211"/>
              <a:gd name="connsiteX6" fmla="*/ 0 w 767785"/>
              <a:gd name="connsiteY6" fmla="*/ 767373 h 1531211"/>
              <a:gd name="connsiteX7" fmla="*/ 0 w 767785"/>
              <a:gd name="connsiteY7" fmla="*/ 0 h 1531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7785" h="1531211">
                <a:moveTo>
                  <a:pt x="0" y="0"/>
                </a:moveTo>
                <a:lnTo>
                  <a:pt x="767785" y="0"/>
                </a:lnTo>
                <a:lnTo>
                  <a:pt x="767785" y="767373"/>
                </a:lnTo>
                <a:cubicBezTo>
                  <a:pt x="767785" y="1217979"/>
                  <a:pt x="511857" y="1472584"/>
                  <a:pt x="0" y="1531211"/>
                </a:cubicBezTo>
                <a:lnTo>
                  <a:pt x="0" y="1147481"/>
                </a:lnTo>
                <a:cubicBezTo>
                  <a:pt x="247555" y="1139074"/>
                  <a:pt x="376073" y="1012399"/>
                  <a:pt x="385710" y="767373"/>
                </a:cubicBezTo>
                <a:lnTo>
                  <a:pt x="0" y="76737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1058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DE59A1C-507C-905D-E5F8-E35A3516E1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7236" y="375444"/>
            <a:ext cx="5722029" cy="389107"/>
          </a:xfrm>
          <a:prstGeom prst="rect">
            <a:avLst/>
          </a:prstGeom>
        </p:spPr>
        <p:txBody>
          <a:bodyPr anchor="ctr"/>
          <a:lstStyle>
            <a:lvl1pPr marL="0" indent="0">
              <a:buFont typeface="Century Gothic" panose="020B0502020202020204" pitchFamily="34" charset="0"/>
              <a:buNone/>
              <a:defRPr sz="23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Medium header with a max of 6 words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FC7808-30E4-C735-4DC1-33F3C8491A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0705" y="883466"/>
            <a:ext cx="5728559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 typeface="Century Gothic" panose="020B0502020202020204" pitchFamily="34" charset="0"/>
              <a:buNone/>
              <a:defRPr sz="16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Subtitles just one line with a max of 6 words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A8438-9169-DCEC-5807-BEF239CA2BE4}"/>
              </a:ext>
            </a:extLst>
          </p:cNvPr>
          <p:cNvSpPr txBox="1"/>
          <p:nvPr userDrawn="1"/>
        </p:nvSpPr>
        <p:spPr>
          <a:xfrm>
            <a:off x="9495692" y="6471444"/>
            <a:ext cx="2325602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4AE768-C6F4-CAF6-9476-BD23F1802ABA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2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11361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head [Navy]">
  <p:cSld name="Title + Subhead [Navy]">
    <p:bg>
      <p:bgPr>
        <a:solidFill>
          <a:schemeClr val="dk2"/>
        </a:solidFill>
        <a:effectLst/>
      </p:bgPr>
    </p:bg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3f5b021c08c_0_1314"/>
          <p:cNvSpPr txBox="1">
            <a:spLocks noGrp="1"/>
          </p:cNvSpPr>
          <p:nvPr>
            <p:ph type="body" idx="1"/>
          </p:nvPr>
        </p:nvSpPr>
        <p:spPr>
          <a:xfrm>
            <a:off x="370706" y="883466"/>
            <a:ext cx="9299705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699" name="Google Shape;1699;g3f5b021c08c_0_1314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00" name="Google Shape;1700;g3f5b021c08c_0_1314"/>
          <p:cNvSpPr/>
          <p:nvPr/>
        </p:nvSpPr>
        <p:spPr>
          <a:xfrm>
            <a:off x="11487329" y="184684"/>
            <a:ext cx="246316" cy="539700"/>
          </a:xfrm>
          <a:prstGeom prst="rect">
            <a:avLst/>
          </a:prstGeom>
          <a:noFill/>
          <a:ln>
            <a:noFill/>
          </a:ln>
        </p:spPr>
      </p:sp>
      <p:sp>
        <p:nvSpPr>
          <p:cNvPr id="1701" name="Google Shape;1701;g3f5b021c08c_0_1314"/>
          <p:cNvSpPr txBox="1"/>
          <p:nvPr/>
        </p:nvSpPr>
        <p:spPr>
          <a:xfrm>
            <a:off x="9570715" y="6471444"/>
            <a:ext cx="2250596" cy="223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Zscaler, Inc. All rights reserved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206619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head + Content [Navy]">
  <p:cSld name="Title + Subhead + Content [Navy]">
    <p:bg>
      <p:bgPr>
        <a:solidFill>
          <a:schemeClr val="dk2"/>
        </a:solidFill>
        <a:effectLst/>
      </p:bgPr>
    </p:bg>
    <p:spTree>
      <p:nvGrpSpPr>
        <p:cNvPr id="1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g3f5b021c08c_0_1319"/>
          <p:cNvSpPr txBox="1">
            <a:spLocks noGrp="1"/>
          </p:cNvSpPr>
          <p:nvPr>
            <p:ph type="body" idx="1"/>
          </p:nvPr>
        </p:nvSpPr>
        <p:spPr>
          <a:xfrm>
            <a:off x="370706" y="883466"/>
            <a:ext cx="9298805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704" name="Google Shape;1704;g3f5b021c08c_0_1319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05" name="Google Shape;1705;g3f5b021c08c_0_1319"/>
          <p:cNvSpPr txBox="1">
            <a:spLocks noGrp="1"/>
          </p:cNvSpPr>
          <p:nvPr>
            <p:ph type="body" idx="2"/>
          </p:nvPr>
        </p:nvSpPr>
        <p:spPr>
          <a:xfrm>
            <a:off x="371097" y="1909108"/>
            <a:ext cx="9299705" cy="3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▪"/>
              <a:defRPr>
                <a:solidFill>
                  <a:schemeClr val="dk1"/>
                </a:solidFill>
              </a:defRPr>
            </a:lvl1pPr>
            <a:lvl2pPr marL="457200" lvl="1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▪"/>
              <a:defRPr>
                <a:solidFill>
                  <a:schemeClr val="dk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▪"/>
              <a:defRPr>
                <a:solidFill>
                  <a:schemeClr val="dk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▪"/>
              <a:defRPr>
                <a:solidFill>
                  <a:schemeClr val="dk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▪"/>
              <a:defRPr>
                <a:solidFill>
                  <a:schemeClr val="dk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706" name="Google Shape;1706;g3f5b021c08c_0_1319"/>
          <p:cNvSpPr/>
          <p:nvPr/>
        </p:nvSpPr>
        <p:spPr>
          <a:xfrm>
            <a:off x="11487329" y="184684"/>
            <a:ext cx="246316" cy="539700"/>
          </a:xfrm>
          <a:prstGeom prst="rect">
            <a:avLst/>
          </a:prstGeom>
          <a:noFill/>
          <a:ln>
            <a:noFill/>
          </a:ln>
        </p:spPr>
      </p:sp>
      <p:sp>
        <p:nvSpPr>
          <p:cNvPr id="1707" name="Google Shape;1707;g3f5b021c08c_0_1319"/>
          <p:cNvSpPr txBox="1"/>
          <p:nvPr/>
        </p:nvSpPr>
        <p:spPr>
          <a:xfrm>
            <a:off x="9570715" y="6471444"/>
            <a:ext cx="2250596" cy="223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Zscaler, Inc. All rights reserved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16288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[Navy]">
  <p:cSld name="Title [Navy]">
    <p:bg>
      <p:bgPr>
        <a:solidFill>
          <a:schemeClr val="dk2"/>
        </a:solidFill>
        <a:effectLst/>
      </p:bgPr>
    </p:bg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g3f5b021c08c_0_1325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10" name="Google Shape;1710;g3f5b021c08c_0_1325"/>
          <p:cNvSpPr/>
          <p:nvPr/>
        </p:nvSpPr>
        <p:spPr>
          <a:xfrm>
            <a:off x="11487329" y="184684"/>
            <a:ext cx="246316" cy="539700"/>
          </a:xfrm>
          <a:prstGeom prst="rect">
            <a:avLst/>
          </a:prstGeom>
          <a:noFill/>
          <a:ln>
            <a:noFill/>
          </a:ln>
        </p:spPr>
      </p:sp>
      <p:sp>
        <p:nvSpPr>
          <p:cNvPr id="1711" name="Google Shape;1711;g3f5b021c08c_0_1325"/>
          <p:cNvSpPr txBox="1"/>
          <p:nvPr/>
        </p:nvSpPr>
        <p:spPr>
          <a:xfrm>
            <a:off x="9570715" y="6471444"/>
            <a:ext cx="2250596" cy="223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Zscaler, Inc. All rights reserved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922195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[Light Gray]">
  <p:cSld name="Title [Light Gray]">
    <p:bg>
      <p:bgPr>
        <a:solidFill>
          <a:schemeClr val="lt2"/>
        </a:solidFill>
        <a:effectLst/>
      </p:bgPr>
    </p:bg>
    <p:spTree>
      <p:nvGrpSpPr>
        <p:cNvPr id="1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g3f5b021c08c_0_1329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047003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hank-you">
  <p:cSld name="2_Thank-you">
    <p:bg>
      <p:bgPr>
        <a:solidFill>
          <a:schemeClr val="dk2"/>
        </a:solidFill>
        <a:effectLst/>
      </p:bgPr>
    </p:bg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5" name="Google Shape;1715;g3f5b021c08c_0_1331"/>
          <p:cNvGrpSpPr/>
          <p:nvPr/>
        </p:nvGrpSpPr>
        <p:grpSpPr>
          <a:xfrm rot="10800000" flipH="1">
            <a:off x="0" y="-42"/>
            <a:ext cx="2354436" cy="6858042"/>
            <a:chOff x="184" y="11597"/>
            <a:chExt cx="2057220" cy="6846403"/>
          </a:xfrm>
        </p:grpSpPr>
        <p:sp>
          <p:nvSpPr>
            <p:cNvPr id="1716" name="Google Shape;1716;g3f5b021c08c_0_1331"/>
            <p:cNvSpPr/>
            <p:nvPr/>
          </p:nvSpPr>
          <p:spPr>
            <a:xfrm rot="10800000">
              <a:off x="184" y="11597"/>
              <a:ext cx="139156" cy="6846379"/>
            </a:xfrm>
            <a:custGeom>
              <a:avLst/>
              <a:gdLst/>
              <a:ahLst/>
              <a:cxnLst/>
              <a:rect l="l" t="t" r="r" b="b"/>
              <a:pathLst>
                <a:path w="139156" h="6846379" extrusionOk="0">
                  <a:moveTo>
                    <a:pt x="139157" y="6846380"/>
                  </a:moveTo>
                  <a:lnTo>
                    <a:pt x="139157" y="0"/>
                  </a:lnTo>
                  <a:lnTo>
                    <a:pt x="0" y="0"/>
                  </a:lnTo>
                  <a:lnTo>
                    <a:pt x="0" y="6846380"/>
                  </a:lnTo>
                  <a:lnTo>
                    <a:pt x="139157" y="684638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0000">
                  <a:schemeClr val="accent2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4199895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g3f5b021c08c_0_1331"/>
            <p:cNvSpPr/>
            <p:nvPr/>
          </p:nvSpPr>
          <p:spPr>
            <a:xfrm rot="10800000">
              <a:off x="155816" y="11597"/>
              <a:ext cx="131059" cy="6846379"/>
            </a:xfrm>
            <a:custGeom>
              <a:avLst/>
              <a:gdLst/>
              <a:ahLst/>
              <a:cxnLst/>
              <a:rect l="l" t="t" r="r" b="b"/>
              <a:pathLst>
                <a:path w="131059" h="6846379" extrusionOk="0">
                  <a:moveTo>
                    <a:pt x="131060" y="6846380"/>
                  </a:moveTo>
                  <a:lnTo>
                    <a:pt x="131060" y="0"/>
                  </a:lnTo>
                  <a:lnTo>
                    <a:pt x="0" y="0"/>
                  </a:lnTo>
                  <a:lnTo>
                    <a:pt x="0" y="6846380"/>
                  </a:lnTo>
                  <a:lnTo>
                    <a:pt x="131060" y="684638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0000">
                  <a:schemeClr val="accent2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4199895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g3f5b021c08c_0_1331"/>
            <p:cNvSpPr/>
            <p:nvPr/>
          </p:nvSpPr>
          <p:spPr>
            <a:xfrm rot="10800000">
              <a:off x="311464" y="11629"/>
              <a:ext cx="122951" cy="6846371"/>
            </a:xfrm>
            <a:custGeom>
              <a:avLst/>
              <a:gdLst/>
              <a:ahLst/>
              <a:cxnLst/>
              <a:rect l="l" t="t" r="r" b="b"/>
              <a:pathLst>
                <a:path w="122951" h="6846371" extrusionOk="0">
                  <a:moveTo>
                    <a:pt x="122951" y="6846372"/>
                  </a:moveTo>
                  <a:lnTo>
                    <a:pt x="122951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122951" y="684637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0000">
                  <a:schemeClr val="accent2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4199895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g3f5b021c08c_0_1331"/>
            <p:cNvSpPr/>
            <p:nvPr/>
          </p:nvSpPr>
          <p:spPr>
            <a:xfrm rot="10800000">
              <a:off x="467134" y="11629"/>
              <a:ext cx="114839" cy="6846371"/>
            </a:xfrm>
            <a:custGeom>
              <a:avLst/>
              <a:gdLst/>
              <a:ahLst/>
              <a:cxnLst/>
              <a:rect l="l" t="t" r="r" b="b"/>
              <a:pathLst>
                <a:path w="114839" h="6846371" extrusionOk="0">
                  <a:moveTo>
                    <a:pt x="114838" y="6846372"/>
                  </a:moveTo>
                  <a:lnTo>
                    <a:pt x="114839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114838" y="684637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0000">
                  <a:schemeClr val="accent2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4199895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g3f5b021c08c_0_1331"/>
            <p:cNvSpPr/>
            <p:nvPr/>
          </p:nvSpPr>
          <p:spPr>
            <a:xfrm rot="10800000">
              <a:off x="622748" y="11629"/>
              <a:ext cx="106734" cy="6846371"/>
            </a:xfrm>
            <a:custGeom>
              <a:avLst/>
              <a:gdLst/>
              <a:ahLst/>
              <a:cxnLst/>
              <a:rect l="l" t="t" r="r" b="b"/>
              <a:pathLst>
                <a:path w="106734" h="6846371" extrusionOk="0">
                  <a:moveTo>
                    <a:pt x="106733" y="6846372"/>
                  </a:moveTo>
                  <a:lnTo>
                    <a:pt x="106734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106733" y="684637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0000">
                  <a:schemeClr val="accent2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4199895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g3f5b021c08c_0_1331"/>
            <p:cNvSpPr/>
            <p:nvPr/>
          </p:nvSpPr>
          <p:spPr>
            <a:xfrm rot="10800000">
              <a:off x="778426" y="11629"/>
              <a:ext cx="98629" cy="6846371"/>
            </a:xfrm>
            <a:custGeom>
              <a:avLst/>
              <a:gdLst/>
              <a:ahLst/>
              <a:cxnLst/>
              <a:rect l="l" t="t" r="r" b="b"/>
              <a:pathLst>
                <a:path w="98629" h="6846371" extrusionOk="0">
                  <a:moveTo>
                    <a:pt x="98627" y="6846372"/>
                  </a:moveTo>
                  <a:lnTo>
                    <a:pt x="98629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98627" y="684637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0000">
                  <a:schemeClr val="accent2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4199895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g3f5b021c08c_0_1331"/>
            <p:cNvSpPr/>
            <p:nvPr/>
          </p:nvSpPr>
          <p:spPr>
            <a:xfrm rot="10800000">
              <a:off x="934041" y="11629"/>
              <a:ext cx="90523" cy="6846371"/>
            </a:xfrm>
            <a:custGeom>
              <a:avLst/>
              <a:gdLst/>
              <a:ahLst/>
              <a:cxnLst/>
              <a:rect l="l" t="t" r="r" b="b"/>
              <a:pathLst>
                <a:path w="90523" h="6846371" extrusionOk="0">
                  <a:moveTo>
                    <a:pt x="0" y="6846372"/>
                  </a:moveTo>
                  <a:lnTo>
                    <a:pt x="90522" y="6846372"/>
                  </a:lnTo>
                  <a:lnTo>
                    <a:pt x="90522" y="3423186"/>
                  </a:lnTo>
                  <a:lnTo>
                    <a:pt x="90524" y="0"/>
                  </a:lnTo>
                  <a:lnTo>
                    <a:pt x="2" y="0"/>
                  </a:lnTo>
                  <a:lnTo>
                    <a:pt x="0" y="684637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0000">
                  <a:schemeClr val="accent2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4199895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g3f5b021c08c_0_1331"/>
            <p:cNvSpPr/>
            <p:nvPr/>
          </p:nvSpPr>
          <p:spPr>
            <a:xfrm rot="10800000">
              <a:off x="1089721" y="11629"/>
              <a:ext cx="82417" cy="6846371"/>
            </a:xfrm>
            <a:custGeom>
              <a:avLst/>
              <a:gdLst/>
              <a:ahLst/>
              <a:cxnLst/>
              <a:rect l="l" t="t" r="r" b="b"/>
              <a:pathLst>
                <a:path w="82417" h="6846371" extrusionOk="0">
                  <a:moveTo>
                    <a:pt x="82417" y="6846372"/>
                  </a:moveTo>
                  <a:lnTo>
                    <a:pt x="82417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82417" y="684637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0000">
                  <a:schemeClr val="accent2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4199895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g3f5b021c08c_0_1331"/>
            <p:cNvSpPr/>
            <p:nvPr/>
          </p:nvSpPr>
          <p:spPr>
            <a:xfrm rot="10800000">
              <a:off x="1245335" y="11629"/>
              <a:ext cx="74310" cy="6846371"/>
            </a:xfrm>
            <a:custGeom>
              <a:avLst/>
              <a:gdLst/>
              <a:ahLst/>
              <a:cxnLst/>
              <a:rect l="l" t="t" r="r" b="b"/>
              <a:pathLst>
                <a:path w="74310" h="6846371" extrusionOk="0">
                  <a:moveTo>
                    <a:pt x="74310" y="6846372"/>
                  </a:moveTo>
                  <a:lnTo>
                    <a:pt x="74310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74310" y="684637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0000">
                  <a:schemeClr val="accent2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4199895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g3f5b021c08c_0_1331"/>
            <p:cNvSpPr/>
            <p:nvPr/>
          </p:nvSpPr>
          <p:spPr>
            <a:xfrm rot="10800000">
              <a:off x="1400949" y="11629"/>
              <a:ext cx="66205" cy="6846371"/>
            </a:xfrm>
            <a:custGeom>
              <a:avLst/>
              <a:gdLst/>
              <a:ahLst/>
              <a:cxnLst/>
              <a:rect l="l" t="t" r="r" b="b"/>
              <a:pathLst>
                <a:path w="66205" h="6846371" extrusionOk="0">
                  <a:moveTo>
                    <a:pt x="66203" y="6846372"/>
                  </a:moveTo>
                  <a:lnTo>
                    <a:pt x="66205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66203" y="684637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0000">
                  <a:schemeClr val="accent2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4199895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g3f5b021c08c_0_1331"/>
            <p:cNvSpPr/>
            <p:nvPr/>
          </p:nvSpPr>
          <p:spPr>
            <a:xfrm rot="10800000">
              <a:off x="1556676" y="11629"/>
              <a:ext cx="58100" cy="6846371"/>
            </a:xfrm>
            <a:custGeom>
              <a:avLst/>
              <a:gdLst/>
              <a:ahLst/>
              <a:cxnLst/>
              <a:rect l="l" t="t" r="r" b="b"/>
              <a:pathLst>
                <a:path w="58100" h="6846371" extrusionOk="0">
                  <a:moveTo>
                    <a:pt x="58098" y="6846372"/>
                  </a:moveTo>
                  <a:lnTo>
                    <a:pt x="58100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58098" y="684637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0000">
                  <a:schemeClr val="accent2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4199895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g3f5b021c08c_0_1331"/>
            <p:cNvSpPr/>
            <p:nvPr/>
          </p:nvSpPr>
          <p:spPr>
            <a:xfrm rot="10800000">
              <a:off x="1712323" y="11629"/>
              <a:ext cx="49983" cy="6846371"/>
            </a:xfrm>
            <a:custGeom>
              <a:avLst/>
              <a:gdLst/>
              <a:ahLst/>
              <a:cxnLst/>
              <a:rect l="l" t="t" r="r" b="b"/>
              <a:pathLst>
                <a:path w="49983" h="6846371" extrusionOk="0">
                  <a:moveTo>
                    <a:pt x="49982" y="6846372"/>
                  </a:moveTo>
                  <a:lnTo>
                    <a:pt x="49983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49982" y="684637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0000">
                  <a:schemeClr val="accent2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4199895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g3f5b021c08c_0_1331"/>
            <p:cNvSpPr/>
            <p:nvPr/>
          </p:nvSpPr>
          <p:spPr>
            <a:xfrm rot="10800000">
              <a:off x="1868003" y="11629"/>
              <a:ext cx="41877" cy="6846371"/>
            </a:xfrm>
            <a:custGeom>
              <a:avLst/>
              <a:gdLst/>
              <a:ahLst/>
              <a:cxnLst/>
              <a:rect l="l" t="t" r="r" b="b"/>
              <a:pathLst>
                <a:path w="41877" h="6846371" extrusionOk="0">
                  <a:moveTo>
                    <a:pt x="41876" y="6846372"/>
                  </a:moveTo>
                  <a:lnTo>
                    <a:pt x="41878" y="0"/>
                  </a:lnTo>
                  <a:lnTo>
                    <a:pt x="1" y="0"/>
                  </a:lnTo>
                  <a:lnTo>
                    <a:pt x="0" y="6846372"/>
                  </a:lnTo>
                  <a:lnTo>
                    <a:pt x="41876" y="684637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0000">
                  <a:schemeClr val="accent2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4199895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g3f5b021c08c_0_1331"/>
            <p:cNvSpPr/>
            <p:nvPr/>
          </p:nvSpPr>
          <p:spPr>
            <a:xfrm rot="10800000">
              <a:off x="2023632" y="11629"/>
              <a:ext cx="33772" cy="6846371"/>
            </a:xfrm>
            <a:custGeom>
              <a:avLst/>
              <a:gdLst/>
              <a:ahLst/>
              <a:cxnLst/>
              <a:rect l="l" t="t" r="r" b="b"/>
              <a:pathLst>
                <a:path w="33772" h="6846371" extrusionOk="0">
                  <a:moveTo>
                    <a:pt x="33771" y="6846372"/>
                  </a:moveTo>
                  <a:lnTo>
                    <a:pt x="33773" y="0"/>
                  </a:lnTo>
                  <a:lnTo>
                    <a:pt x="1" y="0"/>
                  </a:lnTo>
                  <a:lnTo>
                    <a:pt x="0" y="6846372"/>
                  </a:lnTo>
                  <a:lnTo>
                    <a:pt x="33771" y="684637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0000">
                  <a:schemeClr val="accent2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4199895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0" name="Google Shape;1730;g3f5b021c08c_0_1331"/>
          <p:cNvSpPr/>
          <p:nvPr/>
        </p:nvSpPr>
        <p:spPr>
          <a:xfrm>
            <a:off x="8077196" y="0"/>
            <a:ext cx="411476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31" name="Google Shape;1731;g3f5b021c08c_0_1331"/>
          <p:cNvSpPr/>
          <p:nvPr/>
        </p:nvSpPr>
        <p:spPr>
          <a:xfrm>
            <a:off x="-17747" y="5254388"/>
            <a:ext cx="6477572" cy="1603500"/>
          </a:xfrm>
          <a:prstGeom prst="round1Rect">
            <a:avLst>
              <a:gd name="adj" fmla="val 4372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g3f5b021c08c_0_1331"/>
          <p:cNvSpPr/>
          <p:nvPr/>
        </p:nvSpPr>
        <p:spPr>
          <a:xfrm>
            <a:off x="2894917" y="5800300"/>
            <a:ext cx="3212459" cy="504600"/>
          </a:xfrm>
          <a:prstGeom prst="rect">
            <a:avLst/>
          </a:prstGeom>
          <a:noFill/>
          <a:ln>
            <a:noFill/>
          </a:ln>
        </p:spPr>
      </p:sp>
      <p:sp>
        <p:nvSpPr>
          <p:cNvPr id="1733" name="Google Shape;1733;g3f5b021c08c_0_1331"/>
          <p:cNvSpPr txBox="1">
            <a:spLocks noGrp="1"/>
          </p:cNvSpPr>
          <p:nvPr>
            <p:ph type="title"/>
          </p:nvPr>
        </p:nvSpPr>
        <p:spPr>
          <a:xfrm>
            <a:off x="2894918" y="1485382"/>
            <a:ext cx="6455970" cy="22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Arial"/>
              <a:buNone/>
              <a:defRPr sz="64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12017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ssion">
  <p:cSld name="Session">
    <p:bg>
      <p:bgPr>
        <a:solidFill>
          <a:schemeClr val="dk2"/>
        </a:solidFill>
        <a:effectLst/>
      </p:bgPr>
    </p:bg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3f5b021c08c_0_1351"/>
          <p:cNvSpPr txBox="1">
            <a:spLocks noGrp="1"/>
          </p:cNvSpPr>
          <p:nvPr>
            <p:ph type="title"/>
          </p:nvPr>
        </p:nvSpPr>
        <p:spPr>
          <a:xfrm>
            <a:off x="370706" y="1332411"/>
            <a:ext cx="6859196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"/>
              <a:buNone/>
              <a:defRPr sz="44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36" name="Google Shape;1736;g3f5b021c08c_0_1351"/>
          <p:cNvSpPr txBox="1">
            <a:spLocks noGrp="1"/>
          </p:cNvSpPr>
          <p:nvPr>
            <p:ph type="body" idx="1"/>
          </p:nvPr>
        </p:nvSpPr>
        <p:spPr>
          <a:xfrm>
            <a:off x="370706" y="4728755"/>
            <a:ext cx="6859196" cy="16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000"/>
              <a:buFont typeface="Arial"/>
              <a:buNone/>
              <a:defRPr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112654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2">
  <p:cSld name="Demo 2">
    <p:bg>
      <p:bgPr>
        <a:solidFill>
          <a:schemeClr val="accent5"/>
        </a:solidFill>
        <a:effectLst/>
      </p:bgPr>
    </p:bg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g3f5b021c08c_0_1354"/>
          <p:cNvSpPr/>
          <p:nvPr/>
        </p:nvSpPr>
        <p:spPr>
          <a:xfrm>
            <a:off x="7031850" y="0"/>
            <a:ext cx="5160036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39" name="Google Shape;1739;g3f5b021c08c_0_1354"/>
          <p:cNvSpPr/>
          <p:nvPr/>
        </p:nvSpPr>
        <p:spPr>
          <a:xfrm>
            <a:off x="656686" y="5372618"/>
            <a:ext cx="3212459" cy="504600"/>
          </a:xfrm>
          <a:prstGeom prst="rect">
            <a:avLst/>
          </a:prstGeom>
          <a:noFill/>
          <a:ln>
            <a:noFill/>
          </a:ln>
        </p:spPr>
      </p:sp>
      <p:sp>
        <p:nvSpPr>
          <p:cNvPr id="1740" name="Google Shape;1740;g3f5b021c08c_0_1354"/>
          <p:cNvSpPr txBox="1">
            <a:spLocks noGrp="1"/>
          </p:cNvSpPr>
          <p:nvPr>
            <p:ph type="title"/>
          </p:nvPr>
        </p:nvSpPr>
        <p:spPr>
          <a:xfrm>
            <a:off x="656686" y="1485382"/>
            <a:ext cx="6455970" cy="22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Font typeface="Arial"/>
              <a:buNone/>
              <a:defRPr sz="64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167005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rward-Looking Statements">
  <p:cSld name="Forward-Looking Statements">
    <p:bg>
      <p:bgPr>
        <a:solidFill>
          <a:schemeClr val="dk2"/>
        </a:solidFill>
        <a:effectLst/>
      </p:bgPr>
    </p:bg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3f5b021c08c_0_1358"/>
          <p:cNvSpPr txBox="1">
            <a:spLocks noGrp="1"/>
          </p:cNvSpPr>
          <p:nvPr>
            <p:ph type="body" idx="1"/>
          </p:nvPr>
        </p:nvSpPr>
        <p:spPr>
          <a:xfrm>
            <a:off x="371097" y="1909108"/>
            <a:ext cx="9299705" cy="3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▪"/>
              <a:defRPr>
                <a:solidFill>
                  <a:schemeClr val="dk1"/>
                </a:solidFill>
              </a:defRPr>
            </a:lvl1pPr>
            <a:lvl2pPr marL="457200" lvl="1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▪"/>
              <a:defRPr>
                <a:solidFill>
                  <a:schemeClr val="dk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▪"/>
              <a:defRPr>
                <a:solidFill>
                  <a:schemeClr val="dk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▪"/>
              <a:defRPr>
                <a:solidFill>
                  <a:schemeClr val="dk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▪"/>
              <a:defRPr>
                <a:solidFill>
                  <a:schemeClr val="dk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743" name="Google Shape;1743;g3f5b021c08c_0_1358"/>
          <p:cNvSpPr/>
          <p:nvPr/>
        </p:nvSpPr>
        <p:spPr>
          <a:xfrm>
            <a:off x="11487329" y="184684"/>
            <a:ext cx="246316" cy="539700"/>
          </a:xfrm>
          <a:prstGeom prst="rect">
            <a:avLst/>
          </a:prstGeom>
          <a:noFill/>
          <a:ln>
            <a:noFill/>
          </a:ln>
        </p:spPr>
      </p:sp>
      <p:sp>
        <p:nvSpPr>
          <p:cNvPr id="1744" name="Google Shape;1744;g3f5b021c08c_0_1358"/>
          <p:cNvSpPr txBox="1"/>
          <p:nvPr/>
        </p:nvSpPr>
        <p:spPr>
          <a:xfrm>
            <a:off x="9570715" y="6471444"/>
            <a:ext cx="2250596" cy="223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Zscaler, Inc. All rights reserved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02557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A">
  <p:cSld name="Divider A">
    <p:bg>
      <p:bgPr>
        <a:gradFill>
          <a:gsLst>
            <a:gs pos="0">
              <a:schemeClr val="accent5"/>
            </a:gs>
            <a:gs pos="100000">
              <a:schemeClr val="lt1"/>
            </a:gs>
          </a:gsLst>
          <a:lin ang="5400012" scaled="0"/>
        </a:gradFill>
        <a:effectLst/>
      </p:bgPr>
    </p:bg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3f5b021c08c_0_1362"/>
          <p:cNvSpPr txBox="1"/>
          <p:nvPr/>
        </p:nvSpPr>
        <p:spPr>
          <a:xfrm>
            <a:off x="9378457" y="6471444"/>
            <a:ext cx="2442909" cy="223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Zscaler, Inc. All rights reserved</a:t>
            </a:r>
            <a:endParaRPr sz="850" b="0" i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g3f5b021c08c_0_1362"/>
          <p:cNvSpPr txBox="1">
            <a:spLocks noGrp="1"/>
          </p:cNvSpPr>
          <p:nvPr>
            <p:ph type="title"/>
          </p:nvPr>
        </p:nvSpPr>
        <p:spPr>
          <a:xfrm>
            <a:off x="1446589" y="2560321"/>
            <a:ext cx="9298805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4000" b="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58958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hank-you">
  <p:cSld name="3_Thank-you">
    <p:bg>
      <p:bgPr>
        <a:solidFill>
          <a:schemeClr val="accent5"/>
        </a:solidFill>
        <a:effectLst/>
      </p:bgPr>
    </p:bg>
    <p:spTree>
      <p:nvGrpSpPr>
        <p:cNvPr id="1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3f5b021c08c_0_1365"/>
          <p:cNvSpPr/>
          <p:nvPr/>
        </p:nvSpPr>
        <p:spPr>
          <a:xfrm>
            <a:off x="7031850" y="0"/>
            <a:ext cx="5160036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50" name="Google Shape;1750;g3f5b021c08c_0_1365"/>
          <p:cNvSpPr/>
          <p:nvPr/>
        </p:nvSpPr>
        <p:spPr>
          <a:xfrm>
            <a:off x="656686" y="5800300"/>
            <a:ext cx="3212459" cy="504600"/>
          </a:xfrm>
          <a:prstGeom prst="rect">
            <a:avLst/>
          </a:prstGeom>
          <a:noFill/>
          <a:ln>
            <a:noFill/>
          </a:ln>
        </p:spPr>
      </p:sp>
      <p:sp>
        <p:nvSpPr>
          <p:cNvPr id="1751" name="Google Shape;1751;g3f5b021c08c_0_1365"/>
          <p:cNvSpPr txBox="1">
            <a:spLocks noGrp="1"/>
          </p:cNvSpPr>
          <p:nvPr>
            <p:ph type="title"/>
          </p:nvPr>
        </p:nvSpPr>
        <p:spPr>
          <a:xfrm>
            <a:off x="656686" y="1485382"/>
            <a:ext cx="6455970" cy="22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Font typeface="Arial"/>
              <a:buNone/>
              <a:defRPr sz="64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36346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[White]">
  <p:cSld name="Title [White]">
    <p:bg>
      <p:bgPr>
        <a:solidFill>
          <a:schemeClr val="dk1"/>
        </a:solidFill>
        <a:effectLst/>
      </p:bgPr>
    </p:bg>
    <p:spTree>
      <p:nvGrpSpPr>
        <p:cNvPr id="1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g3f5b021c08c_0_1369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78993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head + Content [White]">
  <p:cSld name="Title + Subhead + Content [White]">
    <p:spTree>
      <p:nvGrpSpPr>
        <p:cNvPr id="1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3f5b021c08c_0_1371"/>
          <p:cNvSpPr txBox="1">
            <a:spLocks noGrp="1"/>
          </p:cNvSpPr>
          <p:nvPr>
            <p:ph type="body" idx="1"/>
          </p:nvPr>
        </p:nvSpPr>
        <p:spPr>
          <a:xfrm>
            <a:off x="370706" y="883466"/>
            <a:ext cx="9298805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756" name="Google Shape;1756;g3f5b021c08c_0_1371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57" name="Google Shape;1757;g3f5b021c08c_0_1371"/>
          <p:cNvSpPr txBox="1">
            <a:spLocks noGrp="1"/>
          </p:cNvSpPr>
          <p:nvPr>
            <p:ph type="body" idx="2"/>
          </p:nvPr>
        </p:nvSpPr>
        <p:spPr>
          <a:xfrm>
            <a:off x="371097" y="1909108"/>
            <a:ext cx="9299705" cy="3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1pPr>
            <a:lvl2pPr marL="4572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2pPr>
            <a:lvl3pPr marL="6858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3pPr>
            <a:lvl4pPr marL="9144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4pPr>
            <a:lvl5pPr marL="1143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345539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11007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[White]">
  <p:cSld name="Agenda [White]">
    <p:spTree>
      <p:nvGrpSpPr>
        <p:cNvPr id="1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3f5b021c08c_0_1376"/>
          <p:cNvSpPr txBox="1">
            <a:spLocks noGrp="1"/>
          </p:cNvSpPr>
          <p:nvPr>
            <p:ph type="title"/>
          </p:nvPr>
        </p:nvSpPr>
        <p:spPr>
          <a:xfrm>
            <a:off x="370818" y="386557"/>
            <a:ext cx="9274804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None/>
              <a:defRPr sz="23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61" name="Google Shape;1761;g3f5b021c08c_0_1376"/>
          <p:cNvSpPr txBox="1">
            <a:spLocks noGrp="1"/>
          </p:cNvSpPr>
          <p:nvPr>
            <p:ph type="body" idx="1"/>
          </p:nvPr>
        </p:nvSpPr>
        <p:spPr>
          <a:xfrm>
            <a:off x="370706" y="1520760"/>
            <a:ext cx="11399992" cy="45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22225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AutoNum type="arabicPeriod"/>
              <a:defRPr sz="1400">
                <a:solidFill>
                  <a:schemeClr val="dk2"/>
                </a:solidFill>
              </a:defRPr>
            </a:lvl1pPr>
            <a:lvl2pPr marL="457200" lvl="1" indent="-22225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3400"/>
              <a:buFont typeface="Arial"/>
              <a:buAutoNum type="arabicPeriod"/>
              <a:defRPr sz="1400">
                <a:solidFill>
                  <a:schemeClr val="lt1"/>
                </a:solidFill>
              </a:defRPr>
            </a:lvl2pPr>
            <a:lvl3pPr marL="685800" lvl="2" indent="-22225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3400"/>
              <a:buFont typeface="Arial"/>
              <a:buAutoNum type="arabicPeriod"/>
              <a:defRPr sz="1400">
                <a:solidFill>
                  <a:schemeClr val="lt1"/>
                </a:solidFill>
              </a:defRPr>
            </a:lvl3pPr>
            <a:lvl4pPr marL="914400" lvl="3" indent="-22225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3400"/>
              <a:buFont typeface="Arial"/>
              <a:buAutoNum type="arabicPeriod"/>
              <a:defRPr sz="1400">
                <a:solidFill>
                  <a:schemeClr val="lt1"/>
                </a:solidFill>
              </a:defRPr>
            </a:lvl4pPr>
            <a:lvl5pPr marL="1143000" lvl="4" indent="-22225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3400"/>
              <a:buFont typeface="Arial"/>
              <a:buAutoNum type="arabicPeriod"/>
              <a:defRPr sz="1400"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471465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[Navy]">
  <p:cSld name="Agenda [Navy]">
    <p:bg>
      <p:bgPr>
        <a:solidFill>
          <a:schemeClr val="dk2"/>
        </a:solidFill>
        <a:effectLst/>
      </p:bgPr>
    </p:bg>
    <p:spTree>
      <p:nvGrpSpPr>
        <p:cNvPr id="1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g3f5b021c08c_0_1379"/>
          <p:cNvSpPr txBox="1">
            <a:spLocks noGrp="1"/>
          </p:cNvSpPr>
          <p:nvPr>
            <p:ph type="title"/>
          </p:nvPr>
        </p:nvSpPr>
        <p:spPr>
          <a:xfrm>
            <a:off x="370818" y="386557"/>
            <a:ext cx="9274804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  <a:defRPr sz="23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64" name="Google Shape;1764;g3f5b021c08c_0_1379"/>
          <p:cNvSpPr txBox="1">
            <a:spLocks noGrp="1"/>
          </p:cNvSpPr>
          <p:nvPr>
            <p:ph type="body" idx="1"/>
          </p:nvPr>
        </p:nvSpPr>
        <p:spPr>
          <a:xfrm>
            <a:off x="370706" y="1520760"/>
            <a:ext cx="11399992" cy="45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22225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Arial"/>
              <a:buAutoNum type="arabicPeriod"/>
              <a:defRPr sz="1400">
                <a:solidFill>
                  <a:schemeClr val="dk1"/>
                </a:solidFill>
              </a:defRPr>
            </a:lvl1pPr>
            <a:lvl2pPr marL="457200" lvl="1" indent="-22225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3400"/>
              <a:buFont typeface="Arial"/>
              <a:buAutoNum type="arabicPeriod"/>
              <a:defRPr sz="1400">
                <a:solidFill>
                  <a:schemeClr val="lt1"/>
                </a:solidFill>
              </a:defRPr>
            </a:lvl2pPr>
            <a:lvl3pPr marL="685800" lvl="2" indent="-22225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3400"/>
              <a:buFont typeface="Arial"/>
              <a:buAutoNum type="arabicPeriod"/>
              <a:defRPr sz="1400">
                <a:solidFill>
                  <a:schemeClr val="lt1"/>
                </a:solidFill>
              </a:defRPr>
            </a:lvl3pPr>
            <a:lvl4pPr marL="914400" lvl="3" indent="-22225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3400"/>
              <a:buFont typeface="Arial"/>
              <a:buAutoNum type="arabicPeriod"/>
              <a:defRPr sz="1400">
                <a:solidFill>
                  <a:schemeClr val="lt1"/>
                </a:solidFill>
              </a:defRPr>
            </a:lvl4pPr>
            <a:lvl5pPr marL="1143000" lvl="4" indent="-22225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3400"/>
              <a:buFont typeface="Arial"/>
              <a:buAutoNum type="arabicPeriod"/>
              <a:defRPr sz="1400"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765" name="Google Shape;1765;g3f5b021c08c_0_1379"/>
          <p:cNvSpPr/>
          <p:nvPr/>
        </p:nvSpPr>
        <p:spPr>
          <a:xfrm>
            <a:off x="11487329" y="184684"/>
            <a:ext cx="246316" cy="539700"/>
          </a:xfrm>
          <a:prstGeom prst="rect">
            <a:avLst/>
          </a:prstGeom>
          <a:noFill/>
          <a:ln>
            <a:noFill/>
          </a:ln>
        </p:spPr>
      </p:sp>
      <p:sp>
        <p:nvSpPr>
          <p:cNvPr id="1766" name="Google Shape;1766;g3f5b021c08c_0_1379"/>
          <p:cNvSpPr txBox="1"/>
          <p:nvPr/>
        </p:nvSpPr>
        <p:spPr>
          <a:xfrm>
            <a:off x="9570715" y="6471444"/>
            <a:ext cx="2250596" cy="223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Zscaler, Inc. All rights reserved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583317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head + Content [White]">
  <p:cSld name="1_Title + Subhead + Content [White]"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g3f5b021c08c_0_1384"/>
          <p:cNvSpPr txBox="1">
            <a:spLocks noGrp="1"/>
          </p:cNvSpPr>
          <p:nvPr>
            <p:ph type="body" idx="1"/>
          </p:nvPr>
        </p:nvSpPr>
        <p:spPr>
          <a:xfrm>
            <a:off x="370706" y="883466"/>
            <a:ext cx="9298805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769" name="Google Shape;1769;g3f5b021c08c_0_1384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0" name="Google Shape;1770;g3f5b021c08c_0_1384"/>
          <p:cNvSpPr txBox="1">
            <a:spLocks noGrp="1"/>
          </p:cNvSpPr>
          <p:nvPr>
            <p:ph type="body" idx="2"/>
          </p:nvPr>
        </p:nvSpPr>
        <p:spPr>
          <a:xfrm>
            <a:off x="371097" y="1909108"/>
            <a:ext cx="9299705" cy="3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1pPr>
            <a:lvl2pPr marL="4572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2pPr>
            <a:lvl3pPr marL="6858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3pPr>
            <a:lvl4pPr marL="9144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4pPr>
            <a:lvl5pPr marL="1143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784903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head [White]">
  <p:cSld name="Title + Subhead [White]">
    <p:bg>
      <p:bgPr>
        <a:solidFill>
          <a:schemeClr val="dk1"/>
        </a:solidFill>
        <a:effectLst/>
      </p:bgPr>
    </p:bg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3f5b021c08c_0_1388"/>
          <p:cNvSpPr txBox="1">
            <a:spLocks noGrp="1"/>
          </p:cNvSpPr>
          <p:nvPr>
            <p:ph type="body" idx="1"/>
          </p:nvPr>
        </p:nvSpPr>
        <p:spPr>
          <a:xfrm>
            <a:off x="370706" y="883466"/>
            <a:ext cx="9299705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773" name="Google Shape;1773;g3f5b021c08c_0_1388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25412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D">
  <p:cSld name="1_Cover D"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5" name="Google Shape;1775;g3f5b021c08c_0_13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4" cy="68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6" name="Google Shape;1776;g3f5b021c08c_0_1391"/>
          <p:cNvSpPr txBox="1">
            <a:spLocks noGrp="1"/>
          </p:cNvSpPr>
          <p:nvPr>
            <p:ph type="title"/>
          </p:nvPr>
        </p:nvSpPr>
        <p:spPr>
          <a:xfrm>
            <a:off x="370706" y="1332411"/>
            <a:ext cx="6859196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"/>
              <a:buNone/>
              <a:defRPr sz="44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7" name="Google Shape;1777;g3f5b021c08c_0_1391"/>
          <p:cNvSpPr txBox="1">
            <a:spLocks noGrp="1"/>
          </p:cNvSpPr>
          <p:nvPr>
            <p:ph type="body" idx="1"/>
          </p:nvPr>
        </p:nvSpPr>
        <p:spPr>
          <a:xfrm>
            <a:off x="370706" y="4728755"/>
            <a:ext cx="6859196" cy="16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000"/>
              <a:buFont typeface="Arial"/>
              <a:buNone/>
              <a:defRPr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grpSp>
        <p:nvGrpSpPr>
          <p:cNvPr id="1778" name="Google Shape;1778;g3f5b021c08c_0_1391"/>
          <p:cNvGrpSpPr/>
          <p:nvPr/>
        </p:nvGrpSpPr>
        <p:grpSpPr>
          <a:xfrm flipH="1">
            <a:off x="8051459" y="0"/>
            <a:ext cx="4140527" cy="6858042"/>
            <a:chOff x="184" y="11597"/>
            <a:chExt cx="2057220" cy="6846403"/>
          </a:xfrm>
        </p:grpSpPr>
        <p:sp>
          <p:nvSpPr>
            <p:cNvPr id="1779" name="Google Shape;1779;g3f5b021c08c_0_1391"/>
            <p:cNvSpPr/>
            <p:nvPr/>
          </p:nvSpPr>
          <p:spPr>
            <a:xfrm rot="10800000">
              <a:off x="184" y="11597"/>
              <a:ext cx="139156" cy="6846379"/>
            </a:xfrm>
            <a:custGeom>
              <a:avLst/>
              <a:gdLst/>
              <a:ahLst/>
              <a:cxnLst/>
              <a:rect l="l" t="t" r="r" b="b"/>
              <a:pathLst>
                <a:path w="139156" h="6846379" extrusionOk="0">
                  <a:moveTo>
                    <a:pt x="139157" y="6846380"/>
                  </a:moveTo>
                  <a:lnTo>
                    <a:pt x="139157" y="0"/>
                  </a:lnTo>
                  <a:lnTo>
                    <a:pt x="0" y="0"/>
                  </a:lnTo>
                  <a:lnTo>
                    <a:pt x="0" y="6846380"/>
                  </a:lnTo>
                  <a:lnTo>
                    <a:pt x="139157" y="684638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0000">
                  <a:schemeClr val="accent1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17400156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g3f5b021c08c_0_1391"/>
            <p:cNvSpPr/>
            <p:nvPr/>
          </p:nvSpPr>
          <p:spPr>
            <a:xfrm rot="10800000">
              <a:off x="155816" y="11597"/>
              <a:ext cx="131059" cy="6846379"/>
            </a:xfrm>
            <a:custGeom>
              <a:avLst/>
              <a:gdLst/>
              <a:ahLst/>
              <a:cxnLst/>
              <a:rect l="l" t="t" r="r" b="b"/>
              <a:pathLst>
                <a:path w="131059" h="6846379" extrusionOk="0">
                  <a:moveTo>
                    <a:pt x="131060" y="6846380"/>
                  </a:moveTo>
                  <a:lnTo>
                    <a:pt x="131060" y="0"/>
                  </a:lnTo>
                  <a:lnTo>
                    <a:pt x="0" y="0"/>
                  </a:lnTo>
                  <a:lnTo>
                    <a:pt x="0" y="6846380"/>
                  </a:lnTo>
                  <a:lnTo>
                    <a:pt x="131060" y="684638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0000">
                  <a:schemeClr val="accent1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17400156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g3f5b021c08c_0_1391"/>
            <p:cNvSpPr/>
            <p:nvPr/>
          </p:nvSpPr>
          <p:spPr>
            <a:xfrm rot="10800000">
              <a:off x="311464" y="11629"/>
              <a:ext cx="122951" cy="6846371"/>
            </a:xfrm>
            <a:custGeom>
              <a:avLst/>
              <a:gdLst/>
              <a:ahLst/>
              <a:cxnLst/>
              <a:rect l="l" t="t" r="r" b="b"/>
              <a:pathLst>
                <a:path w="122951" h="6846371" extrusionOk="0">
                  <a:moveTo>
                    <a:pt x="122951" y="6846372"/>
                  </a:moveTo>
                  <a:lnTo>
                    <a:pt x="122951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122951" y="684637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0000">
                  <a:schemeClr val="accent1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17400156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g3f5b021c08c_0_1391"/>
            <p:cNvSpPr/>
            <p:nvPr/>
          </p:nvSpPr>
          <p:spPr>
            <a:xfrm rot="10800000">
              <a:off x="467134" y="11629"/>
              <a:ext cx="114839" cy="6846371"/>
            </a:xfrm>
            <a:custGeom>
              <a:avLst/>
              <a:gdLst/>
              <a:ahLst/>
              <a:cxnLst/>
              <a:rect l="l" t="t" r="r" b="b"/>
              <a:pathLst>
                <a:path w="114839" h="6846371" extrusionOk="0">
                  <a:moveTo>
                    <a:pt x="114838" y="6846372"/>
                  </a:moveTo>
                  <a:lnTo>
                    <a:pt x="114839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114838" y="684637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0000">
                  <a:schemeClr val="accent1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17400156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g3f5b021c08c_0_1391"/>
            <p:cNvSpPr/>
            <p:nvPr/>
          </p:nvSpPr>
          <p:spPr>
            <a:xfrm rot="10800000">
              <a:off x="622748" y="11629"/>
              <a:ext cx="106734" cy="6846371"/>
            </a:xfrm>
            <a:custGeom>
              <a:avLst/>
              <a:gdLst/>
              <a:ahLst/>
              <a:cxnLst/>
              <a:rect l="l" t="t" r="r" b="b"/>
              <a:pathLst>
                <a:path w="106734" h="6846371" extrusionOk="0">
                  <a:moveTo>
                    <a:pt x="106733" y="6846372"/>
                  </a:moveTo>
                  <a:lnTo>
                    <a:pt x="106734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106733" y="684637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0000">
                  <a:schemeClr val="accent1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17400156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g3f5b021c08c_0_1391"/>
            <p:cNvSpPr/>
            <p:nvPr/>
          </p:nvSpPr>
          <p:spPr>
            <a:xfrm rot="10800000">
              <a:off x="778426" y="11629"/>
              <a:ext cx="98629" cy="6846371"/>
            </a:xfrm>
            <a:custGeom>
              <a:avLst/>
              <a:gdLst/>
              <a:ahLst/>
              <a:cxnLst/>
              <a:rect l="l" t="t" r="r" b="b"/>
              <a:pathLst>
                <a:path w="98629" h="6846371" extrusionOk="0">
                  <a:moveTo>
                    <a:pt x="98627" y="6846372"/>
                  </a:moveTo>
                  <a:lnTo>
                    <a:pt x="98629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98627" y="684637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0000">
                  <a:schemeClr val="accent1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17400156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g3f5b021c08c_0_1391"/>
            <p:cNvSpPr/>
            <p:nvPr/>
          </p:nvSpPr>
          <p:spPr>
            <a:xfrm rot="10800000">
              <a:off x="934041" y="11629"/>
              <a:ext cx="90523" cy="6846371"/>
            </a:xfrm>
            <a:custGeom>
              <a:avLst/>
              <a:gdLst/>
              <a:ahLst/>
              <a:cxnLst/>
              <a:rect l="l" t="t" r="r" b="b"/>
              <a:pathLst>
                <a:path w="90523" h="6846371" extrusionOk="0">
                  <a:moveTo>
                    <a:pt x="0" y="6846372"/>
                  </a:moveTo>
                  <a:lnTo>
                    <a:pt x="90522" y="6846372"/>
                  </a:lnTo>
                  <a:lnTo>
                    <a:pt x="90522" y="3423186"/>
                  </a:lnTo>
                  <a:lnTo>
                    <a:pt x="90524" y="0"/>
                  </a:lnTo>
                  <a:lnTo>
                    <a:pt x="2" y="0"/>
                  </a:lnTo>
                  <a:lnTo>
                    <a:pt x="0" y="684637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0000">
                  <a:schemeClr val="accent1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17400156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g3f5b021c08c_0_1391"/>
            <p:cNvSpPr/>
            <p:nvPr/>
          </p:nvSpPr>
          <p:spPr>
            <a:xfrm rot="10800000">
              <a:off x="1089721" y="11629"/>
              <a:ext cx="82417" cy="6846371"/>
            </a:xfrm>
            <a:custGeom>
              <a:avLst/>
              <a:gdLst/>
              <a:ahLst/>
              <a:cxnLst/>
              <a:rect l="l" t="t" r="r" b="b"/>
              <a:pathLst>
                <a:path w="82417" h="6846371" extrusionOk="0">
                  <a:moveTo>
                    <a:pt x="82417" y="6846372"/>
                  </a:moveTo>
                  <a:lnTo>
                    <a:pt x="82417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82417" y="684637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0000">
                  <a:schemeClr val="accent1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17400156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g3f5b021c08c_0_1391"/>
            <p:cNvSpPr/>
            <p:nvPr/>
          </p:nvSpPr>
          <p:spPr>
            <a:xfrm rot="10800000">
              <a:off x="1245335" y="11629"/>
              <a:ext cx="74310" cy="6846371"/>
            </a:xfrm>
            <a:custGeom>
              <a:avLst/>
              <a:gdLst/>
              <a:ahLst/>
              <a:cxnLst/>
              <a:rect l="l" t="t" r="r" b="b"/>
              <a:pathLst>
                <a:path w="74310" h="6846371" extrusionOk="0">
                  <a:moveTo>
                    <a:pt x="74310" y="6846372"/>
                  </a:moveTo>
                  <a:lnTo>
                    <a:pt x="74310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74310" y="684637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0000">
                  <a:schemeClr val="accent1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17400156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g3f5b021c08c_0_1391"/>
            <p:cNvSpPr/>
            <p:nvPr/>
          </p:nvSpPr>
          <p:spPr>
            <a:xfrm rot="10800000">
              <a:off x="1400949" y="11629"/>
              <a:ext cx="66205" cy="6846371"/>
            </a:xfrm>
            <a:custGeom>
              <a:avLst/>
              <a:gdLst/>
              <a:ahLst/>
              <a:cxnLst/>
              <a:rect l="l" t="t" r="r" b="b"/>
              <a:pathLst>
                <a:path w="66205" h="6846371" extrusionOk="0">
                  <a:moveTo>
                    <a:pt x="66203" y="6846372"/>
                  </a:moveTo>
                  <a:lnTo>
                    <a:pt x="66205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66203" y="684637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0000">
                  <a:schemeClr val="accent1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17400156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g3f5b021c08c_0_1391"/>
            <p:cNvSpPr/>
            <p:nvPr/>
          </p:nvSpPr>
          <p:spPr>
            <a:xfrm rot="10800000">
              <a:off x="1556676" y="11629"/>
              <a:ext cx="58100" cy="6846371"/>
            </a:xfrm>
            <a:custGeom>
              <a:avLst/>
              <a:gdLst/>
              <a:ahLst/>
              <a:cxnLst/>
              <a:rect l="l" t="t" r="r" b="b"/>
              <a:pathLst>
                <a:path w="58100" h="6846371" extrusionOk="0">
                  <a:moveTo>
                    <a:pt x="58098" y="6846372"/>
                  </a:moveTo>
                  <a:lnTo>
                    <a:pt x="58100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58098" y="684637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0000">
                  <a:schemeClr val="accent1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17400156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g3f5b021c08c_0_1391"/>
            <p:cNvSpPr/>
            <p:nvPr/>
          </p:nvSpPr>
          <p:spPr>
            <a:xfrm rot="10800000">
              <a:off x="1712323" y="11629"/>
              <a:ext cx="49983" cy="6846371"/>
            </a:xfrm>
            <a:custGeom>
              <a:avLst/>
              <a:gdLst/>
              <a:ahLst/>
              <a:cxnLst/>
              <a:rect l="l" t="t" r="r" b="b"/>
              <a:pathLst>
                <a:path w="49983" h="6846371" extrusionOk="0">
                  <a:moveTo>
                    <a:pt x="49982" y="6846372"/>
                  </a:moveTo>
                  <a:lnTo>
                    <a:pt x="49983" y="0"/>
                  </a:lnTo>
                  <a:lnTo>
                    <a:pt x="2" y="0"/>
                  </a:lnTo>
                  <a:lnTo>
                    <a:pt x="0" y="6846372"/>
                  </a:lnTo>
                  <a:lnTo>
                    <a:pt x="49982" y="684637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0000">
                  <a:schemeClr val="accent1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17400156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g3f5b021c08c_0_1391"/>
            <p:cNvSpPr/>
            <p:nvPr/>
          </p:nvSpPr>
          <p:spPr>
            <a:xfrm rot="10800000">
              <a:off x="1868003" y="11629"/>
              <a:ext cx="41877" cy="6846371"/>
            </a:xfrm>
            <a:custGeom>
              <a:avLst/>
              <a:gdLst/>
              <a:ahLst/>
              <a:cxnLst/>
              <a:rect l="l" t="t" r="r" b="b"/>
              <a:pathLst>
                <a:path w="41877" h="6846371" extrusionOk="0">
                  <a:moveTo>
                    <a:pt x="41876" y="6846372"/>
                  </a:moveTo>
                  <a:lnTo>
                    <a:pt x="41878" y="0"/>
                  </a:lnTo>
                  <a:lnTo>
                    <a:pt x="1" y="0"/>
                  </a:lnTo>
                  <a:lnTo>
                    <a:pt x="0" y="6846372"/>
                  </a:lnTo>
                  <a:lnTo>
                    <a:pt x="41876" y="684637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0000">
                  <a:schemeClr val="accent1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17400156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g3f5b021c08c_0_1391"/>
            <p:cNvSpPr/>
            <p:nvPr/>
          </p:nvSpPr>
          <p:spPr>
            <a:xfrm rot="10800000">
              <a:off x="2023632" y="11629"/>
              <a:ext cx="33772" cy="6846371"/>
            </a:xfrm>
            <a:custGeom>
              <a:avLst/>
              <a:gdLst/>
              <a:ahLst/>
              <a:cxnLst/>
              <a:rect l="l" t="t" r="r" b="b"/>
              <a:pathLst>
                <a:path w="33772" h="6846371" extrusionOk="0">
                  <a:moveTo>
                    <a:pt x="33771" y="6846372"/>
                  </a:moveTo>
                  <a:lnTo>
                    <a:pt x="33773" y="0"/>
                  </a:lnTo>
                  <a:lnTo>
                    <a:pt x="1" y="0"/>
                  </a:lnTo>
                  <a:lnTo>
                    <a:pt x="0" y="6846372"/>
                  </a:lnTo>
                  <a:lnTo>
                    <a:pt x="33771" y="684637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30000">
                  <a:schemeClr val="accent1"/>
                </a:gs>
                <a:gs pos="95000">
                  <a:schemeClr val="dk2"/>
                </a:gs>
                <a:gs pos="100000">
                  <a:schemeClr val="dk2"/>
                </a:gs>
              </a:gsLst>
              <a:lin ang="17400156" scaled="0"/>
            </a:gradFill>
            <a:ln>
              <a:noFill/>
            </a:ln>
          </p:spPr>
          <p:txBody>
            <a:bodyPr spcFirstLastPara="1" wrap="square" lIns="182850" tIns="91400" rIns="182850" bIns="91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93" name="Google Shape;1793;g3f5b021c08c_0_1391"/>
          <p:cNvSpPr/>
          <p:nvPr/>
        </p:nvSpPr>
        <p:spPr>
          <a:xfrm flipH="1">
            <a:off x="8051420" y="4524500"/>
            <a:ext cx="4140569" cy="2333400"/>
          </a:xfrm>
          <a:prstGeom prst="round1Rect">
            <a:avLst>
              <a:gd name="adj" fmla="val 38559"/>
            </a:avLst>
          </a:prstGeom>
          <a:solidFill>
            <a:srgbClr val="FFE6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g3f5b021c08c_0_1391"/>
          <p:cNvSpPr/>
          <p:nvPr/>
        </p:nvSpPr>
        <p:spPr>
          <a:xfrm>
            <a:off x="8617964" y="5438901"/>
            <a:ext cx="3212459" cy="5046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053273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[White]">
  <p:cSld name="Title + Content [White]">
    <p:bg>
      <p:bgPr>
        <a:solidFill>
          <a:schemeClr val="dk1"/>
        </a:solidFill>
        <a:effectLst/>
      </p:bgPr>
    </p:bg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3f5b021c08c_0_1412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97" name="Google Shape;1797;g3f5b021c08c_0_1412"/>
          <p:cNvSpPr txBox="1">
            <a:spLocks noGrp="1"/>
          </p:cNvSpPr>
          <p:nvPr>
            <p:ph type="body" idx="1"/>
          </p:nvPr>
        </p:nvSpPr>
        <p:spPr>
          <a:xfrm>
            <a:off x="371097" y="1909108"/>
            <a:ext cx="9299705" cy="3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1pPr>
            <a:lvl2pPr marL="4572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2pPr>
            <a:lvl3pPr marL="6858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3pPr>
            <a:lvl4pPr marL="9144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4pPr>
            <a:lvl5pPr marL="1143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92391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[Navy]">
  <p:cSld name="Title + Content [Navy]">
    <p:bg>
      <p:bgPr>
        <a:solidFill>
          <a:schemeClr val="dk2"/>
        </a:solid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3f5b021c08c_0_1415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00" name="Google Shape;1800;g3f5b021c08c_0_1415"/>
          <p:cNvSpPr txBox="1">
            <a:spLocks noGrp="1"/>
          </p:cNvSpPr>
          <p:nvPr>
            <p:ph type="body" idx="1"/>
          </p:nvPr>
        </p:nvSpPr>
        <p:spPr>
          <a:xfrm>
            <a:off x="371097" y="1909108"/>
            <a:ext cx="9299705" cy="3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▪"/>
              <a:defRPr>
                <a:solidFill>
                  <a:schemeClr val="dk1"/>
                </a:solidFill>
              </a:defRPr>
            </a:lvl1pPr>
            <a:lvl2pPr marL="457200" lvl="1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▪"/>
              <a:defRPr>
                <a:solidFill>
                  <a:schemeClr val="dk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▪"/>
              <a:defRPr>
                <a:solidFill>
                  <a:schemeClr val="dk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▪"/>
              <a:defRPr>
                <a:solidFill>
                  <a:schemeClr val="dk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▪"/>
              <a:defRPr>
                <a:solidFill>
                  <a:schemeClr val="dk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01" name="Google Shape;1801;g3f5b021c08c_0_1415"/>
          <p:cNvSpPr/>
          <p:nvPr/>
        </p:nvSpPr>
        <p:spPr>
          <a:xfrm>
            <a:off x="11487329" y="184684"/>
            <a:ext cx="246316" cy="539700"/>
          </a:xfrm>
          <a:prstGeom prst="rect">
            <a:avLst/>
          </a:prstGeom>
          <a:noFill/>
          <a:ln>
            <a:noFill/>
          </a:ln>
        </p:spPr>
      </p:sp>
      <p:sp>
        <p:nvSpPr>
          <p:cNvPr id="1802" name="Google Shape;1802;g3f5b021c08c_0_1415"/>
          <p:cNvSpPr txBox="1"/>
          <p:nvPr/>
        </p:nvSpPr>
        <p:spPr>
          <a:xfrm>
            <a:off x="9570715" y="6471444"/>
            <a:ext cx="2250596" cy="223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Zscaler, Inc. All rights reserved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501232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[White]">
  <p:cSld name="Blank [White]">
    <p:bg>
      <p:bgPr>
        <a:solidFill>
          <a:schemeClr val="dk1"/>
        </a:solidFill>
        <a:effectLst/>
      </p:bgPr>
    </p:bg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25483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[Navy]">
  <p:cSld name="Blank [Navy]">
    <p:bg>
      <p:bgPr>
        <a:solidFill>
          <a:schemeClr val="dk2"/>
        </a:solidFill>
        <a:effectLst/>
      </p:bgPr>
    </p:bg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3f5b021c08c_0_1421"/>
          <p:cNvSpPr/>
          <p:nvPr/>
        </p:nvSpPr>
        <p:spPr>
          <a:xfrm>
            <a:off x="11487329" y="184684"/>
            <a:ext cx="246316" cy="539700"/>
          </a:xfrm>
          <a:prstGeom prst="rect">
            <a:avLst/>
          </a:prstGeom>
          <a:noFill/>
          <a:ln>
            <a:noFill/>
          </a:ln>
        </p:spPr>
      </p:sp>
      <p:sp>
        <p:nvSpPr>
          <p:cNvPr id="1806" name="Google Shape;1806;g3f5b021c08c_0_1421"/>
          <p:cNvSpPr txBox="1"/>
          <p:nvPr/>
        </p:nvSpPr>
        <p:spPr>
          <a:xfrm>
            <a:off x="9570715" y="6471444"/>
            <a:ext cx="2250596" cy="223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Zscaler, Inc. All rights reserved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406118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head [Light Gray]">
  <p:cSld name="Title + Subhead [Light Gray]">
    <p:bg>
      <p:bgPr>
        <a:solidFill>
          <a:schemeClr val="lt2"/>
        </a:solidFill>
        <a:effectLst/>
      </p:bgPr>
    </p:bg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g3f5b021c08c_0_1424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09" name="Google Shape;1809;g3f5b021c08c_0_1424"/>
          <p:cNvSpPr txBox="1">
            <a:spLocks noGrp="1"/>
          </p:cNvSpPr>
          <p:nvPr>
            <p:ph type="body" idx="1"/>
          </p:nvPr>
        </p:nvSpPr>
        <p:spPr>
          <a:xfrm>
            <a:off x="370706" y="883466"/>
            <a:ext cx="9298805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357952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Content [Light Gray]">
  <p:cSld name="Title + Content [Light Gray]">
    <p:bg>
      <p:bgPr>
        <a:solidFill>
          <a:schemeClr val="lt2"/>
        </a:solidFill>
        <a:effectLst/>
      </p:bgPr>
    </p:bg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3f5b021c08c_0_1427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12" name="Google Shape;1812;g3f5b021c08c_0_1427"/>
          <p:cNvSpPr txBox="1">
            <a:spLocks noGrp="1"/>
          </p:cNvSpPr>
          <p:nvPr>
            <p:ph type="body" idx="1"/>
          </p:nvPr>
        </p:nvSpPr>
        <p:spPr>
          <a:xfrm>
            <a:off x="371097" y="1909108"/>
            <a:ext cx="9299705" cy="3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1pPr>
            <a:lvl2pPr marL="4572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2pPr>
            <a:lvl3pPr marL="6858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3pPr>
            <a:lvl4pPr marL="9144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4pPr>
            <a:lvl5pPr marL="1143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9477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14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head + Content [Light Gray]">
  <p:cSld name="Title + Subhead + Content [Light Gray]">
    <p:bg>
      <p:bgPr>
        <a:solidFill>
          <a:schemeClr val="lt2"/>
        </a:solidFill>
        <a:effectLst/>
      </p:bgPr>
    </p:bg>
    <p:spTree>
      <p:nvGrpSpPr>
        <p:cNvPr id="1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g3f5b021c08c_0_1430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15" name="Google Shape;1815;g3f5b021c08c_0_1430"/>
          <p:cNvSpPr txBox="1">
            <a:spLocks noGrp="1"/>
          </p:cNvSpPr>
          <p:nvPr>
            <p:ph type="body" idx="1"/>
          </p:nvPr>
        </p:nvSpPr>
        <p:spPr>
          <a:xfrm>
            <a:off x="370706" y="883466"/>
            <a:ext cx="9298805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16" name="Google Shape;1816;g3f5b021c08c_0_1430"/>
          <p:cNvSpPr txBox="1">
            <a:spLocks noGrp="1"/>
          </p:cNvSpPr>
          <p:nvPr>
            <p:ph type="body" idx="2"/>
          </p:nvPr>
        </p:nvSpPr>
        <p:spPr>
          <a:xfrm>
            <a:off x="371097" y="1909108"/>
            <a:ext cx="9299705" cy="3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1pPr>
            <a:lvl2pPr marL="4572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2pPr>
            <a:lvl3pPr marL="6858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3pPr>
            <a:lvl4pPr marL="9144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4pPr>
            <a:lvl5pPr marL="1143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Char char="▪"/>
              <a:defRPr/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8538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14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[Light Gray]">
  <p:cSld name="Blank [Light Gray]">
    <p:bg>
      <p:bgPr>
        <a:solidFill>
          <a:schemeClr val="lt2"/>
        </a:solidFill>
        <a:effectLst/>
      </p:bgPr>
    </p:bg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98156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1 photo + title [White]">
  <p:cSld name="Speaker 1 photo + title [White]">
    <p:bg>
      <p:bgPr>
        <a:solidFill>
          <a:schemeClr val="dk1"/>
        </a:solidFill>
        <a:effectLst/>
      </p:bgPr>
    </p:bg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g3f5b021c08c_0_1435"/>
          <p:cNvSpPr txBox="1"/>
          <p:nvPr/>
        </p:nvSpPr>
        <p:spPr>
          <a:xfrm>
            <a:off x="3423645" y="7292898"/>
            <a:ext cx="18481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g3f5b021c08c_0_1435"/>
          <p:cNvSpPr txBox="1">
            <a:spLocks noGrp="1"/>
          </p:cNvSpPr>
          <p:nvPr>
            <p:ph type="body" idx="1"/>
          </p:nvPr>
        </p:nvSpPr>
        <p:spPr>
          <a:xfrm>
            <a:off x="6486555" y="2637775"/>
            <a:ext cx="5262643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00"/>
              <a:buFont typeface="Arial"/>
              <a:buNone/>
              <a:defRPr sz="17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21" name="Google Shape;1821;g3f5b021c08c_0_1435"/>
          <p:cNvSpPr txBox="1">
            <a:spLocks noGrp="1"/>
          </p:cNvSpPr>
          <p:nvPr>
            <p:ph type="body" idx="2"/>
          </p:nvPr>
        </p:nvSpPr>
        <p:spPr>
          <a:xfrm>
            <a:off x="6476932" y="3088412"/>
            <a:ext cx="5272243" cy="1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None/>
              <a:defRPr sz="1400">
                <a:solidFill>
                  <a:schemeClr val="dk2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22" name="Google Shape;1822;g3f5b021c08c_0_1435"/>
          <p:cNvSpPr/>
          <p:nvPr/>
        </p:nvSpPr>
        <p:spPr>
          <a:xfrm>
            <a:off x="1692186" y="4675469"/>
            <a:ext cx="458130" cy="45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g3f5b021c08c_0_1435"/>
          <p:cNvSpPr txBox="1">
            <a:spLocks noGrp="1"/>
          </p:cNvSpPr>
          <p:nvPr>
            <p:ph type="body" idx="3"/>
          </p:nvPr>
        </p:nvSpPr>
        <p:spPr>
          <a:xfrm>
            <a:off x="1702870" y="5273641"/>
            <a:ext cx="2890538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0" bIns="0" anchor="b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24" name="Google Shape;1824;g3f5b021c08c_0_1435"/>
          <p:cNvSpPr txBox="1">
            <a:spLocks noGrp="1"/>
          </p:cNvSpPr>
          <p:nvPr>
            <p:ph type="body" idx="4"/>
          </p:nvPr>
        </p:nvSpPr>
        <p:spPr>
          <a:xfrm>
            <a:off x="1703665" y="5737681"/>
            <a:ext cx="2885738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2"/>
                </a:solidFill>
              </a:defRPr>
            </a:lvl1pPr>
            <a:lvl2pPr marL="457200" lvl="1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None/>
              <a:defRPr sz="1400">
                <a:solidFill>
                  <a:schemeClr val="dk2"/>
                </a:solidFill>
              </a:defRPr>
            </a:lvl2pPr>
            <a:lvl3pPr marL="685800" lvl="2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None/>
              <a:defRPr sz="1400">
                <a:solidFill>
                  <a:schemeClr val="dk2"/>
                </a:solidFill>
              </a:defRPr>
            </a:lvl3pPr>
            <a:lvl4pPr marL="914400" lvl="3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None/>
              <a:defRPr sz="1400">
                <a:solidFill>
                  <a:schemeClr val="dk2"/>
                </a:solidFill>
              </a:defRPr>
            </a:lvl4pPr>
            <a:lvl5pPr marL="1143000" lvl="4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None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25" name="Google Shape;1825;g3f5b021c08c_0_1435"/>
          <p:cNvSpPr/>
          <p:nvPr/>
        </p:nvSpPr>
        <p:spPr>
          <a:xfrm>
            <a:off x="4196158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g3f5b021c08c_0_1435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7" name="Google Shape;1827;g3f5b021c08c_0_1435"/>
          <p:cNvSpPr txBox="1">
            <a:spLocks noGrp="1"/>
          </p:cNvSpPr>
          <p:nvPr>
            <p:ph type="body" idx="5"/>
          </p:nvPr>
        </p:nvSpPr>
        <p:spPr>
          <a:xfrm>
            <a:off x="370705" y="883466"/>
            <a:ext cx="9298805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28" name="Google Shape;1828;g3f5b021c08c_0_1435"/>
          <p:cNvSpPr>
            <a:spLocks noGrp="1"/>
          </p:cNvSpPr>
          <p:nvPr>
            <p:ph type="pic" idx="6"/>
          </p:nvPr>
        </p:nvSpPr>
        <p:spPr>
          <a:xfrm>
            <a:off x="1925084" y="2291477"/>
            <a:ext cx="2658023" cy="2657850"/>
          </a:xfrm>
          <a:prstGeom prst="roundRect">
            <a:avLst>
              <a:gd name="adj" fmla="val 11995"/>
            </a:avLst>
          </a:prstGeom>
          <a:solidFill>
            <a:srgbClr val="D8D8D8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4445342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1 photo + title [Navy]">
  <p:cSld name="Speaker 1 photo + title [Navy]">
    <p:bg>
      <p:bgPr>
        <a:solidFill>
          <a:schemeClr val="dk2"/>
        </a:solidFill>
        <a:effectLst/>
      </p:bgPr>
    </p:bg>
    <p:spTree>
      <p:nvGrpSpPr>
        <p:cNvPr id="1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g3f5b021c08c_0_1446"/>
          <p:cNvSpPr txBox="1"/>
          <p:nvPr/>
        </p:nvSpPr>
        <p:spPr>
          <a:xfrm>
            <a:off x="3423645" y="7292898"/>
            <a:ext cx="18481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1" name="Google Shape;1831;g3f5b021c08c_0_1446"/>
          <p:cNvSpPr txBox="1">
            <a:spLocks noGrp="1"/>
          </p:cNvSpPr>
          <p:nvPr>
            <p:ph type="body" idx="1"/>
          </p:nvPr>
        </p:nvSpPr>
        <p:spPr>
          <a:xfrm>
            <a:off x="6486555" y="2637775"/>
            <a:ext cx="5262643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00"/>
              <a:buFont typeface="Arial"/>
              <a:buNone/>
              <a:defRPr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32" name="Google Shape;1832;g3f5b021c08c_0_1446"/>
          <p:cNvSpPr txBox="1">
            <a:spLocks noGrp="1"/>
          </p:cNvSpPr>
          <p:nvPr>
            <p:ph type="body" idx="2"/>
          </p:nvPr>
        </p:nvSpPr>
        <p:spPr>
          <a:xfrm>
            <a:off x="6476932" y="3088412"/>
            <a:ext cx="5272243" cy="1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None/>
              <a:defRPr sz="1400">
                <a:solidFill>
                  <a:schemeClr val="dk1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33" name="Google Shape;1833;g3f5b021c08c_0_1446"/>
          <p:cNvSpPr/>
          <p:nvPr/>
        </p:nvSpPr>
        <p:spPr>
          <a:xfrm>
            <a:off x="1692186" y="4675469"/>
            <a:ext cx="458130" cy="45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4" name="Google Shape;1834;g3f5b021c08c_0_1446"/>
          <p:cNvSpPr txBox="1">
            <a:spLocks noGrp="1"/>
          </p:cNvSpPr>
          <p:nvPr>
            <p:ph type="body" idx="3"/>
          </p:nvPr>
        </p:nvSpPr>
        <p:spPr>
          <a:xfrm>
            <a:off x="1702870" y="5273641"/>
            <a:ext cx="2890538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0" bIns="0" anchor="b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35" name="Google Shape;1835;g3f5b021c08c_0_1446"/>
          <p:cNvSpPr txBox="1">
            <a:spLocks noGrp="1"/>
          </p:cNvSpPr>
          <p:nvPr>
            <p:ph type="body" idx="4"/>
          </p:nvPr>
        </p:nvSpPr>
        <p:spPr>
          <a:xfrm>
            <a:off x="1703665" y="5737681"/>
            <a:ext cx="2885738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1"/>
                </a:solidFill>
              </a:defRPr>
            </a:lvl1pPr>
            <a:lvl2pPr marL="457200" lvl="1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None/>
              <a:defRPr sz="1400">
                <a:solidFill>
                  <a:schemeClr val="dk2"/>
                </a:solidFill>
              </a:defRPr>
            </a:lvl2pPr>
            <a:lvl3pPr marL="685800" lvl="2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None/>
              <a:defRPr sz="1400">
                <a:solidFill>
                  <a:schemeClr val="dk2"/>
                </a:solidFill>
              </a:defRPr>
            </a:lvl3pPr>
            <a:lvl4pPr marL="914400" lvl="3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None/>
              <a:defRPr sz="1400">
                <a:solidFill>
                  <a:schemeClr val="dk2"/>
                </a:solidFill>
              </a:defRPr>
            </a:lvl4pPr>
            <a:lvl5pPr marL="1143000" lvl="4" indent="-1143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None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36" name="Google Shape;1836;g3f5b021c08c_0_1446"/>
          <p:cNvSpPr/>
          <p:nvPr/>
        </p:nvSpPr>
        <p:spPr>
          <a:xfrm>
            <a:off x="4196158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g3f5b021c08c_0_1446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38" name="Google Shape;1838;g3f5b021c08c_0_1446"/>
          <p:cNvSpPr txBox="1">
            <a:spLocks noGrp="1"/>
          </p:cNvSpPr>
          <p:nvPr>
            <p:ph type="body" idx="5"/>
          </p:nvPr>
        </p:nvSpPr>
        <p:spPr>
          <a:xfrm>
            <a:off x="370705" y="883466"/>
            <a:ext cx="9298805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39" name="Google Shape;1839;g3f5b021c08c_0_1446"/>
          <p:cNvSpPr>
            <a:spLocks noGrp="1"/>
          </p:cNvSpPr>
          <p:nvPr>
            <p:ph type="pic" idx="6"/>
          </p:nvPr>
        </p:nvSpPr>
        <p:spPr>
          <a:xfrm>
            <a:off x="1925084" y="2291477"/>
            <a:ext cx="2658023" cy="2657850"/>
          </a:xfrm>
          <a:prstGeom prst="roundRect">
            <a:avLst>
              <a:gd name="adj" fmla="val 11995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1840" name="Google Shape;1840;g3f5b021c08c_0_1446"/>
          <p:cNvSpPr/>
          <p:nvPr/>
        </p:nvSpPr>
        <p:spPr>
          <a:xfrm>
            <a:off x="11487329" y="184684"/>
            <a:ext cx="246316" cy="539700"/>
          </a:xfrm>
          <a:prstGeom prst="rect">
            <a:avLst/>
          </a:prstGeom>
          <a:noFill/>
          <a:ln>
            <a:noFill/>
          </a:ln>
        </p:spPr>
      </p:sp>
      <p:sp>
        <p:nvSpPr>
          <p:cNvPr id="1841" name="Google Shape;1841;g3f5b021c08c_0_1446"/>
          <p:cNvSpPr txBox="1"/>
          <p:nvPr/>
        </p:nvSpPr>
        <p:spPr>
          <a:xfrm>
            <a:off x="9570715" y="6471444"/>
            <a:ext cx="2250596" cy="223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Zscaler, Inc. All rights reserved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681152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2 photo + title [White]">
  <p:cSld name="Speaker 2 photo + title [White]"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3f5b021c08c_0_1459"/>
          <p:cNvSpPr/>
          <p:nvPr/>
        </p:nvSpPr>
        <p:spPr>
          <a:xfrm>
            <a:off x="1523733" y="4675469"/>
            <a:ext cx="458130" cy="45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4" name="Google Shape;1844;g3f5b021c08c_0_1459"/>
          <p:cNvSpPr txBox="1">
            <a:spLocks noGrp="1"/>
          </p:cNvSpPr>
          <p:nvPr>
            <p:ph type="body" idx="1"/>
          </p:nvPr>
        </p:nvSpPr>
        <p:spPr>
          <a:xfrm>
            <a:off x="1534416" y="5277426"/>
            <a:ext cx="2890538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0" bIns="0" anchor="b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45" name="Google Shape;1845;g3f5b021c08c_0_1459"/>
          <p:cNvSpPr txBox="1">
            <a:spLocks noGrp="1"/>
          </p:cNvSpPr>
          <p:nvPr>
            <p:ph type="body" idx="2"/>
          </p:nvPr>
        </p:nvSpPr>
        <p:spPr>
          <a:xfrm>
            <a:off x="1535212" y="5741466"/>
            <a:ext cx="2885738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2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46" name="Google Shape;1846;g3f5b021c08c_0_1459"/>
          <p:cNvSpPr/>
          <p:nvPr/>
        </p:nvSpPr>
        <p:spPr>
          <a:xfrm>
            <a:off x="4027704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7" name="Google Shape;1847;g3f5b021c08c_0_1459"/>
          <p:cNvSpPr/>
          <p:nvPr/>
        </p:nvSpPr>
        <p:spPr>
          <a:xfrm>
            <a:off x="7632296" y="4675469"/>
            <a:ext cx="458130" cy="45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g3f5b021c08c_0_1459"/>
          <p:cNvSpPr txBox="1">
            <a:spLocks noGrp="1"/>
          </p:cNvSpPr>
          <p:nvPr>
            <p:ph type="body" idx="3"/>
          </p:nvPr>
        </p:nvSpPr>
        <p:spPr>
          <a:xfrm>
            <a:off x="7642979" y="5273641"/>
            <a:ext cx="2890538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0" bIns="0" anchor="b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49" name="Google Shape;1849;g3f5b021c08c_0_1459"/>
          <p:cNvSpPr txBox="1">
            <a:spLocks noGrp="1"/>
          </p:cNvSpPr>
          <p:nvPr>
            <p:ph type="body" idx="4"/>
          </p:nvPr>
        </p:nvSpPr>
        <p:spPr>
          <a:xfrm>
            <a:off x="7643775" y="5737681"/>
            <a:ext cx="2885738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2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50" name="Google Shape;1850;g3f5b021c08c_0_1459"/>
          <p:cNvSpPr/>
          <p:nvPr/>
        </p:nvSpPr>
        <p:spPr>
          <a:xfrm>
            <a:off x="10136269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g3f5b021c08c_0_1459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52" name="Google Shape;1852;g3f5b021c08c_0_1459"/>
          <p:cNvSpPr txBox="1">
            <a:spLocks noGrp="1"/>
          </p:cNvSpPr>
          <p:nvPr>
            <p:ph type="body" idx="5"/>
          </p:nvPr>
        </p:nvSpPr>
        <p:spPr>
          <a:xfrm>
            <a:off x="370706" y="883466"/>
            <a:ext cx="9298805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53" name="Google Shape;1853;g3f5b021c08c_0_1459"/>
          <p:cNvSpPr>
            <a:spLocks noGrp="1"/>
          </p:cNvSpPr>
          <p:nvPr>
            <p:ph type="pic" idx="6"/>
          </p:nvPr>
        </p:nvSpPr>
        <p:spPr>
          <a:xfrm>
            <a:off x="1750657" y="2291477"/>
            <a:ext cx="2658023" cy="2657850"/>
          </a:xfrm>
          <a:prstGeom prst="roundRect">
            <a:avLst>
              <a:gd name="adj" fmla="val 11995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1854" name="Google Shape;1854;g3f5b021c08c_0_1459"/>
          <p:cNvSpPr>
            <a:spLocks noGrp="1"/>
          </p:cNvSpPr>
          <p:nvPr>
            <p:ph type="pic" idx="7"/>
          </p:nvPr>
        </p:nvSpPr>
        <p:spPr>
          <a:xfrm>
            <a:off x="7857943" y="2291477"/>
            <a:ext cx="2658023" cy="2657850"/>
          </a:xfrm>
          <a:prstGeom prst="roundRect">
            <a:avLst>
              <a:gd name="adj" fmla="val 11995"/>
            </a:avLst>
          </a:prstGeom>
          <a:solidFill>
            <a:srgbClr val="D8D8D8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1894157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2 photo + title [Navy]">
  <p:cSld name="Speaker 2 photo + title [Navy]">
    <p:bg>
      <p:bgPr>
        <a:solidFill>
          <a:schemeClr val="dk2"/>
        </a:solidFill>
        <a:effectLst/>
      </p:bgPr>
    </p:bg>
    <p:spTree>
      <p:nvGrpSpPr>
        <p:cNvPr id="1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3f5b021c08c_0_1472"/>
          <p:cNvSpPr/>
          <p:nvPr/>
        </p:nvSpPr>
        <p:spPr>
          <a:xfrm>
            <a:off x="1523733" y="4675469"/>
            <a:ext cx="458130" cy="45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7" name="Google Shape;1857;g3f5b021c08c_0_1472"/>
          <p:cNvSpPr txBox="1">
            <a:spLocks noGrp="1"/>
          </p:cNvSpPr>
          <p:nvPr>
            <p:ph type="body" idx="1"/>
          </p:nvPr>
        </p:nvSpPr>
        <p:spPr>
          <a:xfrm>
            <a:off x="1534416" y="5277426"/>
            <a:ext cx="2890538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0" bIns="0" anchor="b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58" name="Google Shape;1858;g3f5b021c08c_0_1472"/>
          <p:cNvSpPr txBox="1">
            <a:spLocks noGrp="1"/>
          </p:cNvSpPr>
          <p:nvPr>
            <p:ph type="body" idx="2"/>
          </p:nvPr>
        </p:nvSpPr>
        <p:spPr>
          <a:xfrm>
            <a:off x="1535212" y="5741466"/>
            <a:ext cx="2885738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1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59" name="Google Shape;1859;g3f5b021c08c_0_1472"/>
          <p:cNvSpPr/>
          <p:nvPr/>
        </p:nvSpPr>
        <p:spPr>
          <a:xfrm>
            <a:off x="4027704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g3f5b021c08c_0_1472"/>
          <p:cNvSpPr/>
          <p:nvPr/>
        </p:nvSpPr>
        <p:spPr>
          <a:xfrm>
            <a:off x="7632296" y="4675469"/>
            <a:ext cx="458130" cy="45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g3f5b021c08c_0_1472"/>
          <p:cNvSpPr txBox="1">
            <a:spLocks noGrp="1"/>
          </p:cNvSpPr>
          <p:nvPr>
            <p:ph type="body" idx="3"/>
          </p:nvPr>
        </p:nvSpPr>
        <p:spPr>
          <a:xfrm>
            <a:off x="7642979" y="5273641"/>
            <a:ext cx="2890538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0" bIns="0" anchor="b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62" name="Google Shape;1862;g3f5b021c08c_0_1472"/>
          <p:cNvSpPr txBox="1">
            <a:spLocks noGrp="1"/>
          </p:cNvSpPr>
          <p:nvPr>
            <p:ph type="body" idx="4"/>
          </p:nvPr>
        </p:nvSpPr>
        <p:spPr>
          <a:xfrm>
            <a:off x="7643775" y="5737681"/>
            <a:ext cx="2885738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1143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1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63" name="Google Shape;1863;g3f5b021c08c_0_1472"/>
          <p:cNvSpPr/>
          <p:nvPr/>
        </p:nvSpPr>
        <p:spPr>
          <a:xfrm>
            <a:off x="10136269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g3f5b021c08c_0_1472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65" name="Google Shape;1865;g3f5b021c08c_0_1472"/>
          <p:cNvSpPr txBox="1">
            <a:spLocks noGrp="1"/>
          </p:cNvSpPr>
          <p:nvPr>
            <p:ph type="body" idx="5"/>
          </p:nvPr>
        </p:nvSpPr>
        <p:spPr>
          <a:xfrm>
            <a:off x="370706" y="883466"/>
            <a:ext cx="9298805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66" name="Google Shape;1866;g3f5b021c08c_0_1472"/>
          <p:cNvSpPr>
            <a:spLocks noGrp="1"/>
          </p:cNvSpPr>
          <p:nvPr>
            <p:ph type="pic" idx="6"/>
          </p:nvPr>
        </p:nvSpPr>
        <p:spPr>
          <a:xfrm>
            <a:off x="1750657" y="2291477"/>
            <a:ext cx="2658023" cy="2657850"/>
          </a:xfrm>
          <a:prstGeom prst="roundRect">
            <a:avLst>
              <a:gd name="adj" fmla="val 11995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1867" name="Google Shape;1867;g3f5b021c08c_0_1472"/>
          <p:cNvSpPr>
            <a:spLocks noGrp="1"/>
          </p:cNvSpPr>
          <p:nvPr>
            <p:ph type="pic" idx="7"/>
          </p:nvPr>
        </p:nvSpPr>
        <p:spPr>
          <a:xfrm>
            <a:off x="7857943" y="2291477"/>
            <a:ext cx="2658023" cy="2657850"/>
          </a:xfrm>
          <a:prstGeom prst="roundRect">
            <a:avLst>
              <a:gd name="adj" fmla="val 11995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1868" name="Google Shape;1868;g3f5b021c08c_0_1472"/>
          <p:cNvSpPr/>
          <p:nvPr/>
        </p:nvSpPr>
        <p:spPr>
          <a:xfrm>
            <a:off x="11487329" y="184684"/>
            <a:ext cx="246316" cy="539700"/>
          </a:xfrm>
          <a:prstGeom prst="rect">
            <a:avLst/>
          </a:prstGeom>
          <a:noFill/>
          <a:ln>
            <a:noFill/>
          </a:ln>
        </p:spPr>
      </p:sp>
      <p:sp>
        <p:nvSpPr>
          <p:cNvPr id="1869" name="Google Shape;1869;g3f5b021c08c_0_1472"/>
          <p:cNvSpPr txBox="1"/>
          <p:nvPr/>
        </p:nvSpPr>
        <p:spPr>
          <a:xfrm>
            <a:off x="9570715" y="6471444"/>
            <a:ext cx="2250596" cy="223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Zscaler, Inc. All rights reserved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189647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3 photo + title [White]">
  <p:cSld name="Speaker 3 photo + title [White]"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g3f5b021c08c_0_1487"/>
          <p:cNvSpPr/>
          <p:nvPr/>
        </p:nvSpPr>
        <p:spPr>
          <a:xfrm>
            <a:off x="804237" y="4675469"/>
            <a:ext cx="458130" cy="45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g3f5b021c08c_0_1487"/>
          <p:cNvSpPr/>
          <p:nvPr/>
        </p:nvSpPr>
        <p:spPr>
          <a:xfrm>
            <a:off x="3308210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g3f5b021c08c_0_1487"/>
          <p:cNvSpPr/>
          <p:nvPr/>
        </p:nvSpPr>
        <p:spPr>
          <a:xfrm>
            <a:off x="4534957" y="4675469"/>
            <a:ext cx="458130" cy="45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g3f5b021c08c_0_1487"/>
          <p:cNvSpPr/>
          <p:nvPr/>
        </p:nvSpPr>
        <p:spPr>
          <a:xfrm>
            <a:off x="7038929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5" name="Google Shape;1875;g3f5b021c08c_0_1487"/>
          <p:cNvSpPr/>
          <p:nvPr/>
        </p:nvSpPr>
        <p:spPr>
          <a:xfrm>
            <a:off x="8259505" y="4675469"/>
            <a:ext cx="458130" cy="45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6" name="Google Shape;1876;g3f5b021c08c_0_1487"/>
          <p:cNvSpPr/>
          <p:nvPr/>
        </p:nvSpPr>
        <p:spPr>
          <a:xfrm>
            <a:off x="10763478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g3f5b021c08c_0_1487"/>
          <p:cNvSpPr txBox="1">
            <a:spLocks noGrp="1"/>
          </p:cNvSpPr>
          <p:nvPr>
            <p:ph type="body" idx="1"/>
          </p:nvPr>
        </p:nvSpPr>
        <p:spPr>
          <a:xfrm>
            <a:off x="370706" y="883466"/>
            <a:ext cx="9298805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78" name="Google Shape;1878;g3f5b021c08c_0_1487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79" name="Google Shape;1879;g3f5b021c08c_0_1487"/>
          <p:cNvSpPr txBox="1">
            <a:spLocks noGrp="1"/>
          </p:cNvSpPr>
          <p:nvPr>
            <p:ph type="body" idx="2"/>
          </p:nvPr>
        </p:nvSpPr>
        <p:spPr>
          <a:xfrm>
            <a:off x="4540569" y="5273641"/>
            <a:ext cx="2874337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80" name="Google Shape;1880;g3f5b021c08c_0_1487"/>
          <p:cNvSpPr txBox="1">
            <a:spLocks noGrp="1"/>
          </p:cNvSpPr>
          <p:nvPr>
            <p:ph type="body" idx="3"/>
          </p:nvPr>
        </p:nvSpPr>
        <p:spPr>
          <a:xfrm>
            <a:off x="4541363" y="5737681"/>
            <a:ext cx="2885738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2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81" name="Google Shape;1881;g3f5b021c08c_0_1487"/>
          <p:cNvSpPr txBox="1">
            <a:spLocks noGrp="1"/>
          </p:cNvSpPr>
          <p:nvPr>
            <p:ph type="body" idx="4"/>
          </p:nvPr>
        </p:nvSpPr>
        <p:spPr>
          <a:xfrm>
            <a:off x="8262892" y="5273641"/>
            <a:ext cx="2874337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82" name="Google Shape;1882;g3f5b021c08c_0_1487"/>
          <p:cNvSpPr txBox="1">
            <a:spLocks noGrp="1"/>
          </p:cNvSpPr>
          <p:nvPr>
            <p:ph type="body" idx="5"/>
          </p:nvPr>
        </p:nvSpPr>
        <p:spPr>
          <a:xfrm>
            <a:off x="8263687" y="5737681"/>
            <a:ext cx="2885738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2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83" name="Google Shape;1883;g3f5b021c08c_0_1487"/>
          <p:cNvSpPr txBox="1">
            <a:spLocks noGrp="1"/>
          </p:cNvSpPr>
          <p:nvPr>
            <p:ph type="body" idx="6"/>
          </p:nvPr>
        </p:nvSpPr>
        <p:spPr>
          <a:xfrm>
            <a:off x="818490" y="5273641"/>
            <a:ext cx="2874337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84" name="Google Shape;1884;g3f5b021c08c_0_1487"/>
          <p:cNvSpPr txBox="1">
            <a:spLocks noGrp="1"/>
          </p:cNvSpPr>
          <p:nvPr>
            <p:ph type="body" idx="7"/>
          </p:nvPr>
        </p:nvSpPr>
        <p:spPr>
          <a:xfrm>
            <a:off x="819284" y="5737681"/>
            <a:ext cx="2885738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2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85" name="Google Shape;1885;g3f5b021c08c_0_1487"/>
          <p:cNvSpPr>
            <a:spLocks noGrp="1"/>
          </p:cNvSpPr>
          <p:nvPr>
            <p:ph type="pic" idx="8"/>
          </p:nvPr>
        </p:nvSpPr>
        <p:spPr>
          <a:xfrm>
            <a:off x="1031163" y="2291477"/>
            <a:ext cx="2658023" cy="2657850"/>
          </a:xfrm>
          <a:prstGeom prst="roundRect">
            <a:avLst>
              <a:gd name="adj" fmla="val 11995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1886" name="Google Shape;1886;g3f5b021c08c_0_1487"/>
          <p:cNvSpPr>
            <a:spLocks noGrp="1"/>
          </p:cNvSpPr>
          <p:nvPr>
            <p:ph type="pic" idx="9"/>
          </p:nvPr>
        </p:nvSpPr>
        <p:spPr>
          <a:xfrm>
            <a:off x="4767782" y="2291477"/>
            <a:ext cx="2658023" cy="2657850"/>
          </a:xfrm>
          <a:prstGeom prst="roundRect">
            <a:avLst>
              <a:gd name="adj" fmla="val 11995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1887" name="Google Shape;1887;g3f5b021c08c_0_1487"/>
          <p:cNvSpPr>
            <a:spLocks noGrp="1"/>
          </p:cNvSpPr>
          <p:nvPr>
            <p:ph type="pic" idx="13"/>
          </p:nvPr>
        </p:nvSpPr>
        <p:spPr>
          <a:xfrm>
            <a:off x="8493113" y="2291477"/>
            <a:ext cx="2658023" cy="2657850"/>
          </a:xfrm>
          <a:prstGeom prst="roundRect">
            <a:avLst>
              <a:gd name="adj" fmla="val 11995"/>
            </a:avLst>
          </a:prstGeom>
          <a:solidFill>
            <a:srgbClr val="D8D8D8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6868831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3 photo + title [Navy]">
  <p:cSld name="Speaker 3 photo + title [Navy]">
    <p:bg>
      <p:bgPr>
        <a:solidFill>
          <a:schemeClr val="dk2"/>
        </a:solidFill>
        <a:effectLst/>
      </p:bgPr>
    </p:bg>
    <p:spTree>
      <p:nvGrpSpPr>
        <p:cNvPr id="1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3f5b021c08c_0_1505"/>
          <p:cNvSpPr/>
          <p:nvPr/>
        </p:nvSpPr>
        <p:spPr>
          <a:xfrm>
            <a:off x="804237" y="4675469"/>
            <a:ext cx="458130" cy="45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g3f5b021c08c_0_1505"/>
          <p:cNvSpPr/>
          <p:nvPr/>
        </p:nvSpPr>
        <p:spPr>
          <a:xfrm>
            <a:off x="3308210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g3f5b021c08c_0_1505"/>
          <p:cNvSpPr/>
          <p:nvPr/>
        </p:nvSpPr>
        <p:spPr>
          <a:xfrm>
            <a:off x="4534957" y="4675469"/>
            <a:ext cx="458130" cy="45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g3f5b021c08c_0_1505"/>
          <p:cNvSpPr/>
          <p:nvPr/>
        </p:nvSpPr>
        <p:spPr>
          <a:xfrm>
            <a:off x="7038929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g3f5b021c08c_0_1505"/>
          <p:cNvSpPr/>
          <p:nvPr/>
        </p:nvSpPr>
        <p:spPr>
          <a:xfrm>
            <a:off x="8259505" y="4675469"/>
            <a:ext cx="458130" cy="45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g3f5b021c08c_0_1505"/>
          <p:cNvSpPr/>
          <p:nvPr/>
        </p:nvSpPr>
        <p:spPr>
          <a:xfrm>
            <a:off x="10763478" y="1913461"/>
            <a:ext cx="76205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g3f5b021c08c_0_1505"/>
          <p:cNvSpPr txBox="1">
            <a:spLocks noGrp="1"/>
          </p:cNvSpPr>
          <p:nvPr>
            <p:ph type="body" idx="1"/>
          </p:nvPr>
        </p:nvSpPr>
        <p:spPr>
          <a:xfrm>
            <a:off x="370706" y="883466"/>
            <a:ext cx="9298805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96" name="Google Shape;1896;g3f5b021c08c_0_1505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97" name="Google Shape;1897;g3f5b021c08c_0_1505"/>
          <p:cNvSpPr txBox="1">
            <a:spLocks noGrp="1"/>
          </p:cNvSpPr>
          <p:nvPr>
            <p:ph type="body" idx="2"/>
          </p:nvPr>
        </p:nvSpPr>
        <p:spPr>
          <a:xfrm>
            <a:off x="4540569" y="5273641"/>
            <a:ext cx="2874337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98" name="Google Shape;1898;g3f5b021c08c_0_1505"/>
          <p:cNvSpPr txBox="1">
            <a:spLocks noGrp="1"/>
          </p:cNvSpPr>
          <p:nvPr>
            <p:ph type="body" idx="3"/>
          </p:nvPr>
        </p:nvSpPr>
        <p:spPr>
          <a:xfrm>
            <a:off x="4541363" y="5737681"/>
            <a:ext cx="2885738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1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899" name="Google Shape;1899;g3f5b021c08c_0_1505"/>
          <p:cNvSpPr txBox="1">
            <a:spLocks noGrp="1"/>
          </p:cNvSpPr>
          <p:nvPr>
            <p:ph type="body" idx="4"/>
          </p:nvPr>
        </p:nvSpPr>
        <p:spPr>
          <a:xfrm>
            <a:off x="8262892" y="5273641"/>
            <a:ext cx="2874337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00" name="Google Shape;1900;g3f5b021c08c_0_1505"/>
          <p:cNvSpPr txBox="1">
            <a:spLocks noGrp="1"/>
          </p:cNvSpPr>
          <p:nvPr>
            <p:ph type="body" idx="5"/>
          </p:nvPr>
        </p:nvSpPr>
        <p:spPr>
          <a:xfrm>
            <a:off x="8263687" y="5737681"/>
            <a:ext cx="2885738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1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01" name="Google Shape;1901;g3f5b021c08c_0_1505"/>
          <p:cNvSpPr txBox="1">
            <a:spLocks noGrp="1"/>
          </p:cNvSpPr>
          <p:nvPr>
            <p:ph type="body" idx="6"/>
          </p:nvPr>
        </p:nvSpPr>
        <p:spPr>
          <a:xfrm>
            <a:off x="818490" y="5273641"/>
            <a:ext cx="2874337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02" name="Google Shape;1902;g3f5b021c08c_0_1505"/>
          <p:cNvSpPr txBox="1">
            <a:spLocks noGrp="1"/>
          </p:cNvSpPr>
          <p:nvPr>
            <p:ph type="body" idx="7"/>
          </p:nvPr>
        </p:nvSpPr>
        <p:spPr>
          <a:xfrm>
            <a:off x="819284" y="5737681"/>
            <a:ext cx="2885738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1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03" name="Google Shape;1903;g3f5b021c08c_0_1505"/>
          <p:cNvSpPr/>
          <p:nvPr/>
        </p:nvSpPr>
        <p:spPr>
          <a:xfrm>
            <a:off x="11487329" y="184684"/>
            <a:ext cx="246316" cy="539700"/>
          </a:xfrm>
          <a:prstGeom prst="rect">
            <a:avLst/>
          </a:prstGeom>
          <a:noFill/>
          <a:ln>
            <a:noFill/>
          </a:ln>
        </p:spPr>
      </p:sp>
      <p:sp>
        <p:nvSpPr>
          <p:cNvPr id="1904" name="Google Shape;1904;g3f5b021c08c_0_1505"/>
          <p:cNvSpPr txBox="1"/>
          <p:nvPr/>
        </p:nvSpPr>
        <p:spPr>
          <a:xfrm>
            <a:off x="9570715" y="6471444"/>
            <a:ext cx="2250596" cy="223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Zscaler, Inc. All rights reserved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g3f5b021c08c_0_1505"/>
          <p:cNvSpPr>
            <a:spLocks noGrp="1"/>
          </p:cNvSpPr>
          <p:nvPr>
            <p:ph type="pic" idx="8"/>
          </p:nvPr>
        </p:nvSpPr>
        <p:spPr>
          <a:xfrm>
            <a:off x="1031163" y="2291477"/>
            <a:ext cx="2658023" cy="2657850"/>
          </a:xfrm>
          <a:prstGeom prst="roundRect">
            <a:avLst>
              <a:gd name="adj" fmla="val 11995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1906" name="Google Shape;1906;g3f5b021c08c_0_1505"/>
          <p:cNvSpPr>
            <a:spLocks noGrp="1"/>
          </p:cNvSpPr>
          <p:nvPr>
            <p:ph type="pic" idx="9"/>
          </p:nvPr>
        </p:nvSpPr>
        <p:spPr>
          <a:xfrm>
            <a:off x="4767782" y="2291477"/>
            <a:ext cx="2658023" cy="2657850"/>
          </a:xfrm>
          <a:prstGeom prst="roundRect">
            <a:avLst>
              <a:gd name="adj" fmla="val 11995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1907" name="Google Shape;1907;g3f5b021c08c_0_1505"/>
          <p:cNvSpPr>
            <a:spLocks noGrp="1"/>
          </p:cNvSpPr>
          <p:nvPr>
            <p:ph type="pic" idx="13"/>
          </p:nvPr>
        </p:nvSpPr>
        <p:spPr>
          <a:xfrm>
            <a:off x="8493113" y="2291477"/>
            <a:ext cx="2658023" cy="2657850"/>
          </a:xfrm>
          <a:prstGeom prst="roundRect">
            <a:avLst>
              <a:gd name="adj" fmla="val 11995"/>
            </a:avLst>
          </a:prstGeom>
          <a:solidFill>
            <a:srgbClr val="D8D8D8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3335370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4 photo + title [White]">
  <p:cSld name="Speaker 4 photo + title [White]">
    <p:spTree>
      <p:nvGrpSpPr>
        <p:cNvPr id="1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g3f5b021c08c_0_1525"/>
          <p:cNvSpPr/>
          <p:nvPr/>
        </p:nvSpPr>
        <p:spPr>
          <a:xfrm>
            <a:off x="385316" y="4052751"/>
            <a:ext cx="400226" cy="40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0" name="Google Shape;1910;g3f5b021c08c_0_1525"/>
          <p:cNvSpPr/>
          <p:nvPr/>
        </p:nvSpPr>
        <p:spPr>
          <a:xfrm>
            <a:off x="3394674" y="4052751"/>
            <a:ext cx="400226" cy="40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g3f5b021c08c_0_1525"/>
          <p:cNvSpPr/>
          <p:nvPr/>
        </p:nvSpPr>
        <p:spPr>
          <a:xfrm>
            <a:off x="6410332" y="4052751"/>
            <a:ext cx="400226" cy="40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g3f5b021c08c_0_1525"/>
          <p:cNvSpPr/>
          <p:nvPr/>
        </p:nvSpPr>
        <p:spPr>
          <a:xfrm>
            <a:off x="9425992" y="4052751"/>
            <a:ext cx="400226" cy="40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g3f5b021c08c_0_1525"/>
          <p:cNvSpPr/>
          <p:nvPr/>
        </p:nvSpPr>
        <p:spPr>
          <a:xfrm>
            <a:off x="2272560" y="2062716"/>
            <a:ext cx="549036" cy="5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g3f5b021c08c_0_1525"/>
          <p:cNvSpPr txBox="1">
            <a:spLocks noGrp="1"/>
          </p:cNvSpPr>
          <p:nvPr>
            <p:ph type="body" idx="1"/>
          </p:nvPr>
        </p:nvSpPr>
        <p:spPr>
          <a:xfrm>
            <a:off x="396000" y="4750920"/>
            <a:ext cx="2526014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0" bIns="0" anchor="b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15" name="Google Shape;1915;g3f5b021c08c_0_1525"/>
          <p:cNvSpPr txBox="1">
            <a:spLocks noGrp="1"/>
          </p:cNvSpPr>
          <p:nvPr>
            <p:ph type="body" idx="2"/>
          </p:nvPr>
        </p:nvSpPr>
        <p:spPr>
          <a:xfrm>
            <a:off x="396795" y="5186197"/>
            <a:ext cx="2521814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2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16" name="Google Shape;1916;g3f5b021c08c_0_1525"/>
          <p:cNvSpPr/>
          <p:nvPr/>
        </p:nvSpPr>
        <p:spPr>
          <a:xfrm>
            <a:off x="5281918" y="2062716"/>
            <a:ext cx="549036" cy="5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7" name="Google Shape;1917;g3f5b021c08c_0_1525"/>
          <p:cNvSpPr txBox="1">
            <a:spLocks noGrp="1"/>
          </p:cNvSpPr>
          <p:nvPr>
            <p:ph type="body" idx="3"/>
          </p:nvPr>
        </p:nvSpPr>
        <p:spPr>
          <a:xfrm>
            <a:off x="3405358" y="4750920"/>
            <a:ext cx="2526014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0" bIns="0" anchor="b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18" name="Google Shape;1918;g3f5b021c08c_0_1525"/>
          <p:cNvSpPr/>
          <p:nvPr/>
        </p:nvSpPr>
        <p:spPr>
          <a:xfrm>
            <a:off x="8297576" y="2062716"/>
            <a:ext cx="549036" cy="5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g3f5b021c08c_0_1525"/>
          <p:cNvSpPr txBox="1">
            <a:spLocks noGrp="1"/>
          </p:cNvSpPr>
          <p:nvPr>
            <p:ph type="body" idx="4"/>
          </p:nvPr>
        </p:nvSpPr>
        <p:spPr>
          <a:xfrm>
            <a:off x="6421017" y="4750920"/>
            <a:ext cx="2526014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0" bIns="0" anchor="b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20" name="Google Shape;1920;g3f5b021c08c_0_1525"/>
          <p:cNvSpPr/>
          <p:nvPr/>
        </p:nvSpPr>
        <p:spPr>
          <a:xfrm>
            <a:off x="11313236" y="2062716"/>
            <a:ext cx="549036" cy="5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1" name="Google Shape;1921;g3f5b021c08c_0_1525"/>
          <p:cNvSpPr txBox="1">
            <a:spLocks noGrp="1"/>
          </p:cNvSpPr>
          <p:nvPr>
            <p:ph type="body" idx="5"/>
          </p:nvPr>
        </p:nvSpPr>
        <p:spPr>
          <a:xfrm>
            <a:off x="9436676" y="4750920"/>
            <a:ext cx="2526014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0" bIns="0" anchor="b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22" name="Google Shape;1922;g3f5b021c08c_0_1525"/>
          <p:cNvSpPr txBox="1">
            <a:spLocks noGrp="1"/>
          </p:cNvSpPr>
          <p:nvPr>
            <p:ph type="body" idx="6"/>
          </p:nvPr>
        </p:nvSpPr>
        <p:spPr>
          <a:xfrm>
            <a:off x="3404367" y="5186197"/>
            <a:ext cx="2521814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2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23" name="Google Shape;1923;g3f5b021c08c_0_1525"/>
          <p:cNvSpPr txBox="1">
            <a:spLocks noGrp="1"/>
          </p:cNvSpPr>
          <p:nvPr>
            <p:ph type="body" idx="7"/>
          </p:nvPr>
        </p:nvSpPr>
        <p:spPr>
          <a:xfrm>
            <a:off x="6422901" y="5186197"/>
            <a:ext cx="2521814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2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24" name="Google Shape;1924;g3f5b021c08c_0_1525"/>
          <p:cNvSpPr txBox="1">
            <a:spLocks noGrp="1"/>
          </p:cNvSpPr>
          <p:nvPr>
            <p:ph type="body" idx="8"/>
          </p:nvPr>
        </p:nvSpPr>
        <p:spPr>
          <a:xfrm>
            <a:off x="9439603" y="5186197"/>
            <a:ext cx="2521814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2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25" name="Google Shape;1925;g3f5b021c08c_0_1525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26" name="Google Shape;1926;g3f5b021c08c_0_1525"/>
          <p:cNvSpPr txBox="1">
            <a:spLocks noGrp="1"/>
          </p:cNvSpPr>
          <p:nvPr>
            <p:ph type="body" idx="9"/>
          </p:nvPr>
        </p:nvSpPr>
        <p:spPr>
          <a:xfrm>
            <a:off x="370706" y="883466"/>
            <a:ext cx="9299705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27" name="Google Shape;1927;g3f5b021c08c_0_1525"/>
          <p:cNvSpPr>
            <a:spLocks noGrp="1"/>
          </p:cNvSpPr>
          <p:nvPr>
            <p:ph type="pic" idx="13"/>
          </p:nvPr>
        </p:nvSpPr>
        <p:spPr>
          <a:xfrm>
            <a:off x="618214" y="2352342"/>
            <a:ext cx="1908574" cy="1908450"/>
          </a:xfrm>
          <a:prstGeom prst="roundRect">
            <a:avLst>
              <a:gd name="adj" fmla="val 15631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1928" name="Google Shape;1928;g3f5b021c08c_0_1525"/>
          <p:cNvSpPr>
            <a:spLocks noGrp="1"/>
          </p:cNvSpPr>
          <p:nvPr>
            <p:ph type="pic" idx="14"/>
          </p:nvPr>
        </p:nvSpPr>
        <p:spPr>
          <a:xfrm>
            <a:off x="3633871" y="2352342"/>
            <a:ext cx="1908574" cy="1908450"/>
          </a:xfrm>
          <a:prstGeom prst="roundRect">
            <a:avLst>
              <a:gd name="adj" fmla="val 15631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1929" name="Google Shape;1929;g3f5b021c08c_0_1525"/>
          <p:cNvSpPr>
            <a:spLocks noGrp="1"/>
          </p:cNvSpPr>
          <p:nvPr>
            <p:ph type="pic" idx="15"/>
          </p:nvPr>
        </p:nvSpPr>
        <p:spPr>
          <a:xfrm>
            <a:off x="6649531" y="2352342"/>
            <a:ext cx="1908574" cy="1908450"/>
          </a:xfrm>
          <a:prstGeom prst="roundRect">
            <a:avLst>
              <a:gd name="adj" fmla="val 15631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1930" name="Google Shape;1930;g3f5b021c08c_0_1525"/>
          <p:cNvSpPr>
            <a:spLocks noGrp="1"/>
          </p:cNvSpPr>
          <p:nvPr>
            <p:ph type="pic" idx="16"/>
          </p:nvPr>
        </p:nvSpPr>
        <p:spPr>
          <a:xfrm>
            <a:off x="9652374" y="2352342"/>
            <a:ext cx="1908574" cy="1908450"/>
          </a:xfrm>
          <a:prstGeom prst="roundRect">
            <a:avLst>
              <a:gd name="adj" fmla="val 15631"/>
            </a:avLst>
          </a:prstGeom>
          <a:solidFill>
            <a:srgbClr val="D8D8D8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4481159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4 photo + title [Navy]">
  <p:cSld name="Speaker 4 photo + title [Navy]">
    <p:bg>
      <p:bgPr>
        <a:solidFill>
          <a:schemeClr val="dk2"/>
        </a:solidFill>
        <a:effectLst/>
      </p:bgPr>
    </p:bg>
    <p:spTree>
      <p:nvGrpSpPr>
        <p:cNvPr id="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g3f5b021c08c_0_1548"/>
          <p:cNvSpPr/>
          <p:nvPr/>
        </p:nvSpPr>
        <p:spPr>
          <a:xfrm>
            <a:off x="385316" y="4052751"/>
            <a:ext cx="400226" cy="40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g3f5b021c08c_0_1548"/>
          <p:cNvSpPr/>
          <p:nvPr/>
        </p:nvSpPr>
        <p:spPr>
          <a:xfrm>
            <a:off x="3394674" y="4052751"/>
            <a:ext cx="400226" cy="40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g3f5b021c08c_0_1548"/>
          <p:cNvSpPr/>
          <p:nvPr/>
        </p:nvSpPr>
        <p:spPr>
          <a:xfrm>
            <a:off x="6410332" y="4052751"/>
            <a:ext cx="400226" cy="40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g3f5b021c08c_0_1548"/>
          <p:cNvSpPr/>
          <p:nvPr/>
        </p:nvSpPr>
        <p:spPr>
          <a:xfrm>
            <a:off x="9425992" y="4052751"/>
            <a:ext cx="400226" cy="40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g3f5b021c08c_0_1548"/>
          <p:cNvSpPr/>
          <p:nvPr/>
        </p:nvSpPr>
        <p:spPr>
          <a:xfrm>
            <a:off x="2272560" y="2062716"/>
            <a:ext cx="549036" cy="5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g3f5b021c08c_0_1548"/>
          <p:cNvSpPr txBox="1">
            <a:spLocks noGrp="1"/>
          </p:cNvSpPr>
          <p:nvPr>
            <p:ph type="body" idx="1"/>
          </p:nvPr>
        </p:nvSpPr>
        <p:spPr>
          <a:xfrm>
            <a:off x="396000" y="4750920"/>
            <a:ext cx="2526014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0" bIns="0" anchor="b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38" name="Google Shape;1938;g3f5b021c08c_0_1548"/>
          <p:cNvSpPr txBox="1">
            <a:spLocks noGrp="1"/>
          </p:cNvSpPr>
          <p:nvPr>
            <p:ph type="body" idx="2"/>
          </p:nvPr>
        </p:nvSpPr>
        <p:spPr>
          <a:xfrm>
            <a:off x="396795" y="5186197"/>
            <a:ext cx="2521814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1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39" name="Google Shape;1939;g3f5b021c08c_0_1548"/>
          <p:cNvSpPr/>
          <p:nvPr/>
        </p:nvSpPr>
        <p:spPr>
          <a:xfrm>
            <a:off x="5281918" y="2062716"/>
            <a:ext cx="549036" cy="5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g3f5b021c08c_0_1548"/>
          <p:cNvSpPr txBox="1">
            <a:spLocks noGrp="1"/>
          </p:cNvSpPr>
          <p:nvPr>
            <p:ph type="body" idx="3"/>
          </p:nvPr>
        </p:nvSpPr>
        <p:spPr>
          <a:xfrm>
            <a:off x="3405358" y="4750920"/>
            <a:ext cx="2526014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0" bIns="0" anchor="b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41" name="Google Shape;1941;g3f5b021c08c_0_1548"/>
          <p:cNvSpPr/>
          <p:nvPr/>
        </p:nvSpPr>
        <p:spPr>
          <a:xfrm>
            <a:off x="8297576" y="2062716"/>
            <a:ext cx="549036" cy="5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g3f5b021c08c_0_1548"/>
          <p:cNvSpPr txBox="1">
            <a:spLocks noGrp="1"/>
          </p:cNvSpPr>
          <p:nvPr>
            <p:ph type="body" idx="4"/>
          </p:nvPr>
        </p:nvSpPr>
        <p:spPr>
          <a:xfrm>
            <a:off x="6421017" y="4750920"/>
            <a:ext cx="2526014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0" bIns="0" anchor="b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43" name="Google Shape;1943;g3f5b021c08c_0_1548"/>
          <p:cNvSpPr/>
          <p:nvPr/>
        </p:nvSpPr>
        <p:spPr>
          <a:xfrm>
            <a:off x="11313236" y="2062716"/>
            <a:ext cx="549036" cy="5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g3f5b021c08c_0_1548"/>
          <p:cNvSpPr txBox="1">
            <a:spLocks noGrp="1"/>
          </p:cNvSpPr>
          <p:nvPr>
            <p:ph type="body" idx="5"/>
          </p:nvPr>
        </p:nvSpPr>
        <p:spPr>
          <a:xfrm>
            <a:off x="9436676" y="4750920"/>
            <a:ext cx="2526014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0" bIns="0" anchor="b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45" name="Google Shape;1945;g3f5b021c08c_0_1548"/>
          <p:cNvSpPr txBox="1">
            <a:spLocks noGrp="1"/>
          </p:cNvSpPr>
          <p:nvPr>
            <p:ph type="body" idx="6"/>
          </p:nvPr>
        </p:nvSpPr>
        <p:spPr>
          <a:xfrm>
            <a:off x="3404367" y="5186197"/>
            <a:ext cx="2521814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1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46" name="Google Shape;1946;g3f5b021c08c_0_1548"/>
          <p:cNvSpPr txBox="1">
            <a:spLocks noGrp="1"/>
          </p:cNvSpPr>
          <p:nvPr>
            <p:ph type="body" idx="7"/>
          </p:nvPr>
        </p:nvSpPr>
        <p:spPr>
          <a:xfrm>
            <a:off x="6422901" y="5186197"/>
            <a:ext cx="2521814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1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47" name="Google Shape;1947;g3f5b021c08c_0_1548"/>
          <p:cNvSpPr txBox="1">
            <a:spLocks noGrp="1"/>
          </p:cNvSpPr>
          <p:nvPr>
            <p:ph type="body" idx="8"/>
          </p:nvPr>
        </p:nvSpPr>
        <p:spPr>
          <a:xfrm>
            <a:off x="9439603" y="5186197"/>
            <a:ext cx="2521814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1200">
                <a:solidFill>
                  <a:schemeClr val="dk1"/>
                </a:solidFill>
              </a:defRPr>
            </a:lvl1pPr>
            <a:lvl2pPr marL="457200" lvl="1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2pPr>
            <a:lvl3pPr marL="685800" lvl="2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3pPr>
            <a:lvl4pPr marL="914400" lvl="3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4pPr>
            <a:lvl5pPr marL="1143000" lvl="4" indent="-203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1400">
                <a:solidFill>
                  <a:schemeClr val="dk2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48" name="Google Shape;1948;g3f5b021c08c_0_1548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49" name="Google Shape;1949;g3f5b021c08c_0_1548"/>
          <p:cNvSpPr txBox="1">
            <a:spLocks noGrp="1"/>
          </p:cNvSpPr>
          <p:nvPr>
            <p:ph type="body" idx="9"/>
          </p:nvPr>
        </p:nvSpPr>
        <p:spPr>
          <a:xfrm>
            <a:off x="370706" y="883466"/>
            <a:ext cx="9299705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850" bIns="91400" anchor="t" anchorCtr="0">
            <a:noAutofit/>
          </a:bodyPr>
          <a:lstStyle>
            <a:lvl1pPr marL="228600" lvl="0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2pPr>
            <a:lvl3pPr marL="685800" lvl="2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3pPr>
            <a:lvl4pPr marL="914400" lvl="3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4pPr>
            <a:lvl5pPr marL="1143000" lvl="4" indent="-20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  <a:defRPr>
                <a:solidFill>
                  <a:schemeClr val="lt1"/>
                </a:solidFill>
              </a:defRPr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50" name="Google Shape;1950;g3f5b021c08c_0_1548"/>
          <p:cNvSpPr/>
          <p:nvPr/>
        </p:nvSpPr>
        <p:spPr>
          <a:xfrm>
            <a:off x="11487329" y="184684"/>
            <a:ext cx="246316" cy="539700"/>
          </a:xfrm>
          <a:prstGeom prst="rect">
            <a:avLst/>
          </a:prstGeom>
          <a:noFill/>
          <a:ln>
            <a:noFill/>
          </a:ln>
        </p:spPr>
      </p:sp>
      <p:sp>
        <p:nvSpPr>
          <p:cNvPr id="1951" name="Google Shape;1951;g3f5b021c08c_0_1548"/>
          <p:cNvSpPr txBox="1"/>
          <p:nvPr/>
        </p:nvSpPr>
        <p:spPr>
          <a:xfrm>
            <a:off x="9570715" y="6471444"/>
            <a:ext cx="2250596" cy="223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Zscaler, Inc. All rights reserved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g3f5b021c08c_0_1548"/>
          <p:cNvSpPr>
            <a:spLocks noGrp="1"/>
          </p:cNvSpPr>
          <p:nvPr>
            <p:ph type="pic" idx="13"/>
          </p:nvPr>
        </p:nvSpPr>
        <p:spPr>
          <a:xfrm>
            <a:off x="618214" y="2352342"/>
            <a:ext cx="1908574" cy="1908450"/>
          </a:xfrm>
          <a:prstGeom prst="roundRect">
            <a:avLst>
              <a:gd name="adj" fmla="val 15631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1953" name="Google Shape;1953;g3f5b021c08c_0_1548"/>
          <p:cNvSpPr>
            <a:spLocks noGrp="1"/>
          </p:cNvSpPr>
          <p:nvPr>
            <p:ph type="pic" idx="14"/>
          </p:nvPr>
        </p:nvSpPr>
        <p:spPr>
          <a:xfrm>
            <a:off x="3633871" y="2352342"/>
            <a:ext cx="1908574" cy="1908450"/>
          </a:xfrm>
          <a:prstGeom prst="roundRect">
            <a:avLst>
              <a:gd name="adj" fmla="val 15631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1954" name="Google Shape;1954;g3f5b021c08c_0_1548"/>
          <p:cNvSpPr>
            <a:spLocks noGrp="1"/>
          </p:cNvSpPr>
          <p:nvPr>
            <p:ph type="pic" idx="15"/>
          </p:nvPr>
        </p:nvSpPr>
        <p:spPr>
          <a:xfrm>
            <a:off x="6649531" y="2352342"/>
            <a:ext cx="1908574" cy="1908450"/>
          </a:xfrm>
          <a:prstGeom prst="roundRect">
            <a:avLst>
              <a:gd name="adj" fmla="val 15631"/>
            </a:avLst>
          </a:prstGeom>
          <a:solidFill>
            <a:srgbClr val="D8D8D8"/>
          </a:solidFill>
          <a:ln>
            <a:noFill/>
          </a:ln>
        </p:spPr>
      </p:sp>
      <p:sp>
        <p:nvSpPr>
          <p:cNvPr id="1955" name="Google Shape;1955;g3f5b021c08c_0_1548"/>
          <p:cNvSpPr>
            <a:spLocks noGrp="1"/>
          </p:cNvSpPr>
          <p:nvPr>
            <p:ph type="pic" idx="16"/>
          </p:nvPr>
        </p:nvSpPr>
        <p:spPr>
          <a:xfrm>
            <a:off x="9652374" y="2352342"/>
            <a:ext cx="1908574" cy="1908450"/>
          </a:xfrm>
          <a:prstGeom prst="roundRect">
            <a:avLst>
              <a:gd name="adj" fmla="val 15631"/>
            </a:avLst>
          </a:prstGeom>
          <a:solidFill>
            <a:srgbClr val="D8D8D8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2929606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3 [White]">
  <p:cSld name="Quote 3 [White]">
    <p:spTree>
      <p:nvGrpSpPr>
        <p:cNvPr id="1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g3f5b021c08c_0_1573"/>
          <p:cNvSpPr/>
          <p:nvPr/>
        </p:nvSpPr>
        <p:spPr>
          <a:xfrm>
            <a:off x="3424288" y="757464"/>
            <a:ext cx="5343348" cy="5343000"/>
          </a:xfrm>
          <a:prstGeom prst="round2DiagRect">
            <a:avLst>
              <a:gd name="adj1" fmla="val 0"/>
              <a:gd name="adj2" fmla="val 1648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g3f5b021c08c_0_1573"/>
          <p:cNvSpPr txBox="1">
            <a:spLocks noGrp="1"/>
          </p:cNvSpPr>
          <p:nvPr>
            <p:ph type="body" idx="1"/>
          </p:nvPr>
        </p:nvSpPr>
        <p:spPr>
          <a:xfrm>
            <a:off x="4187634" y="1139112"/>
            <a:ext cx="3816548" cy="45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114300" algn="l">
              <a:lnSpc>
                <a:spcPct val="112592"/>
              </a:lnSpc>
              <a:spcBef>
                <a:spcPts val="1000"/>
              </a:spcBef>
              <a:spcAft>
                <a:spcPts val="0"/>
              </a:spcAft>
              <a:buSzPts val="5400"/>
              <a:buNone/>
              <a:defRPr sz="2700" b="1">
                <a:solidFill>
                  <a:schemeClr val="dk2"/>
                </a:solidFill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2pPr>
            <a:lvl3pPr marL="685800" lvl="2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3pPr>
            <a:lvl4pPr marL="914400" lvl="3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4pPr>
            <a:lvl5pPr marL="1143000" lvl="4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59" name="Google Shape;1959;g3f5b021c08c_0_1573"/>
          <p:cNvSpPr/>
          <p:nvPr/>
        </p:nvSpPr>
        <p:spPr>
          <a:xfrm rot="10800000">
            <a:off x="2296801" y="1459"/>
            <a:ext cx="1522269" cy="2275305"/>
          </a:xfrm>
          <a:custGeom>
            <a:avLst/>
            <a:gdLst/>
            <a:ahLst/>
            <a:cxnLst/>
            <a:rect l="l" t="t" r="r" b="b"/>
            <a:pathLst>
              <a:path w="1522170" h="2275305" extrusionOk="0">
                <a:moveTo>
                  <a:pt x="1356648" y="2275305"/>
                </a:moveTo>
                <a:lnTo>
                  <a:pt x="0" y="2275305"/>
                </a:lnTo>
                <a:lnTo>
                  <a:pt x="0" y="2274926"/>
                </a:lnTo>
                <a:cubicBezTo>
                  <a:pt x="490790" y="2258259"/>
                  <a:pt x="745582" y="2007121"/>
                  <a:pt x="764688" y="1521347"/>
                </a:cubicBezTo>
                <a:lnTo>
                  <a:pt x="0" y="1521347"/>
                </a:lnTo>
                <a:lnTo>
                  <a:pt x="0" y="0"/>
                </a:lnTo>
                <a:lnTo>
                  <a:pt x="1522170" y="0"/>
                </a:lnTo>
                <a:lnTo>
                  <a:pt x="1522170" y="1521347"/>
                </a:lnTo>
                <a:cubicBezTo>
                  <a:pt x="1522170" y="1800517"/>
                  <a:pt x="1472620" y="2041740"/>
                  <a:pt x="1373520" y="224501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g3f5b021c08c_0_1573"/>
          <p:cNvSpPr/>
          <p:nvPr/>
        </p:nvSpPr>
        <p:spPr>
          <a:xfrm>
            <a:off x="8372923" y="4582696"/>
            <a:ext cx="1522269" cy="2275305"/>
          </a:xfrm>
          <a:custGeom>
            <a:avLst/>
            <a:gdLst/>
            <a:ahLst/>
            <a:cxnLst/>
            <a:rect l="l" t="t" r="r" b="b"/>
            <a:pathLst>
              <a:path w="1522170" h="2275305" extrusionOk="0">
                <a:moveTo>
                  <a:pt x="0" y="0"/>
                </a:moveTo>
                <a:lnTo>
                  <a:pt x="1522170" y="0"/>
                </a:lnTo>
                <a:lnTo>
                  <a:pt x="1522170" y="1521347"/>
                </a:lnTo>
                <a:cubicBezTo>
                  <a:pt x="1522170" y="1800517"/>
                  <a:pt x="1472620" y="2041739"/>
                  <a:pt x="1373521" y="2245016"/>
                </a:cubicBezTo>
                <a:lnTo>
                  <a:pt x="1356648" y="2275305"/>
                </a:lnTo>
                <a:lnTo>
                  <a:pt x="0" y="2275305"/>
                </a:lnTo>
                <a:lnTo>
                  <a:pt x="0" y="2274925"/>
                </a:lnTo>
                <a:cubicBezTo>
                  <a:pt x="490790" y="2258258"/>
                  <a:pt x="745582" y="2007120"/>
                  <a:pt x="764688" y="1521347"/>
                </a:cubicBezTo>
                <a:lnTo>
                  <a:pt x="0" y="152134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96212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3 [Navy]">
  <p:cSld name="Quote 3 [Navy]">
    <p:bg>
      <p:bgPr>
        <a:solidFill>
          <a:schemeClr val="dk2"/>
        </a:solidFill>
        <a:effectLst/>
      </p:bgPr>
    </p:bg>
    <p:spTree>
      <p:nvGrpSpPr>
        <p:cNvPr id="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g3f5b021c08c_0_1578"/>
          <p:cNvSpPr/>
          <p:nvPr/>
        </p:nvSpPr>
        <p:spPr>
          <a:xfrm>
            <a:off x="3424288" y="757464"/>
            <a:ext cx="5343348" cy="5343000"/>
          </a:xfrm>
          <a:prstGeom prst="round2DiagRect">
            <a:avLst>
              <a:gd name="adj1" fmla="val 0"/>
              <a:gd name="adj2" fmla="val 16488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g3f5b021c08c_0_1578"/>
          <p:cNvSpPr txBox="1">
            <a:spLocks noGrp="1"/>
          </p:cNvSpPr>
          <p:nvPr>
            <p:ph type="body" idx="1"/>
          </p:nvPr>
        </p:nvSpPr>
        <p:spPr>
          <a:xfrm>
            <a:off x="4187634" y="1139112"/>
            <a:ext cx="3816548" cy="45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228600" lvl="0" indent="-114300" algn="l">
              <a:lnSpc>
                <a:spcPct val="112592"/>
              </a:lnSpc>
              <a:spcBef>
                <a:spcPts val="1000"/>
              </a:spcBef>
              <a:spcAft>
                <a:spcPts val="0"/>
              </a:spcAft>
              <a:buSzPts val="5400"/>
              <a:buNone/>
              <a:defRPr sz="2700" b="1">
                <a:solidFill>
                  <a:schemeClr val="dk1"/>
                </a:solidFill>
              </a:defRPr>
            </a:lvl1pPr>
            <a:lvl2pPr marL="457200" lvl="1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2pPr>
            <a:lvl3pPr marL="685800" lvl="2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3pPr>
            <a:lvl4pPr marL="914400" lvl="3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4pPr>
            <a:lvl5pPr marL="1143000" lvl="4" indent="-114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5pPr>
            <a:lvl6pPr marL="13716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marL="16002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marL="18288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marL="20574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>
            <a:endParaRPr/>
          </a:p>
        </p:txBody>
      </p:sp>
      <p:sp>
        <p:nvSpPr>
          <p:cNvPr id="1964" name="Google Shape;1964;g3f5b021c08c_0_1578"/>
          <p:cNvSpPr/>
          <p:nvPr/>
        </p:nvSpPr>
        <p:spPr>
          <a:xfrm rot="10800000">
            <a:off x="2296801" y="1459"/>
            <a:ext cx="1522269" cy="2275305"/>
          </a:xfrm>
          <a:custGeom>
            <a:avLst/>
            <a:gdLst/>
            <a:ahLst/>
            <a:cxnLst/>
            <a:rect l="l" t="t" r="r" b="b"/>
            <a:pathLst>
              <a:path w="1522170" h="2275305" extrusionOk="0">
                <a:moveTo>
                  <a:pt x="1356648" y="2275305"/>
                </a:moveTo>
                <a:lnTo>
                  <a:pt x="0" y="2275305"/>
                </a:lnTo>
                <a:lnTo>
                  <a:pt x="0" y="2274926"/>
                </a:lnTo>
                <a:cubicBezTo>
                  <a:pt x="490790" y="2258259"/>
                  <a:pt x="745582" y="2007121"/>
                  <a:pt x="764688" y="1521347"/>
                </a:cubicBezTo>
                <a:lnTo>
                  <a:pt x="0" y="1521347"/>
                </a:lnTo>
                <a:lnTo>
                  <a:pt x="0" y="0"/>
                </a:lnTo>
                <a:lnTo>
                  <a:pt x="1522170" y="0"/>
                </a:lnTo>
                <a:lnTo>
                  <a:pt x="1522170" y="1521347"/>
                </a:lnTo>
                <a:cubicBezTo>
                  <a:pt x="1522170" y="1800517"/>
                  <a:pt x="1472620" y="2041740"/>
                  <a:pt x="1373520" y="224501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g3f5b021c08c_0_1578"/>
          <p:cNvSpPr/>
          <p:nvPr/>
        </p:nvSpPr>
        <p:spPr>
          <a:xfrm>
            <a:off x="8372923" y="4582696"/>
            <a:ext cx="1522269" cy="2275305"/>
          </a:xfrm>
          <a:custGeom>
            <a:avLst/>
            <a:gdLst/>
            <a:ahLst/>
            <a:cxnLst/>
            <a:rect l="l" t="t" r="r" b="b"/>
            <a:pathLst>
              <a:path w="1522170" h="2275305" extrusionOk="0">
                <a:moveTo>
                  <a:pt x="0" y="0"/>
                </a:moveTo>
                <a:lnTo>
                  <a:pt x="1522170" y="0"/>
                </a:lnTo>
                <a:lnTo>
                  <a:pt x="1522170" y="1521347"/>
                </a:lnTo>
                <a:cubicBezTo>
                  <a:pt x="1522170" y="1800517"/>
                  <a:pt x="1472620" y="2041739"/>
                  <a:pt x="1373521" y="2245016"/>
                </a:cubicBezTo>
                <a:lnTo>
                  <a:pt x="1356648" y="2275305"/>
                </a:lnTo>
                <a:lnTo>
                  <a:pt x="0" y="2275305"/>
                </a:lnTo>
                <a:lnTo>
                  <a:pt x="0" y="2274925"/>
                </a:lnTo>
                <a:cubicBezTo>
                  <a:pt x="490790" y="2258258"/>
                  <a:pt x="745582" y="2007120"/>
                  <a:pt x="764688" y="1521347"/>
                </a:cubicBezTo>
                <a:lnTo>
                  <a:pt x="0" y="152134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g3f5b021c08c_0_1578"/>
          <p:cNvSpPr/>
          <p:nvPr/>
        </p:nvSpPr>
        <p:spPr>
          <a:xfrm>
            <a:off x="11487329" y="184684"/>
            <a:ext cx="246316" cy="539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7" name="Google Shape;1967;g3f5b021c08c_0_1578"/>
          <p:cNvSpPr txBox="1"/>
          <p:nvPr/>
        </p:nvSpPr>
        <p:spPr>
          <a:xfrm>
            <a:off x="9570715" y="6471444"/>
            <a:ext cx="2250596" cy="223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Zscaler, Inc. All rights reserved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7798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65.xml"/><Relationship Id="rId26" Type="http://schemas.openxmlformats.org/officeDocument/2006/relationships/slideLayout" Target="../slideLayouts/slideLayout73.xml"/><Relationship Id="rId21" Type="http://schemas.openxmlformats.org/officeDocument/2006/relationships/slideLayout" Target="../slideLayouts/slideLayout68.xml"/><Relationship Id="rId34" Type="http://schemas.openxmlformats.org/officeDocument/2006/relationships/slideLayout" Target="../slideLayouts/slideLayout81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4.xml"/><Relationship Id="rId25" Type="http://schemas.openxmlformats.org/officeDocument/2006/relationships/slideLayout" Target="../slideLayouts/slideLayout72.xml"/><Relationship Id="rId3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67.xml"/><Relationship Id="rId29" Type="http://schemas.openxmlformats.org/officeDocument/2006/relationships/slideLayout" Target="../slideLayouts/slideLayout76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71.xml"/><Relationship Id="rId32" Type="http://schemas.openxmlformats.org/officeDocument/2006/relationships/slideLayout" Target="../slideLayouts/slideLayout79.xml"/><Relationship Id="rId37" Type="http://schemas.openxmlformats.org/officeDocument/2006/relationships/theme" Target="../theme/theme2.xml"/><Relationship Id="rId5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62.xml"/><Relationship Id="rId23" Type="http://schemas.openxmlformats.org/officeDocument/2006/relationships/slideLayout" Target="../slideLayouts/slideLayout70.xml"/><Relationship Id="rId28" Type="http://schemas.openxmlformats.org/officeDocument/2006/relationships/slideLayout" Target="../slideLayouts/slideLayout75.xml"/><Relationship Id="rId36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57.xml"/><Relationship Id="rId19" Type="http://schemas.openxmlformats.org/officeDocument/2006/relationships/slideLayout" Target="../slideLayouts/slideLayout66.xml"/><Relationship Id="rId31" Type="http://schemas.openxmlformats.org/officeDocument/2006/relationships/slideLayout" Target="../slideLayouts/slideLayout78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Relationship Id="rId22" Type="http://schemas.openxmlformats.org/officeDocument/2006/relationships/slideLayout" Target="../slideLayouts/slideLayout69.xml"/><Relationship Id="rId27" Type="http://schemas.openxmlformats.org/officeDocument/2006/relationships/slideLayout" Target="../slideLayouts/slideLayout74.xml"/><Relationship Id="rId30" Type="http://schemas.openxmlformats.org/officeDocument/2006/relationships/slideLayout" Target="../slideLayouts/slideLayout77.xml"/><Relationship Id="rId35" Type="http://schemas.openxmlformats.org/officeDocument/2006/relationships/slideLayout" Target="../slideLayouts/slideLayout82.xml"/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242F22-575A-2DB9-0574-8B21F34D4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706" y="386557"/>
            <a:ext cx="9298820" cy="3538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r>
              <a:rPr lang="en-US"/>
              <a:t>Placeholder for medium header with a max of 10 words long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B6C28-0F5A-5F97-530B-37EB6F7DE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705" y="2294513"/>
            <a:ext cx="10983095" cy="3882449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07A3E8-43E7-9265-6520-89A6A8E1E62C}"/>
              </a:ext>
            </a:extLst>
          </p:cNvPr>
          <p:cNvSpPr txBox="1"/>
          <p:nvPr userDrawn="1"/>
        </p:nvSpPr>
        <p:spPr>
          <a:xfrm>
            <a:off x="9570720" y="6471444"/>
            <a:ext cx="2250574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Graphic 11">
            <a:extLst>
              <a:ext uri="{FF2B5EF4-FFF2-40B4-BE49-F238E27FC236}">
                <a16:creationId xmlns:a16="http://schemas.microsoft.com/office/drawing/2014/main" id="{83C26A13-9BF7-BBC6-4596-366E2DEFFFED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D25465-755A-A41A-35C1-7326CE45A70E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dirty="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 dirty="0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 dirty="0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1877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3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502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502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502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502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g3f5b021c08c_0_1308"/>
          <p:cNvSpPr txBox="1"/>
          <p:nvPr/>
        </p:nvSpPr>
        <p:spPr>
          <a:xfrm>
            <a:off x="9570715" y="6471444"/>
            <a:ext cx="2250596" cy="223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2026 Zscaler, Inc. All rights reserved</a:t>
            </a:r>
            <a:endParaRPr sz="85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g3f5b021c08c_0_1308"/>
          <p:cNvSpPr txBox="1">
            <a:spLocks noGrp="1"/>
          </p:cNvSpPr>
          <p:nvPr>
            <p:ph type="title"/>
          </p:nvPr>
        </p:nvSpPr>
        <p:spPr>
          <a:xfrm>
            <a:off x="371475" y="386557"/>
            <a:ext cx="9298805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None/>
              <a:defRPr sz="4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>
            <a:endParaRPr/>
          </a:p>
        </p:txBody>
      </p:sp>
      <p:sp>
        <p:nvSpPr>
          <p:cNvPr id="1694" name="Google Shape;1694;g3f5b021c08c_0_1308"/>
          <p:cNvSpPr txBox="1">
            <a:spLocks noGrp="1"/>
          </p:cNvSpPr>
          <p:nvPr>
            <p:ph type="body" idx="1"/>
          </p:nvPr>
        </p:nvSpPr>
        <p:spPr>
          <a:xfrm>
            <a:off x="370704" y="2294514"/>
            <a:ext cx="11363090" cy="38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00" rIns="182850" bIns="91400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95" name="Google Shape;1695;g3f5b021c08c_0_1308"/>
          <p:cNvSpPr txBox="1"/>
          <p:nvPr/>
        </p:nvSpPr>
        <p:spPr>
          <a:xfrm>
            <a:off x="-6349997" y="-6350000"/>
            <a:ext cx="1260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Noto Sans Symbols"/>
              <a:buNone/>
            </a:pP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g3f5b021c08c_0_1308"/>
          <p:cNvSpPr/>
          <p:nvPr/>
        </p:nvSpPr>
        <p:spPr>
          <a:xfrm>
            <a:off x="11487329" y="184684"/>
            <a:ext cx="246316" cy="539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1869339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46">
          <p15:clr>
            <a:srgbClr val="F26B43"/>
          </p15:clr>
        </p15:guide>
        <p15:guide id="2" pos="468">
          <p15:clr>
            <a:srgbClr val="F26B43"/>
          </p15:clr>
        </p15:guide>
        <p15:guide id="3" pos="29782">
          <p15:clr>
            <a:srgbClr val="F26B43"/>
          </p15:clr>
        </p15:guide>
        <p15:guide id="4" orient="horz" pos="16334">
          <p15:clr>
            <a:srgbClr val="F26B43"/>
          </p15:clr>
        </p15:guide>
        <p15:guide id="5" orient="horz" pos="1462">
          <p15:clr>
            <a:srgbClr val="F26B43"/>
          </p15:clr>
        </p15:guide>
        <p15:guide id="6" orient="horz" pos="2868">
          <p15:clr>
            <a:srgbClr val="F26B43"/>
          </p15:clr>
        </p15:guide>
        <p15:guide id="7" pos="14801">
          <p15:clr>
            <a:srgbClr val="F26B43"/>
          </p15:clr>
        </p15:guide>
        <p15:guide id="8" orient="horz" pos="24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g3f5b021c08c_0_1058"/>
          <p:cNvSpPr txBox="1">
            <a:spLocks noGrp="1"/>
          </p:cNvSpPr>
          <p:nvPr>
            <p:ph type="title"/>
          </p:nvPr>
        </p:nvSpPr>
        <p:spPr>
          <a:xfrm>
            <a:off x="371848" y="386557"/>
            <a:ext cx="9298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>
              <a:buSzPts val="4600"/>
            </a:pPr>
            <a:r>
              <a:rPr lang="en-US" dirty="0"/>
              <a:t>Deployment Pattern 1</a:t>
            </a:r>
            <a:endParaRPr dirty="0"/>
          </a:p>
        </p:txBody>
      </p:sp>
      <p:sp>
        <p:nvSpPr>
          <p:cNvPr id="2308" name="Google Shape;2308;g3f5b021c08c_0_1058"/>
          <p:cNvSpPr txBox="1">
            <a:spLocks noGrp="1"/>
          </p:cNvSpPr>
          <p:nvPr>
            <p:ph type="body" idx="4294967295"/>
          </p:nvPr>
        </p:nvSpPr>
        <p:spPr>
          <a:xfrm>
            <a:off x="371848" y="782582"/>
            <a:ext cx="260595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6350" indent="0">
              <a:spcBef>
                <a:spcPts val="0"/>
              </a:spcBef>
              <a:buSzPts val="3600"/>
              <a:buNone/>
            </a:pPr>
            <a:r>
              <a:rPr lang="en-US" sz="1800">
                <a:solidFill>
                  <a:schemeClr val="lt1"/>
                </a:solidFill>
              </a:rPr>
              <a:t>The Café Like Branch</a:t>
            </a:r>
            <a:endParaRPr/>
          </a:p>
        </p:txBody>
      </p:sp>
      <p:sp>
        <p:nvSpPr>
          <p:cNvPr id="2309" name="Google Shape;2309;g3f5b021c08c_0_1058"/>
          <p:cNvSpPr txBox="1">
            <a:spLocks noGrp="1"/>
          </p:cNvSpPr>
          <p:nvPr>
            <p:ph type="body" idx="4294967295"/>
          </p:nvPr>
        </p:nvSpPr>
        <p:spPr>
          <a:xfrm>
            <a:off x="371847" y="1451314"/>
            <a:ext cx="5550000" cy="18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6350" indent="0">
              <a:spcBef>
                <a:spcPts val="0"/>
              </a:spcBef>
              <a:buSzPts val="3600"/>
              <a:buNone/>
            </a:pPr>
            <a:r>
              <a:rPr lang="en-US" sz="1800" b="1" dirty="0"/>
              <a:t>Secure External Communication</a:t>
            </a:r>
            <a:endParaRPr dirty="0"/>
          </a:p>
          <a:p>
            <a:pPr marL="406400" indent="-215900">
              <a:spcBef>
                <a:spcPts val="1000"/>
              </a:spcBef>
              <a:buSzPts val="3200"/>
            </a:pPr>
            <a:r>
              <a:rPr lang="en-US" sz="1600" dirty="0"/>
              <a:t>Secure users + devices to Internet/SaaS communication through ZIA</a:t>
            </a:r>
            <a:endParaRPr dirty="0"/>
          </a:p>
          <a:p>
            <a:pPr marL="406400" indent="-215900">
              <a:spcBef>
                <a:spcPts val="1000"/>
              </a:spcBef>
              <a:buSzPts val="3200"/>
            </a:pPr>
            <a:r>
              <a:rPr lang="en-US" sz="1600" dirty="0"/>
              <a:t>Fully brokered device to private app access via ZPA</a:t>
            </a:r>
            <a:endParaRPr dirty="0"/>
          </a:p>
        </p:txBody>
      </p:sp>
      <p:sp>
        <p:nvSpPr>
          <p:cNvPr id="2310" name="Google Shape;2310;g3f5b021c08c_0_1058"/>
          <p:cNvSpPr txBox="1">
            <a:spLocks noGrp="1"/>
          </p:cNvSpPr>
          <p:nvPr>
            <p:ph type="body" idx="4294967295"/>
          </p:nvPr>
        </p:nvSpPr>
        <p:spPr>
          <a:xfrm>
            <a:off x="368470" y="4524173"/>
            <a:ext cx="5389800" cy="13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6350" indent="0">
              <a:spcBef>
                <a:spcPts val="0"/>
              </a:spcBef>
              <a:buSzPts val="3600"/>
              <a:buNone/>
            </a:pPr>
            <a:r>
              <a:rPr lang="en-US" sz="1800" b="1"/>
              <a:t>Simplify Management</a:t>
            </a:r>
            <a:endParaRPr/>
          </a:p>
          <a:p>
            <a:pPr marL="406400" indent="-215900">
              <a:spcBef>
                <a:spcPts val="1000"/>
              </a:spcBef>
              <a:buSzPts val="3200"/>
            </a:pPr>
            <a:r>
              <a:rPr lang="en-US" sz="1600"/>
              <a:t>Leverage unified policy framework in ZIA/ZPA for user and device traffic</a:t>
            </a:r>
            <a:endParaRPr/>
          </a:p>
        </p:txBody>
      </p:sp>
      <p:sp>
        <p:nvSpPr>
          <p:cNvPr id="2311" name="Google Shape;2311;g3f5b021c08c_0_1058"/>
          <p:cNvSpPr txBox="1">
            <a:spLocks noGrp="1"/>
          </p:cNvSpPr>
          <p:nvPr>
            <p:ph type="body" idx="4294967295"/>
          </p:nvPr>
        </p:nvSpPr>
        <p:spPr>
          <a:xfrm>
            <a:off x="408089" y="3106885"/>
            <a:ext cx="5364600" cy="10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6350" indent="0">
              <a:spcBef>
                <a:spcPts val="0"/>
              </a:spcBef>
              <a:buSzPts val="3600"/>
              <a:buNone/>
            </a:pPr>
            <a:r>
              <a:rPr lang="en-US" sz="1800" b="1"/>
              <a:t>Secure Internal Communications</a:t>
            </a:r>
            <a:endParaRPr/>
          </a:p>
          <a:p>
            <a:pPr marL="406400" indent="-215900">
              <a:spcBef>
                <a:spcPts val="1000"/>
              </a:spcBef>
              <a:buSzPts val="3200"/>
            </a:pPr>
            <a:r>
              <a:rPr lang="en-US" sz="1600"/>
              <a:t>Microsegment IT from IoT/OT devices on the LAN</a:t>
            </a:r>
            <a:endParaRPr/>
          </a:p>
          <a:p>
            <a:pPr marL="406400" indent="-215900">
              <a:spcBef>
                <a:spcPts val="1000"/>
              </a:spcBef>
              <a:buSzPts val="3200"/>
            </a:pPr>
            <a:r>
              <a:rPr lang="en-US" sz="1600"/>
              <a:t>Prevent lateral threat movement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3f5b021c08c_0_1133"/>
          <p:cNvSpPr txBox="1">
            <a:spLocks noGrp="1"/>
          </p:cNvSpPr>
          <p:nvPr>
            <p:ph type="title"/>
          </p:nvPr>
        </p:nvSpPr>
        <p:spPr>
          <a:xfrm>
            <a:off x="371848" y="386557"/>
            <a:ext cx="9298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>
              <a:buSzPts val="4600"/>
            </a:pPr>
            <a:r>
              <a:rPr lang="en-US"/>
              <a:t>Deployment Pattern 2</a:t>
            </a:r>
            <a:endParaRPr/>
          </a:p>
        </p:txBody>
      </p:sp>
      <p:sp>
        <p:nvSpPr>
          <p:cNvPr id="2384" name="Google Shape;2384;g3f5b021c08c_0_1133"/>
          <p:cNvSpPr txBox="1">
            <a:spLocks noGrp="1"/>
          </p:cNvSpPr>
          <p:nvPr>
            <p:ph type="body" idx="4294967295"/>
          </p:nvPr>
        </p:nvSpPr>
        <p:spPr>
          <a:xfrm>
            <a:off x="371847" y="1468318"/>
            <a:ext cx="5701800" cy="18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6350" indent="0">
              <a:spcBef>
                <a:spcPts val="0"/>
              </a:spcBef>
              <a:buSzPts val="3600"/>
              <a:buNone/>
            </a:pPr>
            <a:r>
              <a:rPr lang="en-US" sz="1800" b="1"/>
              <a:t>Secure External Communication</a:t>
            </a:r>
            <a:endParaRPr/>
          </a:p>
          <a:p>
            <a:pPr marL="406400" indent="-215900">
              <a:spcBef>
                <a:spcPts val="1000"/>
              </a:spcBef>
              <a:buSzPts val="3200"/>
            </a:pPr>
            <a:r>
              <a:rPr lang="en-US" sz="1600"/>
              <a:t>Secure users + devices to Internet/SaaS communication through ZIA</a:t>
            </a:r>
            <a:endParaRPr/>
          </a:p>
          <a:p>
            <a:pPr marL="406400" indent="-215900">
              <a:spcBef>
                <a:spcPts val="1000"/>
              </a:spcBef>
              <a:buSzPts val="3200"/>
            </a:pPr>
            <a:r>
              <a:rPr lang="en-US" sz="1600"/>
              <a:t>Fully brokered device to private app access via ZPA</a:t>
            </a:r>
            <a:endParaRPr/>
          </a:p>
          <a:p>
            <a:pPr marL="406400" indent="-215900">
              <a:spcBef>
                <a:spcPts val="1000"/>
              </a:spcBef>
              <a:buSzPts val="3200"/>
            </a:pPr>
            <a:r>
              <a:rPr lang="en-US" sz="1600"/>
              <a:t>Inbound access from DC/Cloud apps to devices in the branch (eg. remote printing, SNMP monitoring)</a:t>
            </a:r>
            <a:endParaRPr/>
          </a:p>
        </p:txBody>
      </p:sp>
      <p:sp>
        <p:nvSpPr>
          <p:cNvPr id="2385" name="Google Shape;2385;g3f5b021c08c_0_1133"/>
          <p:cNvSpPr txBox="1">
            <a:spLocks noGrp="1"/>
          </p:cNvSpPr>
          <p:nvPr>
            <p:ph type="body" idx="4294967295"/>
          </p:nvPr>
        </p:nvSpPr>
        <p:spPr>
          <a:xfrm>
            <a:off x="339029" y="5085146"/>
            <a:ext cx="5364000" cy="8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6350" indent="0">
              <a:spcBef>
                <a:spcPts val="0"/>
              </a:spcBef>
              <a:buSzPts val="3600"/>
              <a:buNone/>
            </a:pPr>
            <a:r>
              <a:rPr lang="en-US" sz="1800" b="1"/>
              <a:t>Simplify Management</a:t>
            </a:r>
            <a:endParaRPr/>
          </a:p>
          <a:p>
            <a:pPr marL="406400" indent="-215900">
              <a:spcBef>
                <a:spcPts val="1000"/>
              </a:spcBef>
              <a:buSzPts val="3200"/>
            </a:pPr>
            <a:r>
              <a:rPr lang="en-US" sz="1600"/>
              <a:t>Leverage unified policy framework in ZIA/ZPA for user and device traffic</a:t>
            </a:r>
            <a:endParaRPr/>
          </a:p>
        </p:txBody>
      </p:sp>
      <p:sp>
        <p:nvSpPr>
          <p:cNvPr id="2459" name="Google Shape;2459;g3f5b021c08c_0_1133"/>
          <p:cNvSpPr txBox="1"/>
          <p:nvPr/>
        </p:nvSpPr>
        <p:spPr>
          <a:xfrm>
            <a:off x="371847" y="782582"/>
            <a:ext cx="4568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6350" defTabSz="457200">
              <a:buClr>
                <a:srgbClr val="246CF7"/>
              </a:buClr>
              <a:buSzPts val="3600"/>
            </a:pPr>
            <a:r>
              <a:rPr lang="en-US" kern="0">
                <a:solidFill>
                  <a:srgbClr val="246CF7"/>
                </a:solidFill>
                <a:latin typeface="Arial"/>
                <a:ea typeface="Arial"/>
                <a:cs typeface="Arial"/>
                <a:sym typeface="Arial"/>
              </a:rPr>
              <a:t>Enable bi-directional communication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460" name="Google Shape;2460;g3f5b021c08c_0_1133"/>
          <p:cNvSpPr txBox="1"/>
          <p:nvPr/>
        </p:nvSpPr>
        <p:spPr>
          <a:xfrm>
            <a:off x="371847" y="3637830"/>
            <a:ext cx="57018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6350" defTabSz="457200">
              <a:buClr>
                <a:srgbClr val="246CF7"/>
              </a:buClr>
              <a:buSzPts val="3600"/>
            </a:pPr>
            <a:r>
              <a:rPr lang="en-US" b="1" kern="0">
                <a:solidFill>
                  <a:srgbClr val="001744"/>
                </a:solidFill>
                <a:latin typeface="Arial"/>
                <a:ea typeface="Arial"/>
                <a:cs typeface="Arial"/>
                <a:sym typeface="Arial"/>
              </a:rPr>
              <a:t>Secure Internal Communication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06400" indent="-215900" defTabSz="457200">
              <a:spcBef>
                <a:spcPts val="1000"/>
              </a:spcBef>
              <a:buClr>
                <a:srgbClr val="246CF7"/>
              </a:buClr>
              <a:buSzPts val="3200"/>
              <a:buFont typeface="Noto Sans Symbols"/>
              <a:buChar char="▪"/>
            </a:pPr>
            <a:r>
              <a:rPr lang="en-US" sz="1600" kern="0">
                <a:solidFill>
                  <a:srgbClr val="001744"/>
                </a:solidFill>
                <a:latin typeface="Arial"/>
                <a:ea typeface="Arial"/>
                <a:cs typeface="Arial"/>
                <a:sym typeface="Arial"/>
              </a:rPr>
              <a:t>Microsegment IT from IoT/OT devices on the LAN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06400" indent="-215900" defTabSz="457200">
              <a:spcBef>
                <a:spcPts val="1000"/>
              </a:spcBef>
              <a:buClr>
                <a:srgbClr val="246CF7"/>
              </a:buClr>
              <a:buSzPts val="3200"/>
              <a:buFont typeface="Noto Sans Symbols"/>
              <a:buChar char="▪"/>
            </a:pPr>
            <a:r>
              <a:rPr lang="en-US" sz="1600" kern="0">
                <a:solidFill>
                  <a:srgbClr val="001744"/>
                </a:solidFill>
                <a:latin typeface="Arial"/>
                <a:ea typeface="Arial"/>
                <a:cs typeface="Arial"/>
                <a:sym typeface="Arial"/>
              </a:rPr>
              <a:t>Prevent lateral threat movement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Google Shape;2466;g3f5b021c08c_0_1215"/>
          <p:cNvSpPr txBox="1">
            <a:spLocks noGrp="1"/>
          </p:cNvSpPr>
          <p:nvPr>
            <p:ph type="title"/>
          </p:nvPr>
        </p:nvSpPr>
        <p:spPr>
          <a:xfrm>
            <a:off x="371848" y="386557"/>
            <a:ext cx="9298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>
              <a:buSzPts val="4600"/>
            </a:pPr>
            <a:r>
              <a:rPr lang="en-US"/>
              <a:t>Deployment Pattern 3</a:t>
            </a:r>
            <a:endParaRPr/>
          </a:p>
        </p:txBody>
      </p:sp>
      <p:sp>
        <p:nvSpPr>
          <p:cNvPr id="2551" name="Google Shape;2551;g3f5b021c08c_0_1215"/>
          <p:cNvSpPr txBox="1"/>
          <p:nvPr/>
        </p:nvSpPr>
        <p:spPr>
          <a:xfrm>
            <a:off x="371847" y="782582"/>
            <a:ext cx="4568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6350" defTabSz="457200">
              <a:buClr>
                <a:srgbClr val="246CF7"/>
              </a:buClr>
              <a:buSzPts val="3600"/>
            </a:pPr>
            <a:r>
              <a:rPr lang="en-US" kern="0">
                <a:solidFill>
                  <a:srgbClr val="246CF7"/>
                </a:solidFill>
                <a:latin typeface="Arial"/>
                <a:ea typeface="Arial"/>
                <a:cs typeface="Arial"/>
                <a:sym typeface="Arial"/>
              </a:rPr>
              <a:t>Enable legacy apps and protocols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552" name="Google Shape;2552;g3f5b021c08c_0_1215"/>
          <p:cNvSpPr txBox="1"/>
          <p:nvPr/>
        </p:nvSpPr>
        <p:spPr>
          <a:xfrm>
            <a:off x="371847" y="1468318"/>
            <a:ext cx="5701800" cy="24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6350" defTabSz="457200">
              <a:buClr>
                <a:srgbClr val="246CF7"/>
              </a:buClr>
              <a:buSzPts val="3600"/>
            </a:pPr>
            <a:r>
              <a:rPr lang="en-US" b="1" kern="0">
                <a:solidFill>
                  <a:srgbClr val="001744"/>
                </a:solidFill>
                <a:latin typeface="Arial"/>
                <a:ea typeface="Arial"/>
                <a:cs typeface="Arial"/>
                <a:sym typeface="Arial"/>
              </a:rPr>
              <a:t>Secure External Communication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06400" indent="-215900" defTabSz="457200">
              <a:spcBef>
                <a:spcPts val="1000"/>
              </a:spcBef>
              <a:buClr>
                <a:srgbClr val="246CF7"/>
              </a:buClr>
              <a:buSzPts val="3200"/>
              <a:buFont typeface="Noto Sans Symbols"/>
              <a:buChar char="▪"/>
            </a:pPr>
            <a:r>
              <a:rPr lang="en-US" sz="1600" kern="0">
                <a:solidFill>
                  <a:srgbClr val="001744"/>
                </a:solidFill>
                <a:latin typeface="Arial"/>
                <a:ea typeface="Arial"/>
                <a:cs typeface="Arial"/>
                <a:sym typeface="Arial"/>
              </a:rPr>
              <a:t>Secure users + devices to Internet/SaaS communication through ZIA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06400" indent="-215900" defTabSz="457200">
              <a:spcBef>
                <a:spcPts val="1000"/>
              </a:spcBef>
              <a:buClr>
                <a:srgbClr val="246CF7"/>
              </a:buClr>
              <a:buSzPts val="3200"/>
              <a:buFont typeface="Noto Sans Symbols"/>
              <a:buChar char="▪"/>
            </a:pPr>
            <a:r>
              <a:rPr lang="en-US" sz="1600" kern="0">
                <a:solidFill>
                  <a:srgbClr val="001744"/>
                </a:solidFill>
                <a:latin typeface="Arial"/>
                <a:ea typeface="Arial"/>
                <a:cs typeface="Arial"/>
                <a:sym typeface="Arial"/>
              </a:rPr>
              <a:t>Fully brokered device to private app access via ZPA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06400" indent="-215900" defTabSz="457200">
              <a:spcBef>
                <a:spcPts val="1000"/>
              </a:spcBef>
              <a:buClr>
                <a:srgbClr val="246CF7"/>
              </a:buClr>
              <a:buSzPts val="3200"/>
              <a:buFont typeface="Noto Sans Symbols"/>
              <a:buChar char="▪"/>
            </a:pPr>
            <a:r>
              <a:rPr lang="en-US" sz="1600" kern="0">
                <a:solidFill>
                  <a:srgbClr val="001744"/>
                </a:solidFill>
                <a:latin typeface="Arial"/>
                <a:ea typeface="Arial"/>
                <a:cs typeface="Arial"/>
                <a:sym typeface="Arial"/>
              </a:rPr>
              <a:t>Inbound access from DC/Cloud apps to devices in the branch (eg. remote printing, SNMP monitoring)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06400" indent="-215900" defTabSz="457200">
              <a:spcBef>
                <a:spcPts val="1000"/>
              </a:spcBef>
              <a:buClr>
                <a:srgbClr val="246CF7"/>
              </a:buClr>
              <a:buSzPts val="3200"/>
              <a:buFont typeface="Noto Sans Symbols"/>
              <a:buChar char="▪"/>
            </a:pPr>
            <a:r>
              <a:rPr lang="en-US" sz="1600" kern="0">
                <a:solidFill>
                  <a:srgbClr val="001744"/>
                </a:solidFill>
                <a:latin typeface="Arial"/>
                <a:ea typeface="Arial"/>
                <a:cs typeface="Arial"/>
                <a:sym typeface="Arial"/>
              </a:rPr>
              <a:t>Support for legacy apps/protocols with routed tunnels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553" name="Google Shape;2553;g3f5b021c08c_0_1215"/>
          <p:cNvSpPr txBox="1"/>
          <p:nvPr/>
        </p:nvSpPr>
        <p:spPr>
          <a:xfrm>
            <a:off x="339029" y="5330809"/>
            <a:ext cx="5364000" cy="8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6350" defTabSz="457200">
              <a:buClr>
                <a:srgbClr val="246CF7"/>
              </a:buClr>
              <a:buSzPts val="3600"/>
            </a:pPr>
            <a:r>
              <a:rPr lang="en-US" b="1" kern="0">
                <a:solidFill>
                  <a:srgbClr val="001744"/>
                </a:solidFill>
                <a:latin typeface="Arial"/>
                <a:ea typeface="Arial"/>
                <a:cs typeface="Arial"/>
                <a:sym typeface="Arial"/>
              </a:rPr>
              <a:t>Simplify Management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06400" indent="-215900" defTabSz="457200">
              <a:spcBef>
                <a:spcPts val="1000"/>
              </a:spcBef>
              <a:buClr>
                <a:srgbClr val="246CF7"/>
              </a:buClr>
              <a:buSzPts val="3200"/>
              <a:buFont typeface="Noto Sans Symbols"/>
              <a:buChar char="▪"/>
            </a:pPr>
            <a:r>
              <a:rPr lang="en-US" sz="1600" kern="0">
                <a:solidFill>
                  <a:srgbClr val="001744"/>
                </a:solidFill>
                <a:latin typeface="Arial"/>
                <a:ea typeface="Arial"/>
                <a:cs typeface="Arial"/>
                <a:sym typeface="Arial"/>
              </a:rPr>
              <a:t>Leverage unified policy framework in ZIA/ZPA for user and device traffic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554" name="Google Shape;2554;g3f5b021c08c_0_1215"/>
          <p:cNvSpPr txBox="1"/>
          <p:nvPr/>
        </p:nvSpPr>
        <p:spPr>
          <a:xfrm>
            <a:off x="371847" y="3965381"/>
            <a:ext cx="57018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6350" defTabSz="457200">
              <a:buClr>
                <a:srgbClr val="246CF7"/>
              </a:buClr>
              <a:buSzPts val="3600"/>
            </a:pPr>
            <a:r>
              <a:rPr lang="en-US" b="1" kern="0">
                <a:solidFill>
                  <a:srgbClr val="001744"/>
                </a:solidFill>
                <a:latin typeface="Arial"/>
                <a:ea typeface="Arial"/>
                <a:cs typeface="Arial"/>
                <a:sym typeface="Arial"/>
              </a:rPr>
              <a:t>Secure Internal Communication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06400" indent="-215900" defTabSz="457200">
              <a:spcBef>
                <a:spcPts val="1000"/>
              </a:spcBef>
              <a:buClr>
                <a:srgbClr val="246CF7"/>
              </a:buClr>
              <a:buSzPts val="3200"/>
              <a:buFont typeface="Noto Sans Symbols"/>
              <a:buChar char="▪"/>
            </a:pPr>
            <a:r>
              <a:rPr lang="en-US" sz="1600" kern="0">
                <a:solidFill>
                  <a:srgbClr val="001744"/>
                </a:solidFill>
                <a:latin typeface="Arial"/>
                <a:ea typeface="Arial"/>
                <a:cs typeface="Arial"/>
                <a:sym typeface="Arial"/>
              </a:rPr>
              <a:t>Microsegment IT from IoT/OT devices on the LAN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06400" indent="-215900" defTabSz="457200">
              <a:spcBef>
                <a:spcPts val="1000"/>
              </a:spcBef>
              <a:buClr>
                <a:srgbClr val="246CF7"/>
              </a:buClr>
              <a:buSzPts val="3200"/>
              <a:buFont typeface="Noto Sans Symbols"/>
              <a:buChar char="▪"/>
            </a:pPr>
            <a:r>
              <a:rPr lang="en-US" sz="1600" kern="0">
                <a:solidFill>
                  <a:srgbClr val="001744"/>
                </a:solidFill>
                <a:latin typeface="Arial"/>
                <a:ea typeface="Arial"/>
                <a:cs typeface="Arial"/>
                <a:sym typeface="Arial"/>
              </a:rPr>
              <a:t>Prevent lateral threat movement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Zscaler Deck 2026 [Navy] ">
  <a:themeElements>
    <a:clrScheme name="Zscaler Color Palette">
      <a:dk1>
        <a:srgbClr val="FFFFFF"/>
      </a:dk1>
      <a:lt1>
        <a:srgbClr val="246CF7"/>
      </a:lt1>
      <a:dk2>
        <a:srgbClr val="001744"/>
      </a:dk2>
      <a:lt2>
        <a:srgbClr val="E5F1FA"/>
      </a:lt2>
      <a:accent1>
        <a:srgbClr val="FFE641"/>
      </a:accent1>
      <a:accent2>
        <a:srgbClr val="6BFFB3"/>
      </a:accent2>
      <a:accent3>
        <a:srgbClr val="FE00E2"/>
      </a:accent3>
      <a:accent4>
        <a:srgbClr val="001744"/>
      </a:accent4>
      <a:accent5>
        <a:srgbClr val="12D3FF"/>
      </a:accent5>
      <a:accent6>
        <a:srgbClr val="EC1850"/>
      </a:accent6>
      <a:hlink>
        <a:srgbClr val="12D3FF"/>
      </a:hlink>
      <a:folHlink>
        <a:srgbClr val="246CF7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ZL26 Breakout Template">
  <a:themeElements>
    <a:clrScheme name="Zscaler Color Palette">
      <a:dk1>
        <a:srgbClr val="FFFFFF"/>
      </a:dk1>
      <a:lt1>
        <a:srgbClr val="246CF7"/>
      </a:lt1>
      <a:dk2>
        <a:srgbClr val="001744"/>
      </a:dk2>
      <a:lt2>
        <a:srgbClr val="E5F1FA"/>
      </a:lt2>
      <a:accent1>
        <a:srgbClr val="FFE641"/>
      </a:accent1>
      <a:accent2>
        <a:srgbClr val="6BFFB3"/>
      </a:accent2>
      <a:accent3>
        <a:srgbClr val="FE00E2"/>
      </a:accent3>
      <a:accent4>
        <a:srgbClr val="001744"/>
      </a:accent4>
      <a:accent5>
        <a:srgbClr val="12D3FF"/>
      </a:accent5>
      <a:accent6>
        <a:srgbClr val="EC1850"/>
      </a:accent6>
      <a:hlink>
        <a:srgbClr val="12D3FF"/>
      </a:hlink>
      <a:folHlink>
        <a:srgbClr val="246C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237</Words>
  <Application>Microsoft Macintosh PowerPoint</Application>
  <PresentationFormat>Widescreen</PresentationFormat>
  <Paragraphs>33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Arial</vt:lpstr>
      <vt:lpstr>Century Gothic</vt:lpstr>
      <vt:lpstr>Noto Sans Symbols</vt:lpstr>
      <vt:lpstr>Wingdings</vt:lpstr>
      <vt:lpstr>Zscaler Deck 2026 [Navy] </vt:lpstr>
      <vt:lpstr>ZL26 Breakout Template</vt:lpstr>
      <vt:lpstr>Deployment Pattern 1</vt:lpstr>
      <vt:lpstr>Deployment Pattern 2</vt:lpstr>
      <vt:lpstr>Deployment Pattern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Devendernath</dc:creator>
  <cp:lastModifiedBy>Rakesh Devendernath</cp:lastModifiedBy>
  <cp:revision>2</cp:revision>
  <dcterms:created xsi:type="dcterms:W3CDTF">2026-08-21T00:16:03Z</dcterms:created>
  <dcterms:modified xsi:type="dcterms:W3CDTF">2026-08-21T01:00:48Z</dcterms:modified>
</cp:coreProperties>
</file>